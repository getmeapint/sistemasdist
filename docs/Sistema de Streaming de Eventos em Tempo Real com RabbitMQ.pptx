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0.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52" r:id="rId4"/>
  </p:sldMasterIdLst>
  <p:notesMasterIdLst>
    <p:notesMasterId r:id="rId17"/>
  </p:notesMasterIdLst>
  <p:handoutMasterIdLst>
    <p:handoutMasterId r:id="rId18"/>
  </p:handoutMasterIdLst>
  <p:sldIdLst>
    <p:sldId id="2561" r:id="rId5"/>
    <p:sldId id="2562" r:id="rId6"/>
    <p:sldId id="2563" r:id="rId7"/>
    <p:sldId id="2564" r:id="rId8"/>
    <p:sldId id="2565" r:id="rId9"/>
    <p:sldId id="2566" r:id="rId10"/>
    <p:sldId id="2567" r:id="rId11"/>
    <p:sldId id="2568" r:id="rId12"/>
    <p:sldId id="2569" r:id="rId13"/>
    <p:sldId id="2570" r:id="rId14"/>
    <p:sldId id="2571" r:id="rId15"/>
    <p:sldId id="2572" r:id="rId16"/>
  </p:sldIdLst>
  <p:sldSz cx="12192000" cy="6858000"/>
  <p:notesSz cx="6858000" cy="9144000"/>
  <p:defaultTextStyle>
    <a:defPPr rtl="0">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jeto: Arquitetura, Implementação e Resultados" id="{FF3F67B9-4A72-433D-98C3-88F690A84BFD}">
          <p14:sldIdLst>
            <p14:sldId id="2561"/>
          </p14:sldIdLst>
        </p14:section>
        <p14:section name="Introdução e Constituição do Grupo" id="{639F8DDF-35E5-434B-BFB9-22CAA1AEFAF1}">
          <p14:sldIdLst>
            <p14:sldId id="2562"/>
            <p14:sldId id="2563"/>
          </p14:sldIdLst>
        </p14:section>
        <p14:section name="Arquitetura e Implementação" id="{82BD6315-28D9-4BF2-94B1-5A854FEB7884}">
          <p14:sldIdLst>
            <p14:sldId id="2564"/>
            <p14:sldId id="2565"/>
            <p14:sldId id="2566"/>
            <p14:sldId id="2567"/>
          </p14:sldIdLst>
        </p14:section>
        <p14:section name="Testes e Resultados" id="{7261000A-6182-401D-B778-EDC501880F05}">
          <p14:sldIdLst>
            <p14:sldId id="2568"/>
            <p14:sldId id="2569"/>
            <p14:sldId id="2570"/>
          </p14:sldIdLst>
        </p14:section>
        <p14:section name="Conclusão" id="{ACA9AF47-1536-48D8-B6BF-C7BEF304EB3E}">
          <p14:sldIdLst>
            <p14:sldId id="2571"/>
            <p14:sldId id="25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F39A418-C943-DD85-ADF2-615A2809C342}" name="Michaele Watts" initials="mlw" userId="Michaele Watts" providerId="None"/>
  <p188:author id="{9941987A-41B7-49AC-EE6E-03F2D0BD95BA}" name="Daria Naidenov" initials="DN" userId="S::danaidenov@microsoft.com::ab38ab5f-bdf0-4774-ae5a-d2782abb2027" providerId="AD"/>
  <p188:author id="{05079B93-9652-6626-7181-414354FAD15D}" name="Sher Dionisio" initials="SD" userId="Sher Dionisio" providerId="None"/>
  <p188:author id="{85E8F9B2-02AC-6F6E-F5B6-AF53ED8A8312}" name="Lauren Weldy (ALLEGIS GROUP HOLDINGS INC)" initials="LW" userId="S::v-laweldy@microsoft.com::63f3cce1-6527-43d1-991c-7e8015c8c70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DBD9"/>
    <a:srgbClr val="FFE6D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7E00A0-3025-E943-A083-20723EEE95BE}" v="858" dt="2026-01-08T01:14:12.216"/>
    <p1510:client id="{C3D4E2C4-6628-464D-903C-79744ED5C2BE}" v="8" dt="2026-01-08T00:43:49.7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141" autoAdjust="0"/>
    <p:restoredTop sz="94725"/>
  </p:normalViewPr>
  <p:slideViewPr>
    <p:cSldViewPr showGuides="1">
      <p:cViewPr>
        <p:scale>
          <a:sx n="117" d="100"/>
          <a:sy n="117" d="100"/>
        </p:scale>
        <p:origin x="152" y="56"/>
      </p:cViewPr>
      <p:guideLst>
        <p:guide orient="horz" pos="2160"/>
        <p:guide pos="3840"/>
      </p:guideLst>
    </p:cSldViewPr>
  </p:slideViewPr>
  <p:notesTextViewPr>
    <p:cViewPr>
      <p:scale>
        <a:sx n="1" d="1"/>
        <a:sy n="1" d="1"/>
      </p:scale>
      <p:origin x="0" y="0"/>
    </p:cViewPr>
  </p:notesTextViewPr>
  <p:sorterViewPr>
    <p:cViewPr>
      <p:scale>
        <a:sx n="1" d="1"/>
        <a:sy n="1" d="1"/>
      </p:scale>
      <p:origin x="0" y="-21892"/>
    </p:cViewPr>
  </p:sorterViewPr>
  <p:notesViewPr>
    <p:cSldViewPr>
      <p:cViewPr varScale="1">
        <p:scale>
          <a:sx n="87" d="100"/>
          <a:sy n="87" d="100"/>
        </p:scale>
        <p:origin x="700" y="6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FF1100D-3678-4F4D-A6A1-6CAFA02612EF}"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388C80F8-2AFA-44C8-97B3-189937A893C8}">
      <dgm:prSet/>
      <dgm:spPr/>
      <dgm:t>
        <a:bodyPr/>
        <a:lstStyle/>
        <a:p>
          <a:pPr>
            <a:lnSpc>
              <a:spcPct val="100000"/>
            </a:lnSpc>
            <a:defRPr b="1"/>
          </a:pPr>
          <a:r>
            <a:rPr lang="pt-PT" noProof="0" dirty="0"/>
            <a:t>Tomás Freitas	</a:t>
          </a:r>
        </a:p>
      </dgm:t>
    </dgm:pt>
    <dgm:pt modelId="{CAA8D43D-3EFC-465E-85AE-3342D4A58363}" type="parTrans" cxnId="{FAE0F6E4-9994-4A70-A7EA-3DDA12C49C9F}">
      <dgm:prSet/>
      <dgm:spPr/>
      <dgm:t>
        <a:bodyPr/>
        <a:lstStyle/>
        <a:p>
          <a:endParaRPr lang="en-US"/>
        </a:p>
      </dgm:t>
    </dgm:pt>
    <dgm:pt modelId="{D39B9A9B-E2CA-41EE-A0DB-E0B4E79A66DE}" type="sibTrans" cxnId="{FAE0F6E4-9994-4A70-A7EA-3DDA12C49C9F}">
      <dgm:prSet/>
      <dgm:spPr/>
      <dgm:t>
        <a:bodyPr/>
        <a:lstStyle/>
        <a:p>
          <a:pPr>
            <a:lnSpc>
              <a:spcPct val="100000"/>
            </a:lnSpc>
            <a:defRPr b="1"/>
          </a:pPr>
          <a:endParaRPr lang="en-US"/>
        </a:p>
      </dgm:t>
    </dgm:pt>
    <dgm:pt modelId="{87782AC6-173C-4535-9D2D-488474223796}">
      <dgm:prSet/>
      <dgm:spPr/>
      <dgm:t>
        <a:bodyPr/>
        <a:lstStyle/>
        <a:p>
          <a:pPr>
            <a:lnSpc>
              <a:spcPct val="100000"/>
            </a:lnSpc>
          </a:pPr>
          <a:r>
            <a:rPr lang="pt-PT" noProof="0" dirty="0"/>
            <a:t>Desenvolvimento CI/CD.</a:t>
          </a:r>
        </a:p>
        <a:p>
          <a:pPr>
            <a:lnSpc>
              <a:spcPct val="100000"/>
            </a:lnSpc>
          </a:pPr>
          <a:r>
            <a:rPr lang="pt-PT" noProof="0" dirty="0"/>
            <a:t>Integração </a:t>
          </a:r>
          <a:r>
            <a:rPr lang="pt-PT" noProof="0" dirty="0" err="1"/>
            <a:t>Prometheus</a:t>
          </a:r>
          <a:r>
            <a:rPr lang="pt-PT" noProof="0" dirty="0"/>
            <a:t>.</a:t>
          </a:r>
        </a:p>
        <a:p>
          <a:pPr>
            <a:lnSpc>
              <a:spcPct val="100000"/>
            </a:lnSpc>
          </a:pPr>
          <a:r>
            <a:rPr lang="pt-PT" noProof="0" dirty="0"/>
            <a:t>Desenvolvimento de métricas.</a:t>
          </a:r>
        </a:p>
      </dgm:t>
    </dgm:pt>
    <dgm:pt modelId="{9A5C55EA-27C8-4848-BAB8-77592A36D044}" type="parTrans" cxnId="{90FA8D95-6D4F-469A-9B0E-D64C0EE6B152}">
      <dgm:prSet/>
      <dgm:spPr/>
      <dgm:t>
        <a:bodyPr/>
        <a:lstStyle/>
        <a:p>
          <a:endParaRPr lang="en-US"/>
        </a:p>
      </dgm:t>
    </dgm:pt>
    <dgm:pt modelId="{DE93B9C6-5C09-4EDF-8C7F-B7476B593940}" type="sibTrans" cxnId="{90FA8D95-6D4F-469A-9B0E-D64C0EE6B152}">
      <dgm:prSet/>
      <dgm:spPr/>
      <dgm:t>
        <a:bodyPr/>
        <a:lstStyle/>
        <a:p>
          <a:endParaRPr lang="en-US"/>
        </a:p>
      </dgm:t>
    </dgm:pt>
    <dgm:pt modelId="{25E3F899-76DC-48BB-9554-6ED0464F128A}">
      <dgm:prSet/>
      <dgm:spPr/>
      <dgm:t>
        <a:bodyPr/>
        <a:lstStyle/>
        <a:p>
          <a:pPr>
            <a:lnSpc>
              <a:spcPct val="100000"/>
            </a:lnSpc>
            <a:defRPr b="1"/>
          </a:pPr>
          <a:r>
            <a:rPr lang="pt-PT" noProof="0" dirty="0"/>
            <a:t>Pedro Jaques</a:t>
          </a:r>
        </a:p>
      </dgm:t>
    </dgm:pt>
    <dgm:pt modelId="{221B2DFB-4E4B-4770-A61E-8C4C47E61595}" type="parTrans" cxnId="{51B89D5B-163B-4806-931A-E3688449748D}">
      <dgm:prSet/>
      <dgm:spPr/>
      <dgm:t>
        <a:bodyPr/>
        <a:lstStyle/>
        <a:p>
          <a:endParaRPr lang="en-US"/>
        </a:p>
      </dgm:t>
    </dgm:pt>
    <dgm:pt modelId="{8BDB890B-89FD-4C67-B924-C7D1E9B841A8}" type="sibTrans" cxnId="{51B89D5B-163B-4806-931A-E3688449748D}">
      <dgm:prSet/>
      <dgm:spPr/>
      <dgm:t>
        <a:bodyPr/>
        <a:lstStyle/>
        <a:p>
          <a:pPr>
            <a:lnSpc>
              <a:spcPct val="100000"/>
            </a:lnSpc>
            <a:defRPr b="1"/>
          </a:pPr>
          <a:endParaRPr lang="en-US"/>
        </a:p>
      </dgm:t>
    </dgm:pt>
    <dgm:pt modelId="{7B996AE9-3626-4165-A9C8-39533538DA7F}">
      <dgm:prSet/>
      <dgm:spPr/>
      <dgm:t>
        <a:bodyPr/>
        <a:lstStyle/>
        <a:p>
          <a:pPr>
            <a:lnSpc>
              <a:spcPct val="100000"/>
            </a:lnSpc>
          </a:pPr>
          <a:r>
            <a:rPr lang="pt-PT" noProof="0" dirty="0"/>
            <a:t>Desenvolvimento da comunicação produtor consumidor.</a:t>
          </a:r>
        </a:p>
        <a:p>
          <a:pPr>
            <a:lnSpc>
              <a:spcPct val="100000"/>
            </a:lnSpc>
          </a:pPr>
          <a:endParaRPr lang="pt-PT" noProof="0" dirty="0"/>
        </a:p>
        <a:p>
          <a:pPr>
            <a:lnSpc>
              <a:spcPct val="100000"/>
            </a:lnSpc>
          </a:pPr>
          <a:r>
            <a:rPr lang="pt-PT" noProof="0" dirty="0"/>
            <a:t>Documentação do projeto.</a:t>
          </a:r>
        </a:p>
      </dgm:t>
    </dgm:pt>
    <dgm:pt modelId="{4D171E39-6A11-4CA7-9718-86A787F27B08}" type="parTrans" cxnId="{49DF13FB-2880-45F9-9F8B-562D1396FE56}">
      <dgm:prSet/>
      <dgm:spPr/>
      <dgm:t>
        <a:bodyPr/>
        <a:lstStyle/>
        <a:p>
          <a:endParaRPr lang="en-US"/>
        </a:p>
      </dgm:t>
    </dgm:pt>
    <dgm:pt modelId="{186F272D-4736-4622-B944-2DD2B21FE66D}" type="sibTrans" cxnId="{49DF13FB-2880-45F9-9F8B-562D1396FE56}">
      <dgm:prSet/>
      <dgm:spPr/>
      <dgm:t>
        <a:bodyPr/>
        <a:lstStyle/>
        <a:p>
          <a:endParaRPr lang="en-US"/>
        </a:p>
      </dgm:t>
    </dgm:pt>
    <dgm:pt modelId="{74545076-917F-489F-8665-444AE103857F}" type="pres">
      <dgm:prSet presAssocID="{AFF1100D-3678-4F4D-A6A1-6CAFA02612EF}" presName="Name0" presStyleCnt="0">
        <dgm:presLayoutVars>
          <dgm:dir/>
          <dgm:resizeHandles val="exact"/>
        </dgm:presLayoutVars>
      </dgm:prSet>
      <dgm:spPr/>
    </dgm:pt>
    <dgm:pt modelId="{6A1B54F2-FDF2-4630-9BBB-C508AE94DEBA}" type="pres">
      <dgm:prSet presAssocID="{388C80F8-2AFA-44C8-97B3-189937A893C8}" presName="compNode" presStyleCnt="0"/>
      <dgm:spPr/>
    </dgm:pt>
    <dgm:pt modelId="{0E926E61-5DAE-49BE-86E8-257CDD3B7950}" type="pres">
      <dgm:prSet presAssocID="{388C80F8-2AFA-44C8-97B3-189937A893C8}" presName="pictRect" presStyleLbl="revTx" presStyleIdx="0" presStyleCnt="4">
        <dgm:presLayoutVars>
          <dgm:chMax val="0"/>
          <dgm:bulletEnabled/>
        </dgm:presLayoutVars>
      </dgm:prSet>
      <dgm:spPr/>
    </dgm:pt>
    <dgm:pt modelId="{B0D85C79-9C70-4F76-9150-76DAC43E6EEE}" type="pres">
      <dgm:prSet presAssocID="{388C80F8-2AFA-44C8-97B3-189937A893C8}" presName="textRect" presStyleLbl="revTx" presStyleIdx="1" presStyleCnt="4">
        <dgm:presLayoutVars>
          <dgm:bulletEnabled/>
        </dgm:presLayoutVars>
      </dgm:prSet>
      <dgm:spPr/>
    </dgm:pt>
    <dgm:pt modelId="{3039762D-11BD-4B62-8EE1-5DD0B7DB0E48}" type="pres">
      <dgm:prSet presAssocID="{D39B9A9B-E2CA-41EE-A0DB-E0B4E79A66DE}" presName="sibTrans" presStyleLbl="sibTrans2D1" presStyleIdx="0" presStyleCnt="0"/>
      <dgm:spPr/>
    </dgm:pt>
    <dgm:pt modelId="{93A7045A-5496-46FD-BE8E-D78D04528B10}" type="pres">
      <dgm:prSet presAssocID="{25E3F899-76DC-48BB-9554-6ED0464F128A}" presName="compNode" presStyleCnt="0"/>
      <dgm:spPr/>
    </dgm:pt>
    <dgm:pt modelId="{5E228431-832C-42F0-87B7-6E235F55D971}" type="pres">
      <dgm:prSet presAssocID="{25E3F899-76DC-48BB-9554-6ED0464F128A}" presName="pictRect" presStyleLbl="revTx" presStyleIdx="2" presStyleCnt="4">
        <dgm:presLayoutVars>
          <dgm:chMax val="0"/>
          <dgm:bulletEnabled/>
        </dgm:presLayoutVars>
      </dgm:prSet>
      <dgm:spPr/>
    </dgm:pt>
    <dgm:pt modelId="{D1E43E41-7814-42AD-B6A1-0A95DD2F3590}" type="pres">
      <dgm:prSet presAssocID="{25E3F899-76DC-48BB-9554-6ED0464F128A}" presName="textRect" presStyleLbl="revTx" presStyleIdx="3" presStyleCnt="4">
        <dgm:presLayoutVars>
          <dgm:bulletEnabled/>
        </dgm:presLayoutVars>
      </dgm:prSet>
      <dgm:spPr/>
    </dgm:pt>
  </dgm:ptLst>
  <dgm:cxnLst>
    <dgm:cxn modelId="{C2ACAB16-952F-4522-832E-C6B64D1EF02F}" type="presOf" srcId="{AFF1100D-3678-4F4D-A6A1-6CAFA02612EF}" destId="{74545076-917F-489F-8665-444AE103857F}" srcOrd="0" destOrd="0" presId="urn:microsoft.com/office/officeart/2024/3/layout/hArchList1"/>
    <dgm:cxn modelId="{1450FF16-5095-40A7-B637-F9D9C2E4B4A1}" type="presOf" srcId="{87782AC6-173C-4535-9D2D-488474223796}" destId="{B0D85C79-9C70-4F76-9150-76DAC43E6EEE}" srcOrd="0" destOrd="0" presId="urn:microsoft.com/office/officeart/2024/3/layout/hArchList1"/>
    <dgm:cxn modelId="{31C7B94D-160B-49C3-9745-F608EC6FA805}" type="presOf" srcId="{7B996AE9-3626-4165-A9C8-39533538DA7F}" destId="{D1E43E41-7814-42AD-B6A1-0A95DD2F3590}" srcOrd="0" destOrd="0" presId="urn:microsoft.com/office/officeart/2024/3/layout/hArchList1"/>
    <dgm:cxn modelId="{51B89D5B-163B-4806-931A-E3688449748D}" srcId="{AFF1100D-3678-4F4D-A6A1-6CAFA02612EF}" destId="{25E3F899-76DC-48BB-9554-6ED0464F128A}" srcOrd="1" destOrd="0" parTransId="{221B2DFB-4E4B-4770-A61E-8C4C47E61595}" sibTransId="{8BDB890B-89FD-4C67-B924-C7D1E9B841A8}"/>
    <dgm:cxn modelId="{E1E40491-DD04-4FB8-B153-D9D7A52CA8C4}" type="presOf" srcId="{25E3F899-76DC-48BB-9554-6ED0464F128A}" destId="{5E228431-832C-42F0-87B7-6E235F55D971}" srcOrd="0" destOrd="0" presId="urn:microsoft.com/office/officeart/2024/3/layout/hArchList1"/>
    <dgm:cxn modelId="{90FA8D95-6D4F-469A-9B0E-D64C0EE6B152}" srcId="{388C80F8-2AFA-44C8-97B3-189937A893C8}" destId="{87782AC6-173C-4535-9D2D-488474223796}" srcOrd="0" destOrd="0" parTransId="{9A5C55EA-27C8-4848-BAB8-77592A36D044}" sibTransId="{DE93B9C6-5C09-4EDF-8C7F-B7476B593940}"/>
    <dgm:cxn modelId="{3AB2F695-4C17-4CFD-9866-578C1D216743}" type="presOf" srcId="{388C80F8-2AFA-44C8-97B3-189937A893C8}" destId="{0E926E61-5DAE-49BE-86E8-257CDD3B7950}" srcOrd="0" destOrd="0" presId="urn:microsoft.com/office/officeart/2024/3/layout/hArchList1"/>
    <dgm:cxn modelId="{07D9A7D9-7F63-4E86-9AE7-FA287CC4AE93}" type="presOf" srcId="{D39B9A9B-E2CA-41EE-A0DB-E0B4E79A66DE}" destId="{3039762D-11BD-4B62-8EE1-5DD0B7DB0E48}" srcOrd="0" destOrd="0" presId="urn:microsoft.com/office/officeart/2024/3/layout/hArchList1"/>
    <dgm:cxn modelId="{FAE0F6E4-9994-4A70-A7EA-3DDA12C49C9F}" srcId="{AFF1100D-3678-4F4D-A6A1-6CAFA02612EF}" destId="{388C80F8-2AFA-44C8-97B3-189937A893C8}" srcOrd="0" destOrd="0" parTransId="{CAA8D43D-3EFC-465E-85AE-3342D4A58363}" sibTransId="{D39B9A9B-E2CA-41EE-A0DB-E0B4E79A66DE}"/>
    <dgm:cxn modelId="{49DF13FB-2880-45F9-9F8B-562D1396FE56}" srcId="{25E3F899-76DC-48BB-9554-6ED0464F128A}" destId="{7B996AE9-3626-4165-A9C8-39533538DA7F}" srcOrd="0" destOrd="0" parTransId="{4D171E39-6A11-4CA7-9718-86A787F27B08}" sibTransId="{186F272D-4736-4622-B944-2DD2B21FE66D}"/>
    <dgm:cxn modelId="{AB277AFD-C41B-48A4-B54A-0020C34C6CDA}" type="presParOf" srcId="{74545076-917F-489F-8665-444AE103857F}" destId="{6A1B54F2-FDF2-4630-9BBB-C508AE94DEBA}" srcOrd="0" destOrd="0" presId="urn:microsoft.com/office/officeart/2024/3/layout/hArchList1"/>
    <dgm:cxn modelId="{BF43EF31-97B3-4BF7-8424-DE840EFD5E9A}" type="presParOf" srcId="{6A1B54F2-FDF2-4630-9BBB-C508AE94DEBA}" destId="{0E926E61-5DAE-49BE-86E8-257CDD3B7950}" srcOrd="0" destOrd="0" presId="urn:microsoft.com/office/officeart/2024/3/layout/hArchList1"/>
    <dgm:cxn modelId="{8238E3D4-B593-4FEE-BFA6-A2A904D965B0}" type="presParOf" srcId="{6A1B54F2-FDF2-4630-9BBB-C508AE94DEBA}" destId="{B0D85C79-9C70-4F76-9150-76DAC43E6EEE}" srcOrd="1" destOrd="0" presId="urn:microsoft.com/office/officeart/2024/3/layout/hArchList1"/>
    <dgm:cxn modelId="{9660F874-F002-45BC-8F67-B524D51928CC}" type="presParOf" srcId="{74545076-917F-489F-8665-444AE103857F}" destId="{3039762D-11BD-4B62-8EE1-5DD0B7DB0E48}" srcOrd="1" destOrd="0" presId="urn:microsoft.com/office/officeart/2024/3/layout/hArchList1"/>
    <dgm:cxn modelId="{B199FB0D-B161-4012-9825-961B89405F1B}" type="presParOf" srcId="{74545076-917F-489F-8665-444AE103857F}" destId="{93A7045A-5496-46FD-BE8E-D78D04528B10}" srcOrd="2" destOrd="0" presId="urn:microsoft.com/office/officeart/2024/3/layout/hArchList1"/>
    <dgm:cxn modelId="{7E823AD8-7BBA-48DD-B6F4-3B0B7D28CEB7}" type="presParOf" srcId="{93A7045A-5496-46FD-BE8E-D78D04528B10}" destId="{5E228431-832C-42F0-87B7-6E235F55D971}" srcOrd="0" destOrd="0" presId="urn:microsoft.com/office/officeart/2024/3/layout/hArchList1"/>
    <dgm:cxn modelId="{CFB13988-5159-4E7F-90EA-50384470524F}" type="presParOf" srcId="{93A7045A-5496-46FD-BE8E-D78D04528B10}" destId="{D1E43E41-7814-42AD-B6A1-0A95DD2F3590}"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CF79E50-9F6E-4ECE-9294-D86240611FB8}"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C96701B8-15A1-4293-B64E-8CF299DF8AC4}">
      <dgm:prSet/>
      <dgm:spPr/>
      <dgm:t>
        <a:bodyPr/>
        <a:lstStyle/>
        <a:p>
          <a:pPr>
            <a:lnSpc>
              <a:spcPct val="100000"/>
            </a:lnSpc>
            <a:defRPr b="1"/>
          </a:pPr>
          <a:r>
            <a:rPr lang="pt-PT" noProof="0" dirty="0"/>
            <a:t>Produtor</a:t>
          </a:r>
        </a:p>
      </dgm:t>
    </dgm:pt>
    <dgm:pt modelId="{A490B3BA-9950-4878-AB52-F9B331D4205E}" type="parTrans" cxnId="{A4D15302-309D-462B-BD00-E903A5460DF3}">
      <dgm:prSet/>
      <dgm:spPr/>
      <dgm:t>
        <a:bodyPr/>
        <a:lstStyle/>
        <a:p>
          <a:endParaRPr lang="en-US"/>
        </a:p>
      </dgm:t>
    </dgm:pt>
    <dgm:pt modelId="{4A71B810-DABD-4948-ADFA-3CB118C4A3A5}" type="sibTrans" cxnId="{A4D15302-309D-462B-BD00-E903A5460DF3}">
      <dgm:prSet/>
      <dgm:spPr/>
      <dgm:t>
        <a:bodyPr/>
        <a:lstStyle/>
        <a:p>
          <a:pPr>
            <a:lnSpc>
              <a:spcPct val="100000"/>
            </a:lnSpc>
            <a:defRPr b="1"/>
          </a:pPr>
          <a:endParaRPr lang="en-US"/>
        </a:p>
      </dgm:t>
    </dgm:pt>
    <dgm:pt modelId="{567447DA-FEDD-40ED-B8A1-FB072CF26DF0}">
      <dgm:prSet/>
      <dgm:spPr/>
      <dgm:t>
        <a:bodyPr/>
        <a:lstStyle/>
        <a:p>
          <a:pPr algn="just">
            <a:lnSpc>
              <a:spcPct val="100000"/>
            </a:lnSpc>
          </a:pPr>
          <a:r>
            <a:rPr lang="pt-PT" noProof="0" dirty="0"/>
            <a:t>É responsável pela leitura de ficheiros GPX e publicação de eventos em formato JSON em </a:t>
          </a:r>
          <a:r>
            <a:rPr lang="pt-PT" noProof="0" dirty="0" err="1"/>
            <a:t>exchanges</a:t>
          </a:r>
          <a:r>
            <a:rPr lang="pt-PT" noProof="0" dirty="0"/>
            <a:t> </a:t>
          </a:r>
          <a:r>
            <a:rPr lang="pt-PT" noProof="0" dirty="0" err="1"/>
            <a:t>RabbitMQ</a:t>
          </a:r>
          <a:r>
            <a:rPr lang="pt-PT" noProof="0" dirty="0"/>
            <a:t> do tipo </a:t>
          </a:r>
          <a:r>
            <a:rPr lang="pt-PT" noProof="0" dirty="0" err="1"/>
            <a:t>fanout</a:t>
          </a:r>
          <a:r>
            <a:rPr lang="pt-PT" noProof="0" dirty="0"/>
            <a:t> com nome </a:t>
          </a:r>
          <a:r>
            <a:rPr lang="pt-PT" noProof="0" dirty="0" err="1"/>
            <a:t>race</a:t>
          </a:r>
          <a:r>
            <a:rPr lang="pt-PT" noProof="0" dirty="0"/>
            <a:t>-&lt;</a:t>
          </a:r>
          <a:r>
            <a:rPr lang="pt-PT" noProof="0" dirty="0" err="1"/>
            <a:t>gpx</a:t>
          </a:r>
          <a:r>
            <a:rPr lang="pt-PT" noProof="0" dirty="0"/>
            <a:t>&gt;. Cada atleta corre num </a:t>
          </a:r>
          <a:r>
            <a:rPr lang="pt-PT" noProof="0" dirty="0" err="1"/>
            <a:t>thread</a:t>
          </a:r>
          <a:r>
            <a:rPr lang="pt-PT" noProof="0" dirty="0"/>
            <a:t> próprio com variação de velocidade.</a:t>
          </a:r>
        </a:p>
      </dgm:t>
    </dgm:pt>
    <dgm:pt modelId="{31649A8E-8D1E-4EFD-8B4B-8101B4C97A84}" type="parTrans" cxnId="{558B15F6-77AC-40C9-9A0F-5E46498DF522}">
      <dgm:prSet/>
      <dgm:spPr/>
      <dgm:t>
        <a:bodyPr/>
        <a:lstStyle/>
        <a:p>
          <a:endParaRPr lang="en-US"/>
        </a:p>
      </dgm:t>
    </dgm:pt>
    <dgm:pt modelId="{AF39A2C5-17E2-4F9B-8FC2-173A74794882}" type="sibTrans" cxnId="{558B15F6-77AC-40C9-9A0F-5E46498DF522}">
      <dgm:prSet/>
      <dgm:spPr/>
      <dgm:t>
        <a:bodyPr/>
        <a:lstStyle/>
        <a:p>
          <a:endParaRPr lang="en-US"/>
        </a:p>
      </dgm:t>
    </dgm:pt>
    <dgm:pt modelId="{562C00DD-D72D-456E-AD92-A3F14807D801}">
      <dgm:prSet/>
      <dgm:spPr/>
      <dgm:t>
        <a:bodyPr/>
        <a:lstStyle/>
        <a:p>
          <a:pPr>
            <a:lnSpc>
              <a:spcPct val="100000"/>
            </a:lnSpc>
            <a:defRPr b="1"/>
          </a:pPr>
          <a:r>
            <a:rPr lang="pt-PT" noProof="0" dirty="0"/>
            <a:t>Consumidor</a:t>
          </a:r>
        </a:p>
      </dgm:t>
    </dgm:pt>
    <dgm:pt modelId="{E216CAB2-7B94-40AD-84CA-5FABBBE159DC}" type="parTrans" cxnId="{1A6CFF37-9BBA-4805-A1F9-3F6EAF0BA961}">
      <dgm:prSet/>
      <dgm:spPr/>
      <dgm:t>
        <a:bodyPr/>
        <a:lstStyle/>
        <a:p>
          <a:endParaRPr lang="en-US"/>
        </a:p>
      </dgm:t>
    </dgm:pt>
    <dgm:pt modelId="{A1E12AC2-874C-4537-84C4-BF89770C73B5}" type="sibTrans" cxnId="{1A6CFF37-9BBA-4805-A1F9-3F6EAF0BA961}">
      <dgm:prSet/>
      <dgm:spPr/>
      <dgm:t>
        <a:bodyPr/>
        <a:lstStyle/>
        <a:p>
          <a:pPr>
            <a:lnSpc>
              <a:spcPct val="100000"/>
            </a:lnSpc>
            <a:defRPr b="1"/>
          </a:pPr>
          <a:endParaRPr lang="en-US"/>
        </a:p>
      </dgm:t>
    </dgm:pt>
    <dgm:pt modelId="{0D18463A-3E09-45F0-8398-8C81034A143A}">
      <dgm:prSet/>
      <dgm:spPr/>
      <dgm:t>
        <a:bodyPr/>
        <a:lstStyle/>
        <a:p>
          <a:pPr algn="just">
            <a:lnSpc>
              <a:spcPct val="100000"/>
            </a:lnSpc>
          </a:pPr>
          <a:r>
            <a:rPr lang="pt-PT" noProof="0" dirty="0"/>
            <a:t>Implementado com </a:t>
          </a:r>
          <a:r>
            <a:rPr lang="pt-PT" noProof="0" dirty="0" err="1"/>
            <a:t>FastAPI</a:t>
          </a:r>
          <a:r>
            <a:rPr lang="pt-PT" noProof="0" dirty="0"/>
            <a:t> que consome de uma </a:t>
          </a:r>
          <a:r>
            <a:rPr lang="pt-PT" noProof="0" dirty="0" err="1"/>
            <a:t>queue</a:t>
          </a:r>
          <a:r>
            <a:rPr lang="pt-PT" noProof="0" dirty="0"/>
            <a:t> do </a:t>
          </a:r>
          <a:r>
            <a:rPr lang="pt-PT" noProof="0" dirty="0" err="1"/>
            <a:t>backend</a:t>
          </a:r>
          <a:r>
            <a:rPr lang="pt-PT" noProof="0" dirty="0"/>
            <a:t> e difunde eventos via </a:t>
          </a:r>
          <a:r>
            <a:rPr lang="pt-PT" noProof="0" dirty="0" err="1"/>
            <a:t>WebSocket</a:t>
          </a:r>
          <a:r>
            <a:rPr lang="pt-PT" noProof="0" dirty="0"/>
            <a:t> . Expõe métricas </a:t>
          </a:r>
          <a:r>
            <a:rPr lang="pt-PT" noProof="0" dirty="0" err="1"/>
            <a:t>Prometheus</a:t>
          </a:r>
          <a:r>
            <a:rPr lang="pt-PT" noProof="0" dirty="0"/>
            <a:t> contando mensagens, conexões e envios.</a:t>
          </a:r>
        </a:p>
      </dgm:t>
    </dgm:pt>
    <dgm:pt modelId="{C6868C07-BC2F-4735-AFBB-8877DBAB7A9A}" type="parTrans" cxnId="{A045D67E-B865-4900-871D-0456CF62E248}">
      <dgm:prSet/>
      <dgm:spPr/>
      <dgm:t>
        <a:bodyPr/>
        <a:lstStyle/>
        <a:p>
          <a:endParaRPr lang="en-US"/>
        </a:p>
      </dgm:t>
    </dgm:pt>
    <dgm:pt modelId="{B79CF618-2A81-48E9-809B-43A374A89844}" type="sibTrans" cxnId="{A045D67E-B865-4900-871D-0456CF62E248}">
      <dgm:prSet/>
      <dgm:spPr/>
      <dgm:t>
        <a:bodyPr/>
        <a:lstStyle/>
        <a:p>
          <a:endParaRPr lang="en-US"/>
        </a:p>
      </dgm:t>
    </dgm:pt>
    <dgm:pt modelId="{0E1B81E8-01FC-46BC-9339-121F3241CFA4}">
      <dgm:prSet/>
      <dgm:spPr/>
      <dgm:t>
        <a:bodyPr/>
        <a:lstStyle/>
        <a:p>
          <a:pPr>
            <a:lnSpc>
              <a:spcPct val="100000"/>
            </a:lnSpc>
            <a:defRPr b="1"/>
          </a:pPr>
          <a:r>
            <a:rPr lang="pt-PT" noProof="0" dirty="0" err="1"/>
            <a:t>Frontend</a:t>
          </a:r>
          <a:endParaRPr lang="pt-PT" noProof="0" dirty="0"/>
        </a:p>
      </dgm:t>
    </dgm:pt>
    <dgm:pt modelId="{C8F4656E-E247-402A-A1F5-95B0F60E90D8}" type="parTrans" cxnId="{4948FFCC-A634-415E-AA23-EA3216012780}">
      <dgm:prSet/>
      <dgm:spPr/>
      <dgm:t>
        <a:bodyPr/>
        <a:lstStyle/>
        <a:p>
          <a:endParaRPr lang="en-US"/>
        </a:p>
      </dgm:t>
    </dgm:pt>
    <dgm:pt modelId="{7A0E7B08-F796-4842-B377-4F35DA8C19A8}" type="sibTrans" cxnId="{4948FFCC-A634-415E-AA23-EA3216012780}">
      <dgm:prSet/>
      <dgm:spPr/>
      <dgm:t>
        <a:bodyPr/>
        <a:lstStyle/>
        <a:p>
          <a:pPr>
            <a:lnSpc>
              <a:spcPct val="100000"/>
            </a:lnSpc>
            <a:defRPr b="1"/>
          </a:pPr>
          <a:endParaRPr lang="en-US"/>
        </a:p>
      </dgm:t>
    </dgm:pt>
    <dgm:pt modelId="{AD652351-03D8-44DB-82F4-078F321D41DF}">
      <dgm:prSet/>
      <dgm:spPr/>
      <dgm:t>
        <a:bodyPr/>
        <a:lstStyle/>
        <a:p>
          <a:pPr algn="just">
            <a:lnSpc>
              <a:spcPct val="100000"/>
            </a:lnSpc>
          </a:pPr>
          <a:r>
            <a:rPr lang="pt-PT" noProof="0" dirty="0"/>
            <a:t>Desenvolvido com HTML/JS com </a:t>
          </a:r>
          <a:r>
            <a:rPr lang="pt-PT" noProof="0" dirty="0" err="1"/>
            <a:t>Leaflet</a:t>
          </a:r>
          <a:r>
            <a:rPr lang="pt-PT" noProof="0" dirty="0"/>
            <a:t> que carrega ficheiros GPX locais, mantém múltiplas </a:t>
          </a:r>
          <a:r>
            <a:rPr lang="pt-PT" noProof="0" dirty="0" err="1"/>
            <a:t>WebSocket</a:t>
          </a:r>
          <a:r>
            <a:rPr lang="pt-PT" noProof="0" dirty="0"/>
            <a:t> (uma por corrida ou </a:t>
          </a:r>
          <a:r>
            <a:rPr lang="pt-PT" noProof="0" dirty="0" err="1"/>
            <a:t>all</a:t>
          </a:r>
          <a:r>
            <a:rPr lang="pt-PT" noProof="0" dirty="0"/>
            <a:t>) e mostra marcadores e </a:t>
          </a:r>
          <a:r>
            <a:rPr lang="pt-PT" noProof="0" dirty="0" err="1"/>
            <a:t>leaderboard</a:t>
          </a:r>
          <a:r>
            <a:rPr lang="pt-PT" noProof="0" dirty="0"/>
            <a:t> em tempo real.</a:t>
          </a:r>
        </a:p>
      </dgm:t>
    </dgm:pt>
    <dgm:pt modelId="{0A91B4FD-4B5D-4E92-BB57-5D6556086864}" type="parTrans" cxnId="{2AC1E275-40D7-4AA0-A135-5CFBE96BD8A2}">
      <dgm:prSet/>
      <dgm:spPr/>
      <dgm:t>
        <a:bodyPr/>
        <a:lstStyle/>
        <a:p>
          <a:endParaRPr lang="en-US"/>
        </a:p>
      </dgm:t>
    </dgm:pt>
    <dgm:pt modelId="{53723AC7-6F89-4CAA-B534-3D9FE6FFCFCD}" type="sibTrans" cxnId="{2AC1E275-40D7-4AA0-A135-5CFBE96BD8A2}">
      <dgm:prSet/>
      <dgm:spPr/>
      <dgm:t>
        <a:bodyPr/>
        <a:lstStyle/>
        <a:p>
          <a:endParaRPr lang="en-US"/>
        </a:p>
      </dgm:t>
    </dgm:pt>
    <dgm:pt modelId="{39BC1C5E-AB5D-2047-A284-93D4E50E3572}">
      <dgm:prSet/>
      <dgm:spPr/>
      <dgm:t>
        <a:bodyPr/>
        <a:lstStyle/>
        <a:p>
          <a:pPr>
            <a:lnSpc>
              <a:spcPct val="100000"/>
            </a:lnSpc>
            <a:defRPr b="1"/>
          </a:pPr>
          <a:r>
            <a:rPr lang="pt-PT" noProof="0" dirty="0" err="1"/>
            <a:t>RabbitMQ</a:t>
          </a:r>
          <a:endParaRPr lang="pt-PT" noProof="0" dirty="0"/>
        </a:p>
      </dgm:t>
    </dgm:pt>
    <dgm:pt modelId="{391147D2-208A-1947-A609-F92DD2B5253F}" type="parTrans" cxnId="{40DAE614-D4E5-E841-887D-625F9512E983}">
      <dgm:prSet/>
      <dgm:spPr/>
      <dgm:t>
        <a:bodyPr/>
        <a:lstStyle/>
        <a:p>
          <a:endParaRPr lang="en-US"/>
        </a:p>
      </dgm:t>
    </dgm:pt>
    <dgm:pt modelId="{3DA2C1F2-BB11-F24E-8C45-07D7CF49629F}" type="sibTrans" cxnId="{40DAE614-D4E5-E841-887D-625F9512E983}">
      <dgm:prSet/>
      <dgm:spPr/>
      <dgm:t>
        <a:bodyPr/>
        <a:lstStyle/>
        <a:p>
          <a:endParaRPr lang="en-US"/>
        </a:p>
      </dgm:t>
    </dgm:pt>
    <dgm:pt modelId="{C1F71618-59E3-D445-976E-6A8AAEE69ABC}">
      <dgm:prSet/>
      <dgm:spPr/>
      <dgm:t>
        <a:bodyPr/>
        <a:lstStyle/>
        <a:p>
          <a:pPr algn="just">
            <a:lnSpc>
              <a:spcPct val="100000"/>
            </a:lnSpc>
          </a:pPr>
          <a:r>
            <a:rPr lang="pt-PT" noProof="0" dirty="0"/>
            <a:t>Broker de mensagens. O simulador declara </a:t>
          </a:r>
          <a:r>
            <a:rPr lang="pt-PT" noProof="0" dirty="0" err="1"/>
            <a:t>exchanges</a:t>
          </a:r>
          <a:r>
            <a:rPr lang="pt-PT" noProof="0" dirty="0"/>
            <a:t> </a:t>
          </a:r>
          <a:r>
            <a:rPr lang="pt-PT" noProof="0" dirty="0" err="1"/>
            <a:t>fanout</a:t>
          </a:r>
          <a:r>
            <a:rPr lang="pt-PT" noProof="0" dirty="0"/>
            <a:t> por corrida, o </a:t>
          </a:r>
          <a:r>
            <a:rPr lang="pt-PT" noProof="0" dirty="0" err="1"/>
            <a:t>backend</a:t>
          </a:r>
          <a:r>
            <a:rPr lang="pt-PT" noProof="0" dirty="0"/>
            <a:t> cria uma </a:t>
          </a:r>
          <a:r>
            <a:rPr lang="pt-PT" noProof="0" dirty="0" err="1"/>
            <a:t>queue</a:t>
          </a:r>
          <a:r>
            <a:rPr lang="pt-PT" noProof="0" dirty="0"/>
            <a:t> durável e faz </a:t>
          </a:r>
          <a:r>
            <a:rPr lang="pt-PT" noProof="0" dirty="0" err="1"/>
            <a:t>bind</a:t>
          </a:r>
          <a:r>
            <a:rPr lang="pt-PT" noProof="0" dirty="0"/>
            <a:t> automático a todas as </a:t>
          </a:r>
          <a:r>
            <a:rPr lang="pt-PT" noProof="0" dirty="0" err="1"/>
            <a:t>exchanges</a:t>
          </a:r>
          <a:r>
            <a:rPr lang="pt-PT" noProof="0" dirty="0"/>
            <a:t> de utilizador.</a:t>
          </a:r>
        </a:p>
      </dgm:t>
    </dgm:pt>
    <dgm:pt modelId="{AC82AC20-0EA9-3048-9773-0E88D92E9F2C}" type="parTrans" cxnId="{3C07EEF3-4B1A-2C4C-BE4C-3FB40BF21E8F}">
      <dgm:prSet/>
      <dgm:spPr/>
      <dgm:t>
        <a:bodyPr/>
        <a:lstStyle/>
        <a:p>
          <a:endParaRPr lang="en-US"/>
        </a:p>
      </dgm:t>
    </dgm:pt>
    <dgm:pt modelId="{94236DAB-875E-0342-9472-969EA6054DDC}" type="sibTrans" cxnId="{3C07EEF3-4B1A-2C4C-BE4C-3FB40BF21E8F}">
      <dgm:prSet/>
      <dgm:spPr/>
      <dgm:t>
        <a:bodyPr/>
        <a:lstStyle/>
        <a:p>
          <a:endParaRPr lang="en-US"/>
        </a:p>
      </dgm:t>
    </dgm:pt>
    <dgm:pt modelId="{49EA95D9-46C8-45D3-9CEE-1C0CCEEEEFB4}" type="pres">
      <dgm:prSet presAssocID="{4CF79E50-9F6E-4ECE-9294-D86240611FB8}" presName="Name0" presStyleCnt="0">
        <dgm:presLayoutVars>
          <dgm:dir/>
          <dgm:resizeHandles val="exact"/>
        </dgm:presLayoutVars>
      </dgm:prSet>
      <dgm:spPr/>
    </dgm:pt>
    <dgm:pt modelId="{24CA5C75-7942-423B-8317-DE1A1FB48CF9}" type="pres">
      <dgm:prSet presAssocID="{C96701B8-15A1-4293-B64E-8CF299DF8AC4}" presName="compNode" presStyleCnt="0"/>
      <dgm:spPr/>
    </dgm:pt>
    <dgm:pt modelId="{2C1D5BB9-D158-41D6-A886-CEEAF5D4217B}" type="pres">
      <dgm:prSet presAssocID="{C96701B8-15A1-4293-B64E-8CF299DF8AC4}" presName="pictRect" presStyleLbl="revTx" presStyleIdx="0" presStyleCnt="8">
        <dgm:presLayoutVars>
          <dgm:chMax val="0"/>
          <dgm:bulletEnabled/>
        </dgm:presLayoutVars>
      </dgm:prSet>
      <dgm:spPr/>
    </dgm:pt>
    <dgm:pt modelId="{F4B434B4-A24E-4243-9A2A-685A250A5AEC}" type="pres">
      <dgm:prSet presAssocID="{C96701B8-15A1-4293-B64E-8CF299DF8AC4}" presName="textRect" presStyleLbl="revTx" presStyleIdx="1" presStyleCnt="8">
        <dgm:presLayoutVars>
          <dgm:bulletEnabled/>
        </dgm:presLayoutVars>
      </dgm:prSet>
      <dgm:spPr/>
    </dgm:pt>
    <dgm:pt modelId="{C69A7DEF-ED98-438E-A9D3-2A8E4CE5DB6A}" type="pres">
      <dgm:prSet presAssocID="{4A71B810-DABD-4948-ADFA-3CB118C4A3A5}" presName="sibTrans" presStyleLbl="sibTrans2D1" presStyleIdx="0" presStyleCnt="0"/>
      <dgm:spPr/>
    </dgm:pt>
    <dgm:pt modelId="{442C1489-6919-49A3-A8A1-428FAB184D0F}" type="pres">
      <dgm:prSet presAssocID="{562C00DD-D72D-456E-AD92-A3F14807D801}" presName="compNode" presStyleCnt="0"/>
      <dgm:spPr/>
    </dgm:pt>
    <dgm:pt modelId="{48533E56-D0D5-4196-96FD-BC48DFA93FF1}" type="pres">
      <dgm:prSet presAssocID="{562C00DD-D72D-456E-AD92-A3F14807D801}" presName="pictRect" presStyleLbl="revTx" presStyleIdx="2" presStyleCnt="8">
        <dgm:presLayoutVars>
          <dgm:chMax val="0"/>
          <dgm:bulletEnabled/>
        </dgm:presLayoutVars>
      </dgm:prSet>
      <dgm:spPr/>
    </dgm:pt>
    <dgm:pt modelId="{84156222-9B7B-4021-A225-EAA72CC6FCCA}" type="pres">
      <dgm:prSet presAssocID="{562C00DD-D72D-456E-AD92-A3F14807D801}" presName="textRect" presStyleLbl="revTx" presStyleIdx="3" presStyleCnt="8">
        <dgm:presLayoutVars>
          <dgm:bulletEnabled/>
        </dgm:presLayoutVars>
      </dgm:prSet>
      <dgm:spPr/>
    </dgm:pt>
    <dgm:pt modelId="{56C30140-370D-4F78-A599-68A6EC1755AB}" type="pres">
      <dgm:prSet presAssocID="{A1E12AC2-874C-4537-84C4-BF89770C73B5}" presName="sibTrans" presStyleLbl="sibTrans2D1" presStyleIdx="0" presStyleCnt="0"/>
      <dgm:spPr/>
    </dgm:pt>
    <dgm:pt modelId="{D30A5879-EAE8-4FC0-B778-3A12055DF0F7}" type="pres">
      <dgm:prSet presAssocID="{0E1B81E8-01FC-46BC-9339-121F3241CFA4}" presName="compNode" presStyleCnt="0"/>
      <dgm:spPr/>
    </dgm:pt>
    <dgm:pt modelId="{953CD609-D06F-4C32-A9F3-9FB2E040CB39}" type="pres">
      <dgm:prSet presAssocID="{0E1B81E8-01FC-46BC-9339-121F3241CFA4}" presName="pictRect" presStyleLbl="revTx" presStyleIdx="4" presStyleCnt="8">
        <dgm:presLayoutVars>
          <dgm:chMax val="0"/>
          <dgm:bulletEnabled/>
        </dgm:presLayoutVars>
      </dgm:prSet>
      <dgm:spPr/>
    </dgm:pt>
    <dgm:pt modelId="{425937C8-C955-4843-B241-ECBAEC615C6F}" type="pres">
      <dgm:prSet presAssocID="{0E1B81E8-01FC-46BC-9339-121F3241CFA4}" presName="textRect" presStyleLbl="revTx" presStyleIdx="5" presStyleCnt="8">
        <dgm:presLayoutVars>
          <dgm:bulletEnabled/>
        </dgm:presLayoutVars>
      </dgm:prSet>
      <dgm:spPr/>
    </dgm:pt>
    <dgm:pt modelId="{5566B13E-FD7C-5241-B6B2-E33139C3B754}" type="pres">
      <dgm:prSet presAssocID="{7A0E7B08-F796-4842-B377-4F35DA8C19A8}" presName="sibTrans" presStyleLbl="sibTrans2D1" presStyleIdx="0" presStyleCnt="0"/>
      <dgm:spPr/>
    </dgm:pt>
    <dgm:pt modelId="{967E7391-C3E6-4B4C-9ACC-2C28E935AAC4}" type="pres">
      <dgm:prSet presAssocID="{39BC1C5E-AB5D-2047-A284-93D4E50E3572}" presName="compNode" presStyleCnt="0"/>
      <dgm:spPr/>
    </dgm:pt>
    <dgm:pt modelId="{B8A0172C-4221-4449-9139-9B1D7023E7F7}" type="pres">
      <dgm:prSet presAssocID="{39BC1C5E-AB5D-2047-A284-93D4E50E3572}" presName="pictRect" presStyleLbl="revTx" presStyleIdx="6" presStyleCnt="8">
        <dgm:presLayoutVars>
          <dgm:chMax val="0"/>
          <dgm:bulletEnabled/>
        </dgm:presLayoutVars>
      </dgm:prSet>
      <dgm:spPr/>
    </dgm:pt>
    <dgm:pt modelId="{A5E42196-92D4-B443-B20F-FB52B377EEF3}" type="pres">
      <dgm:prSet presAssocID="{39BC1C5E-AB5D-2047-A284-93D4E50E3572}" presName="textRect" presStyleLbl="revTx" presStyleIdx="7" presStyleCnt="8">
        <dgm:presLayoutVars>
          <dgm:bulletEnabled/>
        </dgm:presLayoutVars>
      </dgm:prSet>
      <dgm:spPr/>
    </dgm:pt>
  </dgm:ptLst>
  <dgm:cxnLst>
    <dgm:cxn modelId="{A4D15302-309D-462B-BD00-E903A5460DF3}" srcId="{4CF79E50-9F6E-4ECE-9294-D86240611FB8}" destId="{C96701B8-15A1-4293-B64E-8CF299DF8AC4}" srcOrd="0" destOrd="0" parTransId="{A490B3BA-9950-4878-AB52-F9B331D4205E}" sibTransId="{4A71B810-DABD-4948-ADFA-3CB118C4A3A5}"/>
    <dgm:cxn modelId="{40DAE614-D4E5-E841-887D-625F9512E983}" srcId="{4CF79E50-9F6E-4ECE-9294-D86240611FB8}" destId="{39BC1C5E-AB5D-2047-A284-93D4E50E3572}" srcOrd="3" destOrd="0" parTransId="{391147D2-208A-1947-A609-F92DD2B5253F}" sibTransId="{3DA2C1F2-BB11-F24E-8C45-07D7CF49629F}"/>
    <dgm:cxn modelId="{96E61119-09D1-FA45-B17B-6E135EA0F93A}" type="presOf" srcId="{39BC1C5E-AB5D-2047-A284-93D4E50E3572}" destId="{B8A0172C-4221-4449-9139-9B1D7023E7F7}" srcOrd="0" destOrd="0" presId="urn:microsoft.com/office/officeart/2024/3/layout/hArchList1"/>
    <dgm:cxn modelId="{5C6C862F-7F0D-473C-864D-FE4BCDBEE28C}" type="presOf" srcId="{AD652351-03D8-44DB-82F4-078F321D41DF}" destId="{425937C8-C955-4843-B241-ECBAEC615C6F}" srcOrd="0" destOrd="0" presId="urn:microsoft.com/office/officeart/2024/3/layout/hArchList1"/>
    <dgm:cxn modelId="{D18E4A35-ACD0-4B51-8A59-A993599ACA57}" type="presOf" srcId="{A1E12AC2-874C-4537-84C4-BF89770C73B5}" destId="{56C30140-370D-4F78-A599-68A6EC1755AB}" srcOrd="0" destOrd="0" presId="urn:microsoft.com/office/officeart/2024/3/layout/hArchList1"/>
    <dgm:cxn modelId="{1A6CFF37-9BBA-4805-A1F9-3F6EAF0BA961}" srcId="{4CF79E50-9F6E-4ECE-9294-D86240611FB8}" destId="{562C00DD-D72D-456E-AD92-A3F14807D801}" srcOrd="1" destOrd="0" parTransId="{E216CAB2-7B94-40AD-84CA-5FABBBE159DC}" sibTransId="{A1E12AC2-874C-4537-84C4-BF89770C73B5}"/>
    <dgm:cxn modelId="{7A99EB4B-F756-4D1E-96DE-3F6686B08B51}" type="presOf" srcId="{4CF79E50-9F6E-4ECE-9294-D86240611FB8}" destId="{49EA95D9-46C8-45D3-9CEE-1C0CCEEEEFB4}" srcOrd="0" destOrd="0" presId="urn:microsoft.com/office/officeart/2024/3/layout/hArchList1"/>
    <dgm:cxn modelId="{351F0D53-7FFA-4B63-BC61-B86E3ACB10AA}" type="presOf" srcId="{0D18463A-3E09-45F0-8398-8C81034A143A}" destId="{84156222-9B7B-4021-A225-EAA72CC6FCCA}" srcOrd="0" destOrd="0" presId="urn:microsoft.com/office/officeart/2024/3/layout/hArchList1"/>
    <dgm:cxn modelId="{EE691F59-77C8-4B15-AE47-FA151E510D35}" type="presOf" srcId="{0E1B81E8-01FC-46BC-9339-121F3241CFA4}" destId="{953CD609-D06F-4C32-A9F3-9FB2E040CB39}" srcOrd="0" destOrd="0" presId="urn:microsoft.com/office/officeart/2024/3/layout/hArchList1"/>
    <dgm:cxn modelId="{2AC1E275-40D7-4AA0-A135-5CFBE96BD8A2}" srcId="{0E1B81E8-01FC-46BC-9339-121F3241CFA4}" destId="{AD652351-03D8-44DB-82F4-078F321D41DF}" srcOrd="0" destOrd="0" parTransId="{0A91B4FD-4B5D-4E92-BB57-5D6556086864}" sibTransId="{53723AC7-6F89-4CAA-B534-3D9FE6FFCFCD}"/>
    <dgm:cxn modelId="{09791876-ADF8-C743-B260-747EDEBB16AE}" type="presOf" srcId="{7A0E7B08-F796-4842-B377-4F35DA8C19A8}" destId="{5566B13E-FD7C-5241-B6B2-E33139C3B754}" srcOrd="0" destOrd="0" presId="urn:microsoft.com/office/officeart/2024/3/layout/hArchList1"/>
    <dgm:cxn modelId="{A045D67E-B865-4900-871D-0456CF62E248}" srcId="{562C00DD-D72D-456E-AD92-A3F14807D801}" destId="{0D18463A-3E09-45F0-8398-8C81034A143A}" srcOrd="0" destOrd="0" parTransId="{C6868C07-BC2F-4735-AFBB-8877DBAB7A9A}" sibTransId="{B79CF618-2A81-48E9-809B-43A374A89844}"/>
    <dgm:cxn modelId="{1FA33688-C38D-4ADF-94FE-7C6AED2B569A}" type="presOf" srcId="{4A71B810-DABD-4948-ADFA-3CB118C4A3A5}" destId="{C69A7DEF-ED98-438E-A9D3-2A8E4CE5DB6A}" srcOrd="0" destOrd="0" presId="urn:microsoft.com/office/officeart/2024/3/layout/hArchList1"/>
    <dgm:cxn modelId="{5DA1D992-FF6B-4B2E-B9FB-586D55A844A7}" type="presOf" srcId="{C96701B8-15A1-4293-B64E-8CF299DF8AC4}" destId="{2C1D5BB9-D158-41D6-A886-CEEAF5D4217B}" srcOrd="0" destOrd="0" presId="urn:microsoft.com/office/officeart/2024/3/layout/hArchList1"/>
    <dgm:cxn modelId="{3CA8C8A0-EE17-49AB-903A-9E4E55CA76AA}" type="presOf" srcId="{567447DA-FEDD-40ED-B8A1-FB072CF26DF0}" destId="{F4B434B4-A24E-4243-9A2A-685A250A5AEC}" srcOrd="0" destOrd="0" presId="urn:microsoft.com/office/officeart/2024/3/layout/hArchList1"/>
    <dgm:cxn modelId="{B0EB7DBD-29EF-40C5-8D93-1C0B79193F8F}" type="presOf" srcId="{562C00DD-D72D-456E-AD92-A3F14807D801}" destId="{48533E56-D0D5-4196-96FD-BC48DFA93FF1}" srcOrd="0" destOrd="0" presId="urn:microsoft.com/office/officeart/2024/3/layout/hArchList1"/>
    <dgm:cxn modelId="{4948FFCC-A634-415E-AA23-EA3216012780}" srcId="{4CF79E50-9F6E-4ECE-9294-D86240611FB8}" destId="{0E1B81E8-01FC-46BC-9339-121F3241CFA4}" srcOrd="2" destOrd="0" parTransId="{C8F4656E-E247-402A-A1F5-95B0F60E90D8}" sibTransId="{7A0E7B08-F796-4842-B377-4F35DA8C19A8}"/>
    <dgm:cxn modelId="{48BD31F3-E44A-2A48-A225-19809D97338A}" type="presOf" srcId="{C1F71618-59E3-D445-976E-6A8AAEE69ABC}" destId="{A5E42196-92D4-B443-B20F-FB52B377EEF3}" srcOrd="0" destOrd="0" presId="urn:microsoft.com/office/officeart/2024/3/layout/hArchList1"/>
    <dgm:cxn modelId="{3C07EEF3-4B1A-2C4C-BE4C-3FB40BF21E8F}" srcId="{39BC1C5E-AB5D-2047-A284-93D4E50E3572}" destId="{C1F71618-59E3-D445-976E-6A8AAEE69ABC}" srcOrd="0" destOrd="0" parTransId="{AC82AC20-0EA9-3048-9773-0E88D92E9F2C}" sibTransId="{94236DAB-875E-0342-9472-969EA6054DDC}"/>
    <dgm:cxn modelId="{558B15F6-77AC-40C9-9A0F-5E46498DF522}" srcId="{C96701B8-15A1-4293-B64E-8CF299DF8AC4}" destId="{567447DA-FEDD-40ED-B8A1-FB072CF26DF0}" srcOrd="0" destOrd="0" parTransId="{31649A8E-8D1E-4EFD-8B4B-8101B4C97A84}" sibTransId="{AF39A2C5-17E2-4F9B-8FC2-173A74794882}"/>
    <dgm:cxn modelId="{B022B52D-DC2C-4A91-ABFF-ADD5B807E910}" type="presParOf" srcId="{49EA95D9-46C8-45D3-9CEE-1C0CCEEEEFB4}" destId="{24CA5C75-7942-423B-8317-DE1A1FB48CF9}" srcOrd="0" destOrd="0" presId="urn:microsoft.com/office/officeart/2024/3/layout/hArchList1"/>
    <dgm:cxn modelId="{F0AC035E-046A-4787-9606-ACD88B1705F5}" type="presParOf" srcId="{24CA5C75-7942-423B-8317-DE1A1FB48CF9}" destId="{2C1D5BB9-D158-41D6-A886-CEEAF5D4217B}" srcOrd="0" destOrd="0" presId="urn:microsoft.com/office/officeart/2024/3/layout/hArchList1"/>
    <dgm:cxn modelId="{D3B9E356-8C16-4F22-B105-D1C0E7AB493A}" type="presParOf" srcId="{24CA5C75-7942-423B-8317-DE1A1FB48CF9}" destId="{F4B434B4-A24E-4243-9A2A-685A250A5AEC}" srcOrd="1" destOrd="0" presId="urn:microsoft.com/office/officeart/2024/3/layout/hArchList1"/>
    <dgm:cxn modelId="{C2767F0D-6988-48CD-8E37-5ADDDDC91203}" type="presParOf" srcId="{49EA95D9-46C8-45D3-9CEE-1C0CCEEEEFB4}" destId="{C69A7DEF-ED98-438E-A9D3-2A8E4CE5DB6A}" srcOrd="1" destOrd="0" presId="urn:microsoft.com/office/officeart/2024/3/layout/hArchList1"/>
    <dgm:cxn modelId="{C972276C-1F87-48AA-848A-4CBFB6B98ACB}" type="presParOf" srcId="{49EA95D9-46C8-45D3-9CEE-1C0CCEEEEFB4}" destId="{442C1489-6919-49A3-A8A1-428FAB184D0F}" srcOrd="2" destOrd="0" presId="urn:microsoft.com/office/officeart/2024/3/layout/hArchList1"/>
    <dgm:cxn modelId="{81AA37DD-9EEA-4716-862C-E20AF7BA071D}" type="presParOf" srcId="{442C1489-6919-49A3-A8A1-428FAB184D0F}" destId="{48533E56-D0D5-4196-96FD-BC48DFA93FF1}" srcOrd="0" destOrd="0" presId="urn:microsoft.com/office/officeart/2024/3/layout/hArchList1"/>
    <dgm:cxn modelId="{A7571BE8-4F04-4CE3-A74F-450D314D122D}" type="presParOf" srcId="{442C1489-6919-49A3-A8A1-428FAB184D0F}" destId="{84156222-9B7B-4021-A225-EAA72CC6FCCA}" srcOrd="1" destOrd="0" presId="urn:microsoft.com/office/officeart/2024/3/layout/hArchList1"/>
    <dgm:cxn modelId="{F9D7044F-E793-4B69-A13E-73AA51892B1E}" type="presParOf" srcId="{49EA95D9-46C8-45D3-9CEE-1C0CCEEEEFB4}" destId="{56C30140-370D-4F78-A599-68A6EC1755AB}" srcOrd="3" destOrd="0" presId="urn:microsoft.com/office/officeart/2024/3/layout/hArchList1"/>
    <dgm:cxn modelId="{005A086C-9B91-41D8-80DF-6E3956A78535}" type="presParOf" srcId="{49EA95D9-46C8-45D3-9CEE-1C0CCEEEEFB4}" destId="{D30A5879-EAE8-4FC0-B778-3A12055DF0F7}" srcOrd="4" destOrd="0" presId="urn:microsoft.com/office/officeart/2024/3/layout/hArchList1"/>
    <dgm:cxn modelId="{505120D4-4AA7-415E-8E47-3C076329BD36}" type="presParOf" srcId="{D30A5879-EAE8-4FC0-B778-3A12055DF0F7}" destId="{953CD609-D06F-4C32-A9F3-9FB2E040CB39}" srcOrd="0" destOrd="0" presId="urn:microsoft.com/office/officeart/2024/3/layout/hArchList1"/>
    <dgm:cxn modelId="{223C10FD-17F6-42DD-805B-2B83708640B5}" type="presParOf" srcId="{D30A5879-EAE8-4FC0-B778-3A12055DF0F7}" destId="{425937C8-C955-4843-B241-ECBAEC615C6F}" srcOrd="1" destOrd="0" presId="urn:microsoft.com/office/officeart/2024/3/layout/hArchList1"/>
    <dgm:cxn modelId="{462799A0-C559-F446-A9CF-0F279DBDC52E}" type="presParOf" srcId="{49EA95D9-46C8-45D3-9CEE-1C0CCEEEEFB4}" destId="{5566B13E-FD7C-5241-B6B2-E33139C3B754}" srcOrd="5" destOrd="0" presId="urn:microsoft.com/office/officeart/2024/3/layout/hArchList1"/>
    <dgm:cxn modelId="{AC3087E6-80E8-6D44-BEED-B71A5E1124DF}" type="presParOf" srcId="{49EA95D9-46C8-45D3-9CEE-1C0CCEEEEFB4}" destId="{967E7391-C3E6-4B4C-9ACC-2C28E935AAC4}" srcOrd="6" destOrd="0" presId="urn:microsoft.com/office/officeart/2024/3/layout/hArchList1"/>
    <dgm:cxn modelId="{F64EFFCC-4AE1-0C42-94B1-B4183278173A}" type="presParOf" srcId="{967E7391-C3E6-4B4C-9ACC-2C28E935AAC4}" destId="{B8A0172C-4221-4449-9139-9B1D7023E7F7}" srcOrd="0" destOrd="0" presId="urn:microsoft.com/office/officeart/2024/3/layout/hArchList1"/>
    <dgm:cxn modelId="{6D5F7C05-4739-6945-BA17-B367566EEA05}" type="presParOf" srcId="{967E7391-C3E6-4B4C-9ACC-2C28E935AAC4}" destId="{A5E42196-92D4-B443-B20F-FB52B377EEF3}"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FEE95D4-73E1-4EA7-84C5-81FEDBA8BC23}"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77E851EF-63F7-4C45-9BD5-600849473F4A}">
      <dgm:prSet/>
      <dgm:spPr/>
      <dgm:t>
        <a:bodyPr/>
        <a:lstStyle/>
        <a:p>
          <a:pPr>
            <a:lnSpc>
              <a:spcPct val="100000"/>
            </a:lnSpc>
            <a:defRPr b="1"/>
          </a:pPr>
          <a:r>
            <a:rPr lang="pt-PT" noProof="0" dirty="0"/>
            <a:t>Produtor</a:t>
          </a:r>
        </a:p>
      </dgm:t>
    </dgm:pt>
    <dgm:pt modelId="{C6791033-CC13-4142-BA12-A833300ED41A}" type="parTrans" cxnId="{6F4E9641-4E46-47B7-8B0F-C04854DF55E1}">
      <dgm:prSet/>
      <dgm:spPr/>
      <dgm:t>
        <a:bodyPr/>
        <a:lstStyle/>
        <a:p>
          <a:endParaRPr lang="en-US"/>
        </a:p>
      </dgm:t>
    </dgm:pt>
    <dgm:pt modelId="{4930712E-D182-47E1-8644-25EE75C193B0}" type="sibTrans" cxnId="{6F4E9641-4E46-47B7-8B0F-C04854DF55E1}">
      <dgm:prSet/>
      <dgm:spPr/>
      <dgm:t>
        <a:bodyPr/>
        <a:lstStyle/>
        <a:p>
          <a:pPr>
            <a:lnSpc>
              <a:spcPct val="100000"/>
            </a:lnSpc>
            <a:defRPr b="1"/>
          </a:pPr>
          <a:endParaRPr lang="en-US"/>
        </a:p>
      </dgm:t>
    </dgm:pt>
    <dgm:pt modelId="{8628FD42-E7EB-498C-830B-E3D473608E2B}">
      <dgm:prSet custT="1"/>
      <dgm:spPr/>
      <dgm:t>
        <a:bodyPr/>
        <a:lstStyle/>
        <a:p>
          <a:pPr>
            <a:lnSpc>
              <a:spcPct val="100000"/>
            </a:lnSpc>
          </a:pPr>
          <a:r>
            <a:rPr lang="en-US" sz="1400" noProof="0" dirty="0"/>
            <a:t>Python 3.9+</a:t>
          </a:r>
        </a:p>
      </dgm:t>
    </dgm:pt>
    <dgm:pt modelId="{16C30956-07BB-4F07-9818-9A4B798C7AEC}" type="parTrans" cxnId="{89D0FDEE-D560-46A5-800B-C4F6D1CF4F5F}">
      <dgm:prSet/>
      <dgm:spPr/>
      <dgm:t>
        <a:bodyPr/>
        <a:lstStyle/>
        <a:p>
          <a:endParaRPr lang="en-US"/>
        </a:p>
      </dgm:t>
    </dgm:pt>
    <dgm:pt modelId="{862A31ED-EB12-4832-97CA-21A4B40ECB21}" type="sibTrans" cxnId="{89D0FDEE-D560-46A5-800B-C4F6D1CF4F5F}">
      <dgm:prSet/>
      <dgm:spPr/>
      <dgm:t>
        <a:bodyPr/>
        <a:lstStyle/>
        <a:p>
          <a:endParaRPr lang="en-US"/>
        </a:p>
      </dgm:t>
    </dgm:pt>
    <dgm:pt modelId="{E56CC084-530E-44A5-B41D-8BDF5CF13F1F}">
      <dgm:prSet/>
      <dgm:spPr/>
      <dgm:t>
        <a:bodyPr/>
        <a:lstStyle/>
        <a:p>
          <a:pPr>
            <a:lnSpc>
              <a:spcPct val="100000"/>
            </a:lnSpc>
            <a:defRPr b="1"/>
          </a:pPr>
          <a:r>
            <a:rPr lang="pt-PT" noProof="0" dirty="0"/>
            <a:t>Consumidor</a:t>
          </a:r>
        </a:p>
      </dgm:t>
    </dgm:pt>
    <dgm:pt modelId="{6490F1C7-966F-4778-AA16-CB97F2F0CAB2}" type="parTrans" cxnId="{52D4CC2A-18F2-4A1A-9537-661B520A280E}">
      <dgm:prSet/>
      <dgm:spPr/>
      <dgm:t>
        <a:bodyPr/>
        <a:lstStyle/>
        <a:p>
          <a:endParaRPr lang="en-US"/>
        </a:p>
      </dgm:t>
    </dgm:pt>
    <dgm:pt modelId="{C21C7A74-62EF-4E29-8DC8-AADDE1D4A462}" type="sibTrans" cxnId="{52D4CC2A-18F2-4A1A-9537-661B520A280E}">
      <dgm:prSet/>
      <dgm:spPr/>
      <dgm:t>
        <a:bodyPr/>
        <a:lstStyle/>
        <a:p>
          <a:pPr>
            <a:lnSpc>
              <a:spcPct val="100000"/>
            </a:lnSpc>
            <a:defRPr b="1"/>
          </a:pPr>
          <a:endParaRPr lang="en-US"/>
        </a:p>
      </dgm:t>
    </dgm:pt>
    <dgm:pt modelId="{50834177-69D7-4D24-A90F-1AE0CF60443E}">
      <dgm:prSet custT="1"/>
      <dgm:spPr/>
      <dgm:t>
        <a:bodyPr/>
        <a:lstStyle/>
        <a:p>
          <a:pPr>
            <a:lnSpc>
              <a:spcPct val="100000"/>
            </a:lnSpc>
          </a:pPr>
          <a:r>
            <a:rPr lang="en-US" sz="1400" noProof="0" dirty="0"/>
            <a:t>Python 3.9+</a:t>
          </a:r>
          <a:endParaRPr lang="pt-PT" sz="1400" noProof="0" dirty="0"/>
        </a:p>
      </dgm:t>
    </dgm:pt>
    <dgm:pt modelId="{4F1595EB-1803-46EB-A923-BAAE498B4A82}" type="parTrans" cxnId="{7BDF9E0A-2780-4FF6-9593-B1C2A28CBEFE}">
      <dgm:prSet/>
      <dgm:spPr/>
      <dgm:t>
        <a:bodyPr/>
        <a:lstStyle/>
        <a:p>
          <a:endParaRPr lang="en-US"/>
        </a:p>
      </dgm:t>
    </dgm:pt>
    <dgm:pt modelId="{C48DB958-A9BA-4D2F-A5E5-B5E86AA1DE2C}" type="sibTrans" cxnId="{7BDF9E0A-2780-4FF6-9593-B1C2A28CBEFE}">
      <dgm:prSet/>
      <dgm:spPr/>
      <dgm:t>
        <a:bodyPr/>
        <a:lstStyle/>
        <a:p>
          <a:endParaRPr lang="en-US"/>
        </a:p>
      </dgm:t>
    </dgm:pt>
    <dgm:pt modelId="{6CCEB5B7-D800-4174-BA4F-4AA76AB07A27}">
      <dgm:prSet/>
      <dgm:spPr/>
      <dgm:t>
        <a:bodyPr/>
        <a:lstStyle/>
        <a:p>
          <a:pPr>
            <a:lnSpc>
              <a:spcPct val="100000"/>
            </a:lnSpc>
            <a:defRPr b="1"/>
          </a:pPr>
          <a:r>
            <a:rPr lang="pt-PT" noProof="0" dirty="0" err="1"/>
            <a:t>Frontend</a:t>
          </a:r>
          <a:endParaRPr lang="pt-PT" noProof="0" dirty="0"/>
        </a:p>
      </dgm:t>
    </dgm:pt>
    <dgm:pt modelId="{38E8F98C-215E-480F-ABC1-09477FCCFB88}" type="parTrans" cxnId="{4E33A26E-B155-43B1-A90F-10395C99BDEC}">
      <dgm:prSet/>
      <dgm:spPr/>
      <dgm:t>
        <a:bodyPr/>
        <a:lstStyle/>
        <a:p>
          <a:endParaRPr lang="en-US"/>
        </a:p>
      </dgm:t>
    </dgm:pt>
    <dgm:pt modelId="{FA517E4E-14F0-49F7-8040-3878D6E6F5E7}" type="sibTrans" cxnId="{4E33A26E-B155-43B1-A90F-10395C99BDEC}">
      <dgm:prSet/>
      <dgm:spPr/>
      <dgm:t>
        <a:bodyPr/>
        <a:lstStyle/>
        <a:p>
          <a:pPr>
            <a:lnSpc>
              <a:spcPct val="100000"/>
            </a:lnSpc>
            <a:defRPr b="1"/>
          </a:pPr>
          <a:endParaRPr lang="en-US"/>
        </a:p>
      </dgm:t>
    </dgm:pt>
    <dgm:pt modelId="{7C30BF46-7FEC-4F09-BBF8-91D8F4B094C0}">
      <dgm:prSet/>
      <dgm:spPr/>
      <dgm:t>
        <a:bodyPr/>
        <a:lstStyle/>
        <a:p>
          <a:pPr>
            <a:lnSpc>
              <a:spcPct val="100000"/>
            </a:lnSpc>
          </a:pPr>
          <a:r>
            <a:rPr lang="en-US" sz="1400" noProof="0" dirty="0"/>
            <a:t>HTML5, CSS3, JavaScript (vanilla)</a:t>
          </a:r>
          <a:endParaRPr lang="pt-PT" sz="1400" noProof="0" dirty="0"/>
        </a:p>
      </dgm:t>
    </dgm:pt>
    <dgm:pt modelId="{011C933A-284C-4631-9C78-E08F9C7304D5}" type="parTrans" cxnId="{F9C8CB35-2CB9-4B1C-B1D2-4BACA113EB77}">
      <dgm:prSet/>
      <dgm:spPr/>
      <dgm:t>
        <a:bodyPr/>
        <a:lstStyle/>
        <a:p>
          <a:endParaRPr lang="en-US"/>
        </a:p>
      </dgm:t>
    </dgm:pt>
    <dgm:pt modelId="{007C0B55-1FBF-49DC-849A-6C5E9773F46D}" type="sibTrans" cxnId="{F9C8CB35-2CB9-4B1C-B1D2-4BACA113EB77}">
      <dgm:prSet/>
      <dgm:spPr/>
      <dgm:t>
        <a:bodyPr/>
        <a:lstStyle/>
        <a:p>
          <a:endParaRPr lang="en-US"/>
        </a:p>
      </dgm:t>
    </dgm:pt>
    <dgm:pt modelId="{A6D1E1F0-0ED5-4142-BEF8-CF1552163E35}">
      <dgm:prSet custT="1"/>
      <dgm:spPr/>
      <dgm:t>
        <a:bodyPr/>
        <a:lstStyle/>
        <a:p>
          <a:pPr>
            <a:lnSpc>
              <a:spcPct val="100000"/>
            </a:lnSpc>
          </a:pPr>
          <a:r>
            <a:rPr lang="en-US" sz="1400" noProof="0" dirty="0"/>
            <a:t>Framework: FastAPI (async + </a:t>
          </a:r>
          <a:r>
            <a:rPr lang="en-US" sz="1400" noProof="0" dirty="0" err="1"/>
            <a:t>WebSockets</a:t>
          </a:r>
          <a:r>
            <a:rPr lang="en-US" sz="1400" noProof="0" dirty="0"/>
            <a:t>)</a:t>
          </a:r>
        </a:p>
      </dgm:t>
    </dgm:pt>
    <dgm:pt modelId="{5D150D2E-2AC4-A945-B9F6-1B2E24967CA3}" type="parTrans" cxnId="{D393BD6F-C4E7-4341-A090-39A182C394F6}">
      <dgm:prSet/>
      <dgm:spPr/>
      <dgm:t>
        <a:bodyPr/>
        <a:lstStyle/>
        <a:p>
          <a:endParaRPr lang="en-US"/>
        </a:p>
      </dgm:t>
    </dgm:pt>
    <dgm:pt modelId="{793FE4DE-97ED-8E47-9ABB-A00707E7F9DD}" type="sibTrans" cxnId="{D393BD6F-C4E7-4341-A090-39A182C394F6}">
      <dgm:prSet/>
      <dgm:spPr/>
      <dgm:t>
        <a:bodyPr/>
        <a:lstStyle/>
        <a:p>
          <a:endParaRPr lang="en-US"/>
        </a:p>
      </dgm:t>
    </dgm:pt>
    <dgm:pt modelId="{9A686A36-A787-2542-8717-06283F8A074C}">
      <dgm:prSet custT="1"/>
      <dgm:spPr/>
      <dgm:t>
        <a:bodyPr/>
        <a:lstStyle/>
        <a:p>
          <a:r>
            <a:rPr lang="en-US" sz="1200" noProof="0" dirty="0" err="1"/>
            <a:t>Leaflet.js</a:t>
          </a:r>
          <a:r>
            <a:rPr lang="en-US" sz="1200" noProof="0" dirty="0"/>
            <a:t>: Visualização de mapas interativos</a:t>
          </a:r>
        </a:p>
      </dgm:t>
    </dgm:pt>
    <dgm:pt modelId="{9F583E58-B408-254F-8578-0D5378D8F621}" type="parTrans" cxnId="{D3F02197-3A45-0A46-8472-7D626F878799}">
      <dgm:prSet/>
      <dgm:spPr/>
      <dgm:t>
        <a:bodyPr/>
        <a:lstStyle/>
        <a:p>
          <a:endParaRPr lang="en-US"/>
        </a:p>
      </dgm:t>
    </dgm:pt>
    <dgm:pt modelId="{F112D77D-DC17-F744-852A-9CBE79CA5EB6}" type="sibTrans" cxnId="{D3F02197-3A45-0A46-8472-7D626F878799}">
      <dgm:prSet/>
      <dgm:spPr/>
      <dgm:t>
        <a:bodyPr/>
        <a:lstStyle/>
        <a:p>
          <a:endParaRPr lang="en-US"/>
        </a:p>
      </dgm:t>
    </dgm:pt>
    <dgm:pt modelId="{FBBA8056-3B3B-9848-B7DA-29E9FCB2BACF}">
      <dgm:prSet custT="1"/>
      <dgm:spPr/>
      <dgm:t>
        <a:bodyPr/>
        <a:lstStyle/>
        <a:p>
          <a:r>
            <a:rPr lang="en-US" sz="1200" noProof="0" dirty="0"/>
            <a:t>OpenStreetMap: Tiles de </a:t>
          </a:r>
          <a:r>
            <a:rPr lang="en-US" sz="1200" noProof="0" dirty="0" err="1"/>
            <a:t>mapa</a:t>
          </a:r>
          <a:endParaRPr lang="en-US" sz="1200" noProof="0" dirty="0"/>
        </a:p>
      </dgm:t>
    </dgm:pt>
    <dgm:pt modelId="{B0CEA6CF-0C58-DF41-AB2B-EA97FBB8D92A}" type="parTrans" cxnId="{D6BBFBF4-5F97-9943-B7AE-90ADF0460271}">
      <dgm:prSet/>
      <dgm:spPr/>
      <dgm:t>
        <a:bodyPr/>
        <a:lstStyle/>
        <a:p>
          <a:endParaRPr lang="en-US"/>
        </a:p>
      </dgm:t>
    </dgm:pt>
    <dgm:pt modelId="{DD47CFD6-780B-654B-864C-8E97F0D2FE57}" type="sibTrans" cxnId="{D6BBFBF4-5F97-9943-B7AE-90ADF0460271}">
      <dgm:prSet/>
      <dgm:spPr/>
      <dgm:t>
        <a:bodyPr/>
        <a:lstStyle/>
        <a:p>
          <a:endParaRPr lang="en-US"/>
        </a:p>
      </dgm:t>
    </dgm:pt>
    <dgm:pt modelId="{D08C26AB-FCBD-9147-8E12-DB8F7D325D59}">
      <dgm:prSet custT="1"/>
      <dgm:spPr/>
      <dgm:t>
        <a:bodyPr/>
        <a:lstStyle/>
        <a:p>
          <a:pPr>
            <a:lnSpc>
              <a:spcPct val="100000"/>
            </a:lnSpc>
          </a:pPr>
          <a:r>
            <a:rPr lang="en-US" sz="1400" noProof="0" dirty="0" err="1"/>
            <a:t>Bibliotecas</a:t>
          </a:r>
          <a:r>
            <a:rPr lang="en-US" sz="1400" noProof="0" dirty="0"/>
            <a:t> </a:t>
          </a:r>
          <a:r>
            <a:rPr lang="en-US" sz="1400" noProof="0" dirty="0" err="1"/>
            <a:t>principais</a:t>
          </a:r>
          <a:r>
            <a:rPr lang="en-US" sz="1400" noProof="0" dirty="0"/>
            <a:t>: pika (RabbitMQ), </a:t>
          </a:r>
          <a:r>
            <a:rPr lang="en-US" sz="1400" noProof="0" dirty="0" err="1"/>
            <a:t>gpxpy</a:t>
          </a:r>
          <a:r>
            <a:rPr lang="en-US" sz="1400" noProof="0" dirty="0"/>
            <a:t>, threading/time, random</a:t>
          </a:r>
          <a:endParaRPr lang="pt-PT" sz="1400" noProof="0" dirty="0"/>
        </a:p>
      </dgm:t>
    </dgm:pt>
    <dgm:pt modelId="{AC54979D-A431-7945-BBCA-7112ABD09597}" type="parTrans" cxnId="{7BEDFC02-BD60-CC43-BCF0-0E8605D24EEC}">
      <dgm:prSet/>
      <dgm:spPr/>
      <dgm:t>
        <a:bodyPr/>
        <a:lstStyle/>
        <a:p>
          <a:endParaRPr lang="en-US"/>
        </a:p>
      </dgm:t>
    </dgm:pt>
    <dgm:pt modelId="{B9D78258-E341-8A47-95E2-A4D0665F083B}" type="sibTrans" cxnId="{7BEDFC02-BD60-CC43-BCF0-0E8605D24EEC}">
      <dgm:prSet/>
      <dgm:spPr/>
      <dgm:t>
        <a:bodyPr/>
        <a:lstStyle/>
        <a:p>
          <a:endParaRPr lang="en-US"/>
        </a:p>
      </dgm:t>
    </dgm:pt>
    <dgm:pt modelId="{A5B0795C-2CB7-F743-9D60-750040937F88}">
      <dgm:prSet custT="1"/>
      <dgm:spPr/>
      <dgm:t>
        <a:bodyPr/>
        <a:lstStyle/>
        <a:p>
          <a:pPr>
            <a:lnSpc>
              <a:spcPct val="100000"/>
            </a:lnSpc>
          </a:pPr>
          <a:r>
            <a:rPr lang="en-US" sz="1400" noProof="0" dirty="0" err="1"/>
            <a:t>Bibliotecas</a:t>
          </a:r>
          <a:r>
            <a:rPr lang="en-US" sz="1400" noProof="0" dirty="0"/>
            <a:t> </a:t>
          </a:r>
          <a:r>
            <a:rPr lang="en-US" sz="1400" noProof="0" dirty="0" err="1"/>
            <a:t>principais</a:t>
          </a:r>
          <a:r>
            <a:rPr lang="en-US" sz="1400" noProof="0" dirty="0"/>
            <a:t>:</a:t>
          </a:r>
        </a:p>
      </dgm:t>
    </dgm:pt>
    <dgm:pt modelId="{4821597D-CE26-D542-8E74-6DFA4505FC4B}" type="sibTrans" cxnId="{4F8D4341-6ED4-9040-BE26-9A0F2B442F6B}">
      <dgm:prSet/>
      <dgm:spPr/>
      <dgm:t>
        <a:bodyPr/>
        <a:lstStyle/>
        <a:p>
          <a:endParaRPr lang="en-US"/>
        </a:p>
      </dgm:t>
    </dgm:pt>
    <dgm:pt modelId="{5AFB329D-96FF-8C47-BD49-4EAE201D4945}" type="parTrans" cxnId="{4F8D4341-6ED4-9040-BE26-9A0F2B442F6B}">
      <dgm:prSet/>
      <dgm:spPr/>
      <dgm:t>
        <a:bodyPr/>
        <a:lstStyle/>
        <a:p>
          <a:endParaRPr lang="en-US"/>
        </a:p>
      </dgm:t>
    </dgm:pt>
    <dgm:pt modelId="{2FF0B7F6-D698-9549-8A1A-8DEB8075B89E}">
      <dgm:prSet/>
      <dgm:spPr/>
      <dgm:t>
        <a:bodyPr/>
        <a:lstStyle/>
        <a:p>
          <a:pPr>
            <a:lnSpc>
              <a:spcPct val="100000"/>
            </a:lnSpc>
          </a:pPr>
          <a:r>
            <a:rPr lang="en-US" sz="1400" noProof="0" dirty="0" err="1"/>
            <a:t>Bibliotecas</a:t>
          </a:r>
          <a:r>
            <a:rPr lang="en-US" sz="1400" noProof="0" dirty="0"/>
            <a:t>:</a:t>
          </a:r>
        </a:p>
      </dgm:t>
    </dgm:pt>
    <dgm:pt modelId="{33710DBC-F0AA-5348-9573-EBEC806F84C7}" type="sibTrans" cxnId="{B39F6C3E-620B-6D48-8F61-B4246149928D}">
      <dgm:prSet/>
      <dgm:spPr/>
      <dgm:t>
        <a:bodyPr/>
        <a:lstStyle/>
        <a:p>
          <a:endParaRPr lang="en-US"/>
        </a:p>
      </dgm:t>
    </dgm:pt>
    <dgm:pt modelId="{602CD9DC-1B17-1C4F-B6AE-CF7006EB23CC}" type="parTrans" cxnId="{B39F6C3E-620B-6D48-8F61-B4246149928D}">
      <dgm:prSet/>
      <dgm:spPr/>
      <dgm:t>
        <a:bodyPr/>
        <a:lstStyle/>
        <a:p>
          <a:endParaRPr lang="en-US"/>
        </a:p>
      </dgm:t>
    </dgm:pt>
    <dgm:pt modelId="{12824020-93E1-F94C-8409-339A218D4A11}">
      <dgm:prSet custT="1"/>
      <dgm:spPr/>
      <dgm:t>
        <a:bodyPr/>
        <a:lstStyle/>
        <a:p>
          <a:r>
            <a:rPr lang="en-US" sz="1200" noProof="0" dirty="0" err="1"/>
            <a:t>aiohttp</a:t>
          </a:r>
          <a:r>
            <a:rPr lang="en-US" sz="1200" noProof="0" dirty="0"/>
            <a:t> (</a:t>
          </a:r>
          <a:r>
            <a:rPr lang="en-US" sz="1200" noProof="0" dirty="0" err="1"/>
            <a:t>descoberta</a:t>
          </a:r>
          <a:r>
            <a:rPr lang="en-US" sz="1200" noProof="0" dirty="0"/>
            <a:t> de exchanges);</a:t>
          </a:r>
        </a:p>
      </dgm:t>
    </dgm:pt>
    <dgm:pt modelId="{E96DFFB6-F0CE-A54E-971D-4268AE7EDAA5}" type="parTrans" cxnId="{6361DDD1-2851-0C42-B37C-FB1AF465093E}">
      <dgm:prSet/>
      <dgm:spPr/>
      <dgm:t>
        <a:bodyPr/>
        <a:lstStyle/>
        <a:p>
          <a:endParaRPr lang="en-US"/>
        </a:p>
      </dgm:t>
    </dgm:pt>
    <dgm:pt modelId="{8A1E798F-D31A-D44F-9D4F-A7FA3507F10E}" type="sibTrans" cxnId="{6361DDD1-2851-0C42-B37C-FB1AF465093E}">
      <dgm:prSet/>
      <dgm:spPr/>
      <dgm:t>
        <a:bodyPr/>
        <a:lstStyle/>
        <a:p>
          <a:endParaRPr lang="en-US"/>
        </a:p>
      </dgm:t>
    </dgm:pt>
    <dgm:pt modelId="{C9B9D4CF-CF81-CD43-BB24-C7F0F6925482}">
      <dgm:prSet custT="1"/>
      <dgm:spPr/>
      <dgm:t>
        <a:bodyPr/>
        <a:lstStyle/>
        <a:p>
          <a:r>
            <a:rPr lang="en-US" sz="1200" noProof="0" dirty="0" err="1"/>
            <a:t>aio_pika</a:t>
          </a:r>
          <a:r>
            <a:rPr lang="en-US" sz="1200" noProof="0" dirty="0"/>
            <a:t> (RabbitMQ </a:t>
          </a:r>
          <a:r>
            <a:rPr lang="en-US" sz="1200" noProof="0" dirty="0" err="1"/>
            <a:t>assíncrono</a:t>
          </a:r>
          <a:r>
            <a:rPr lang="en-US" sz="1200" noProof="0" dirty="0"/>
            <a:t>);</a:t>
          </a:r>
        </a:p>
      </dgm:t>
    </dgm:pt>
    <dgm:pt modelId="{5A42B00B-BC17-1348-9B1A-18E4A1E9E9D6}" type="sibTrans" cxnId="{B3A756AD-F705-F344-931A-6A6694387477}">
      <dgm:prSet/>
      <dgm:spPr/>
      <dgm:t>
        <a:bodyPr/>
        <a:lstStyle/>
        <a:p>
          <a:endParaRPr lang="en-US"/>
        </a:p>
      </dgm:t>
    </dgm:pt>
    <dgm:pt modelId="{B5CAA8F3-4FDB-A045-BF90-2195B9DB649F}" type="parTrans" cxnId="{B3A756AD-F705-F344-931A-6A6694387477}">
      <dgm:prSet/>
      <dgm:spPr/>
      <dgm:t>
        <a:bodyPr/>
        <a:lstStyle/>
        <a:p>
          <a:endParaRPr lang="en-US"/>
        </a:p>
      </dgm:t>
    </dgm:pt>
    <dgm:pt modelId="{327C9550-55CD-1E44-8D23-CA200472C7FE}">
      <dgm:prSet custT="1"/>
      <dgm:spPr/>
      <dgm:t>
        <a:bodyPr/>
        <a:lstStyle/>
        <a:p>
          <a:r>
            <a:rPr lang="en-US" sz="1200" noProof="0" dirty="0" err="1"/>
            <a:t>prometheus_fastapi_instrumentator</a:t>
          </a:r>
          <a:endParaRPr lang="en-US" sz="1200" noProof="0" dirty="0"/>
        </a:p>
      </dgm:t>
    </dgm:pt>
    <dgm:pt modelId="{EA3F464E-7A89-FC47-BF58-81CDB3E5105D}" type="parTrans" cxnId="{25F44F12-D218-584E-B5CC-46BEC836D8F5}">
      <dgm:prSet/>
      <dgm:spPr/>
      <dgm:t>
        <a:bodyPr/>
        <a:lstStyle/>
        <a:p>
          <a:endParaRPr lang="en-US"/>
        </a:p>
      </dgm:t>
    </dgm:pt>
    <dgm:pt modelId="{F40F59EB-A88E-6443-8759-6D31A1990B0E}" type="sibTrans" cxnId="{25F44F12-D218-584E-B5CC-46BEC836D8F5}">
      <dgm:prSet/>
      <dgm:spPr/>
      <dgm:t>
        <a:bodyPr/>
        <a:lstStyle/>
        <a:p>
          <a:endParaRPr lang="en-US"/>
        </a:p>
      </dgm:t>
    </dgm:pt>
    <dgm:pt modelId="{0A84B33D-8E4A-A44C-8F70-E7374492E688}">
      <dgm:prSet custT="1"/>
      <dgm:spPr/>
      <dgm:t>
        <a:bodyPr/>
        <a:lstStyle/>
        <a:p>
          <a:r>
            <a:rPr lang="en-US" sz="1200" noProof="0" dirty="0" err="1"/>
            <a:t>prometheus_client</a:t>
          </a:r>
          <a:r>
            <a:rPr lang="en-US" sz="1200" noProof="0" dirty="0"/>
            <a:t> (</a:t>
          </a:r>
          <a:r>
            <a:rPr lang="en-US" sz="1200" noProof="0" dirty="0" err="1"/>
            <a:t>métricas</a:t>
          </a:r>
          <a:r>
            <a:rPr lang="en-US" sz="1200" noProof="0" dirty="0"/>
            <a:t>)</a:t>
          </a:r>
        </a:p>
      </dgm:t>
    </dgm:pt>
    <dgm:pt modelId="{3CEB18A6-F9E1-E045-8BCF-DD651EB37D03}" type="parTrans" cxnId="{D4083B21-157C-5F4A-9BAB-4712F44B2DC6}">
      <dgm:prSet/>
      <dgm:spPr/>
      <dgm:t>
        <a:bodyPr/>
        <a:lstStyle/>
        <a:p>
          <a:endParaRPr lang="en-US"/>
        </a:p>
      </dgm:t>
    </dgm:pt>
    <dgm:pt modelId="{E924F4A9-FC2D-584E-B432-116DD68B5320}" type="sibTrans" cxnId="{D4083B21-157C-5F4A-9BAB-4712F44B2DC6}">
      <dgm:prSet/>
      <dgm:spPr/>
      <dgm:t>
        <a:bodyPr/>
        <a:lstStyle/>
        <a:p>
          <a:endParaRPr lang="en-US"/>
        </a:p>
      </dgm:t>
    </dgm:pt>
    <dgm:pt modelId="{698FA86B-6530-48B8-8505-1C249CA7A17D}" type="pres">
      <dgm:prSet presAssocID="{BFEE95D4-73E1-4EA7-84C5-81FEDBA8BC23}" presName="Name0" presStyleCnt="0">
        <dgm:presLayoutVars>
          <dgm:dir/>
          <dgm:resizeHandles val="exact"/>
        </dgm:presLayoutVars>
      </dgm:prSet>
      <dgm:spPr/>
    </dgm:pt>
    <dgm:pt modelId="{8D9528C3-4864-47CC-A999-0BE5F02EB043}" type="pres">
      <dgm:prSet presAssocID="{77E851EF-63F7-4C45-9BD5-600849473F4A}" presName="compNode" presStyleCnt="0"/>
      <dgm:spPr/>
    </dgm:pt>
    <dgm:pt modelId="{20CA2CBE-E808-4F58-9798-1899E38D36F6}" type="pres">
      <dgm:prSet presAssocID="{77E851EF-63F7-4C45-9BD5-600849473F4A}" presName="pictRect" presStyleLbl="revTx" presStyleIdx="0" presStyleCnt="6">
        <dgm:presLayoutVars>
          <dgm:chMax val="0"/>
          <dgm:bulletEnabled/>
        </dgm:presLayoutVars>
      </dgm:prSet>
      <dgm:spPr/>
    </dgm:pt>
    <dgm:pt modelId="{920BEEE7-D326-4ED3-8C9D-01E9A2FF12F2}" type="pres">
      <dgm:prSet presAssocID="{77E851EF-63F7-4C45-9BD5-600849473F4A}" presName="textRect" presStyleLbl="revTx" presStyleIdx="1" presStyleCnt="6">
        <dgm:presLayoutVars>
          <dgm:bulletEnabled/>
        </dgm:presLayoutVars>
      </dgm:prSet>
      <dgm:spPr/>
    </dgm:pt>
    <dgm:pt modelId="{6B056E62-10DC-421D-8F68-0BC76646191F}" type="pres">
      <dgm:prSet presAssocID="{4930712E-D182-47E1-8644-25EE75C193B0}" presName="sibTrans" presStyleLbl="sibTrans2D1" presStyleIdx="0" presStyleCnt="0"/>
      <dgm:spPr/>
    </dgm:pt>
    <dgm:pt modelId="{8EB10FEC-F2C9-4B3F-B740-97C33202579F}" type="pres">
      <dgm:prSet presAssocID="{E56CC084-530E-44A5-B41D-8BDF5CF13F1F}" presName="compNode" presStyleCnt="0"/>
      <dgm:spPr/>
    </dgm:pt>
    <dgm:pt modelId="{5C84E263-878A-4945-85DF-080B6AFA6278}" type="pres">
      <dgm:prSet presAssocID="{E56CC084-530E-44A5-B41D-8BDF5CF13F1F}" presName="pictRect" presStyleLbl="revTx" presStyleIdx="2" presStyleCnt="6">
        <dgm:presLayoutVars>
          <dgm:chMax val="0"/>
          <dgm:bulletEnabled/>
        </dgm:presLayoutVars>
      </dgm:prSet>
      <dgm:spPr/>
    </dgm:pt>
    <dgm:pt modelId="{A22BDF32-C6FB-4E4E-8046-2D44076141DA}" type="pres">
      <dgm:prSet presAssocID="{E56CC084-530E-44A5-B41D-8BDF5CF13F1F}" presName="textRect" presStyleLbl="revTx" presStyleIdx="3" presStyleCnt="6">
        <dgm:presLayoutVars>
          <dgm:bulletEnabled/>
        </dgm:presLayoutVars>
      </dgm:prSet>
      <dgm:spPr/>
    </dgm:pt>
    <dgm:pt modelId="{82E61B20-8758-4665-8569-BFD5270FAFF7}" type="pres">
      <dgm:prSet presAssocID="{C21C7A74-62EF-4E29-8DC8-AADDE1D4A462}" presName="sibTrans" presStyleLbl="sibTrans2D1" presStyleIdx="0" presStyleCnt="0"/>
      <dgm:spPr/>
    </dgm:pt>
    <dgm:pt modelId="{4A513DA6-8923-4A60-A06F-604EAC3C3577}" type="pres">
      <dgm:prSet presAssocID="{6CCEB5B7-D800-4174-BA4F-4AA76AB07A27}" presName="compNode" presStyleCnt="0"/>
      <dgm:spPr/>
    </dgm:pt>
    <dgm:pt modelId="{102B6BBA-B604-4A97-95C5-00FB60A6446D}" type="pres">
      <dgm:prSet presAssocID="{6CCEB5B7-D800-4174-BA4F-4AA76AB07A27}" presName="pictRect" presStyleLbl="revTx" presStyleIdx="4" presStyleCnt="6">
        <dgm:presLayoutVars>
          <dgm:chMax val="0"/>
          <dgm:bulletEnabled/>
        </dgm:presLayoutVars>
      </dgm:prSet>
      <dgm:spPr/>
    </dgm:pt>
    <dgm:pt modelId="{813A2246-B13B-4603-85EE-69F76AD51310}" type="pres">
      <dgm:prSet presAssocID="{6CCEB5B7-D800-4174-BA4F-4AA76AB07A27}" presName="textRect" presStyleLbl="revTx" presStyleIdx="5" presStyleCnt="6">
        <dgm:presLayoutVars>
          <dgm:bulletEnabled/>
        </dgm:presLayoutVars>
      </dgm:prSet>
      <dgm:spPr/>
    </dgm:pt>
  </dgm:ptLst>
  <dgm:cxnLst>
    <dgm:cxn modelId="{6675D902-6702-4055-A97F-6101D99380CD}" type="presOf" srcId="{E56CC084-530E-44A5-B41D-8BDF5CF13F1F}" destId="{5C84E263-878A-4945-85DF-080B6AFA6278}" srcOrd="0" destOrd="0" presId="urn:microsoft.com/office/officeart/2024/3/layout/hArchList1"/>
    <dgm:cxn modelId="{7BEDFC02-BD60-CC43-BCF0-0E8605D24EEC}" srcId="{77E851EF-63F7-4C45-9BD5-600849473F4A}" destId="{D08C26AB-FCBD-9147-8E12-DB8F7D325D59}" srcOrd="1" destOrd="0" parTransId="{AC54979D-A431-7945-BBCA-7112ABD09597}" sibTransId="{B9D78258-E341-8A47-95E2-A4D0665F083B}"/>
    <dgm:cxn modelId="{7BDF9E0A-2780-4FF6-9593-B1C2A28CBEFE}" srcId="{E56CC084-530E-44A5-B41D-8BDF5CF13F1F}" destId="{50834177-69D7-4D24-A90F-1AE0CF60443E}" srcOrd="0" destOrd="0" parTransId="{4F1595EB-1803-46EB-A923-BAAE498B4A82}" sibTransId="{C48DB958-A9BA-4D2F-A5E5-B5E86AA1DE2C}"/>
    <dgm:cxn modelId="{25F44F12-D218-584E-B5CC-46BEC836D8F5}" srcId="{A5B0795C-2CB7-F743-9D60-750040937F88}" destId="{327C9550-55CD-1E44-8D23-CA200472C7FE}" srcOrd="2" destOrd="0" parTransId="{EA3F464E-7A89-FC47-BF58-81CDB3E5105D}" sibTransId="{F40F59EB-A88E-6443-8759-6D31A1990B0E}"/>
    <dgm:cxn modelId="{D110E41D-87F4-4D48-BF16-8D235CAEAE2A}" type="presOf" srcId="{9A686A36-A787-2542-8717-06283F8A074C}" destId="{813A2246-B13B-4603-85EE-69F76AD51310}" srcOrd="0" destOrd="2" presId="urn:microsoft.com/office/officeart/2024/3/layout/hArchList1"/>
    <dgm:cxn modelId="{4EC7501F-5F60-5F4B-93CD-A753E0A470F2}" type="presOf" srcId="{A6D1E1F0-0ED5-4142-BEF8-CF1552163E35}" destId="{A22BDF32-C6FB-4E4E-8046-2D44076141DA}" srcOrd="0" destOrd="1" presId="urn:microsoft.com/office/officeart/2024/3/layout/hArchList1"/>
    <dgm:cxn modelId="{D4083B21-157C-5F4A-9BAB-4712F44B2DC6}" srcId="{A5B0795C-2CB7-F743-9D60-750040937F88}" destId="{0A84B33D-8E4A-A44C-8F70-E7374492E688}" srcOrd="3" destOrd="0" parTransId="{3CEB18A6-F9E1-E045-8BCF-DD651EB37D03}" sibTransId="{E924F4A9-FC2D-584E-B432-116DD68B5320}"/>
    <dgm:cxn modelId="{52D4CC2A-18F2-4A1A-9537-661B520A280E}" srcId="{BFEE95D4-73E1-4EA7-84C5-81FEDBA8BC23}" destId="{E56CC084-530E-44A5-B41D-8BDF5CF13F1F}" srcOrd="1" destOrd="0" parTransId="{6490F1C7-966F-4778-AA16-CB97F2F0CAB2}" sibTransId="{C21C7A74-62EF-4E29-8DC8-AADDE1D4A462}"/>
    <dgm:cxn modelId="{7211F12B-E8B2-F045-A88C-D3282D076300}" type="presOf" srcId="{C9B9D4CF-CF81-CD43-BB24-C7F0F6925482}" destId="{A22BDF32-C6FB-4E4E-8046-2D44076141DA}" srcOrd="0" destOrd="3" presId="urn:microsoft.com/office/officeart/2024/3/layout/hArchList1"/>
    <dgm:cxn modelId="{F9C8CB35-2CB9-4B1C-B1D2-4BACA113EB77}" srcId="{6CCEB5B7-D800-4174-BA4F-4AA76AB07A27}" destId="{7C30BF46-7FEC-4F09-BBF8-91D8F4B094C0}" srcOrd="0" destOrd="0" parTransId="{011C933A-284C-4631-9C78-E08F9C7304D5}" sibTransId="{007C0B55-1FBF-49DC-849A-6C5E9773F46D}"/>
    <dgm:cxn modelId="{B39F6C3E-620B-6D48-8F61-B4246149928D}" srcId="{6CCEB5B7-D800-4174-BA4F-4AA76AB07A27}" destId="{2FF0B7F6-D698-9549-8A1A-8DEB8075B89E}" srcOrd="1" destOrd="0" parTransId="{602CD9DC-1B17-1C4F-B6AE-CF7006EB23CC}" sibTransId="{33710DBC-F0AA-5348-9573-EBEC806F84C7}"/>
    <dgm:cxn modelId="{4F8D4341-6ED4-9040-BE26-9A0F2B442F6B}" srcId="{E56CC084-530E-44A5-B41D-8BDF5CF13F1F}" destId="{A5B0795C-2CB7-F743-9D60-750040937F88}" srcOrd="2" destOrd="0" parTransId="{5AFB329D-96FF-8C47-BD49-4EAE201D4945}" sibTransId="{4821597D-CE26-D542-8E74-6DFA4505FC4B}"/>
    <dgm:cxn modelId="{6F4E9641-4E46-47B7-8B0F-C04854DF55E1}" srcId="{BFEE95D4-73E1-4EA7-84C5-81FEDBA8BC23}" destId="{77E851EF-63F7-4C45-9BD5-600849473F4A}" srcOrd="0" destOrd="0" parTransId="{C6791033-CC13-4142-BA12-A833300ED41A}" sibTransId="{4930712E-D182-47E1-8644-25EE75C193B0}"/>
    <dgm:cxn modelId="{A2A18756-B87B-4C1C-8A45-FE8CB799F334}" type="presOf" srcId="{BFEE95D4-73E1-4EA7-84C5-81FEDBA8BC23}" destId="{698FA86B-6530-48B8-8505-1C249CA7A17D}" srcOrd="0" destOrd="0" presId="urn:microsoft.com/office/officeart/2024/3/layout/hArchList1"/>
    <dgm:cxn modelId="{EDC8CE5A-7939-4538-8429-8EB6EA7BBCF8}" type="presOf" srcId="{6CCEB5B7-D800-4174-BA4F-4AA76AB07A27}" destId="{102B6BBA-B604-4A97-95C5-00FB60A6446D}" srcOrd="0" destOrd="0" presId="urn:microsoft.com/office/officeart/2024/3/layout/hArchList1"/>
    <dgm:cxn modelId="{62D5CC68-423C-EA4B-ADE8-ABBDF0909BFA}" type="presOf" srcId="{0A84B33D-8E4A-A44C-8F70-E7374492E688}" destId="{A22BDF32-C6FB-4E4E-8046-2D44076141DA}" srcOrd="0" destOrd="6" presId="urn:microsoft.com/office/officeart/2024/3/layout/hArchList1"/>
    <dgm:cxn modelId="{6F81A76C-3A1F-344A-8331-9A460F74F676}" type="presOf" srcId="{A5B0795C-2CB7-F743-9D60-750040937F88}" destId="{A22BDF32-C6FB-4E4E-8046-2D44076141DA}" srcOrd="0" destOrd="2" presId="urn:microsoft.com/office/officeart/2024/3/layout/hArchList1"/>
    <dgm:cxn modelId="{4E33A26E-B155-43B1-A90F-10395C99BDEC}" srcId="{BFEE95D4-73E1-4EA7-84C5-81FEDBA8BC23}" destId="{6CCEB5B7-D800-4174-BA4F-4AA76AB07A27}" srcOrd="2" destOrd="0" parTransId="{38E8F98C-215E-480F-ABC1-09477FCCFB88}" sibTransId="{FA517E4E-14F0-49F7-8040-3878D6E6F5E7}"/>
    <dgm:cxn modelId="{D393BD6F-C4E7-4341-A090-39A182C394F6}" srcId="{E56CC084-530E-44A5-B41D-8BDF5CF13F1F}" destId="{A6D1E1F0-0ED5-4142-BEF8-CF1552163E35}" srcOrd="1" destOrd="0" parTransId="{5D150D2E-2AC4-A945-B9F6-1B2E24967CA3}" sibTransId="{793FE4DE-97ED-8E47-9ABB-A00707E7F9DD}"/>
    <dgm:cxn modelId="{D3F02197-3A45-0A46-8472-7D626F878799}" srcId="{2FF0B7F6-D698-9549-8A1A-8DEB8075B89E}" destId="{9A686A36-A787-2542-8717-06283F8A074C}" srcOrd="0" destOrd="0" parTransId="{9F583E58-B408-254F-8578-0D5378D8F621}" sibTransId="{F112D77D-DC17-F744-852A-9CBE79CA5EB6}"/>
    <dgm:cxn modelId="{8C51489D-E9DA-7C44-B0AF-AD5AB5B96E4B}" type="presOf" srcId="{327C9550-55CD-1E44-8D23-CA200472C7FE}" destId="{A22BDF32-C6FB-4E4E-8046-2D44076141DA}" srcOrd="0" destOrd="5" presId="urn:microsoft.com/office/officeart/2024/3/layout/hArchList1"/>
    <dgm:cxn modelId="{26B292A4-533C-4544-BE69-58B2CE0F4529}" type="presOf" srcId="{C21C7A74-62EF-4E29-8DC8-AADDE1D4A462}" destId="{82E61B20-8758-4665-8569-BFD5270FAFF7}" srcOrd="0" destOrd="0" presId="urn:microsoft.com/office/officeart/2024/3/layout/hArchList1"/>
    <dgm:cxn modelId="{D90BC2A7-9203-AA43-B6A3-D26B73BA9396}" type="presOf" srcId="{12824020-93E1-F94C-8409-339A218D4A11}" destId="{A22BDF32-C6FB-4E4E-8046-2D44076141DA}" srcOrd="0" destOrd="4" presId="urn:microsoft.com/office/officeart/2024/3/layout/hArchList1"/>
    <dgm:cxn modelId="{B3A756AD-F705-F344-931A-6A6694387477}" srcId="{A5B0795C-2CB7-F743-9D60-750040937F88}" destId="{C9B9D4CF-CF81-CD43-BB24-C7F0F6925482}" srcOrd="0" destOrd="0" parTransId="{B5CAA8F3-4FDB-A045-BF90-2195B9DB649F}" sibTransId="{5A42B00B-BC17-1348-9B1A-18E4A1E9E9D6}"/>
    <dgm:cxn modelId="{E50229BC-8CA2-4642-8534-5B95C38C7765}" type="presOf" srcId="{77E851EF-63F7-4C45-9BD5-600849473F4A}" destId="{20CA2CBE-E808-4F58-9798-1899E38D36F6}" srcOrd="0" destOrd="0" presId="urn:microsoft.com/office/officeart/2024/3/layout/hArchList1"/>
    <dgm:cxn modelId="{6361DDD1-2851-0C42-B37C-FB1AF465093E}" srcId="{A5B0795C-2CB7-F743-9D60-750040937F88}" destId="{12824020-93E1-F94C-8409-339A218D4A11}" srcOrd="1" destOrd="0" parTransId="{E96DFFB6-F0CE-A54E-971D-4268AE7EDAA5}" sibTransId="{8A1E798F-D31A-D44F-9D4F-A7FA3507F10E}"/>
    <dgm:cxn modelId="{E3B58FD6-AE4F-4EDB-8202-8AB48935E449}" type="presOf" srcId="{4930712E-D182-47E1-8644-25EE75C193B0}" destId="{6B056E62-10DC-421D-8F68-0BC76646191F}" srcOrd="0" destOrd="0" presId="urn:microsoft.com/office/officeart/2024/3/layout/hArchList1"/>
    <dgm:cxn modelId="{727DB9D9-14CB-8840-8EC3-4058C841D5D3}" type="presOf" srcId="{2FF0B7F6-D698-9549-8A1A-8DEB8075B89E}" destId="{813A2246-B13B-4603-85EE-69F76AD51310}" srcOrd="0" destOrd="1" presId="urn:microsoft.com/office/officeart/2024/3/layout/hArchList1"/>
    <dgm:cxn modelId="{CE9C3EE7-BFEC-B040-AFEA-4F92EF4BA5CA}" type="presOf" srcId="{D08C26AB-FCBD-9147-8E12-DB8F7D325D59}" destId="{920BEEE7-D326-4ED3-8C9D-01E9A2FF12F2}" srcOrd="0" destOrd="1" presId="urn:microsoft.com/office/officeart/2024/3/layout/hArchList1"/>
    <dgm:cxn modelId="{29106FEA-6C43-2943-A0B7-92588E71D8B8}" type="presOf" srcId="{FBBA8056-3B3B-9848-B7DA-29E9FCB2BACF}" destId="{813A2246-B13B-4603-85EE-69F76AD51310}" srcOrd="0" destOrd="3" presId="urn:microsoft.com/office/officeart/2024/3/layout/hArchList1"/>
    <dgm:cxn modelId="{89D0FDEE-D560-46A5-800B-C4F6D1CF4F5F}" srcId="{77E851EF-63F7-4C45-9BD5-600849473F4A}" destId="{8628FD42-E7EB-498C-830B-E3D473608E2B}" srcOrd="0" destOrd="0" parTransId="{16C30956-07BB-4F07-9818-9A4B798C7AEC}" sibTransId="{862A31ED-EB12-4832-97CA-21A4B40ECB21}"/>
    <dgm:cxn modelId="{D6BBFBF4-5F97-9943-B7AE-90ADF0460271}" srcId="{2FF0B7F6-D698-9549-8A1A-8DEB8075B89E}" destId="{FBBA8056-3B3B-9848-B7DA-29E9FCB2BACF}" srcOrd="1" destOrd="0" parTransId="{B0CEA6CF-0C58-DF41-AB2B-EA97FBB8D92A}" sibTransId="{DD47CFD6-780B-654B-864C-8E97F0D2FE57}"/>
    <dgm:cxn modelId="{2081D7F5-F226-41AD-932D-86F029D7C58F}" type="presOf" srcId="{50834177-69D7-4D24-A90F-1AE0CF60443E}" destId="{A22BDF32-C6FB-4E4E-8046-2D44076141DA}" srcOrd="0" destOrd="0" presId="urn:microsoft.com/office/officeart/2024/3/layout/hArchList1"/>
    <dgm:cxn modelId="{0F8C65F6-40BE-4BEC-8CFB-2E22B2AF18E9}" type="presOf" srcId="{7C30BF46-7FEC-4F09-BBF8-91D8F4B094C0}" destId="{813A2246-B13B-4603-85EE-69F76AD51310}" srcOrd="0" destOrd="0" presId="urn:microsoft.com/office/officeart/2024/3/layout/hArchList1"/>
    <dgm:cxn modelId="{D433BBFD-D59D-F84C-948B-311FA85EE757}" type="presOf" srcId="{8628FD42-E7EB-498C-830B-E3D473608E2B}" destId="{920BEEE7-D326-4ED3-8C9D-01E9A2FF12F2}" srcOrd="0" destOrd="0" presId="urn:microsoft.com/office/officeart/2024/3/layout/hArchList1"/>
    <dgm:cxn modelId="{8F984A76-6C8F-40A1-A8DF-424F02CF1C0B}" type="presParOf" srcId="{698FA86B-6530-48B8-8505-1C249CA7A17D}" destId="{8D9528C3-4864-47CC-A999-0BE5F02EB043}" srcOrd="0" destOrd="0" presId="urn:microsoft.com/office/officeart/2024/3/layout/hArchList1"/>
    <dgm:cxn modelId="{BACD311E-7ABE-4058-89F6-36EFF3601FA2}" type="presParOf" srcId="{8D9528C3-4864-47CC-A999-0BE5F02EB043}" destId="{20CA2CBE-E808-4F58-9798-1899E38D36F6}" srcOrd="0" destOrd="0" presId="urn:microsoft.com/office/officeart/2024/3/layout/hArchList1"/>
    <dgm:cxn modelId="{25B07493-21D9-4213-806F-5B23657B94D4}" type="presParOf" srcId="{8D9528C3-4864-47CC-A999-0BE5F02EB043}" destId="{920BEEE7-D326-4ED3-8C9D-01E9A2FF12F2}" srcOrd="1" destOrd="0" presId="urn:microsoft.com/office/officeart/2024/3/layout/hArchList1"/>
    <dgm:cxn modelId="{6CC1FB09-64C6-4E0B-B688-FF8DC6B3A1D9}" type="presParOf" srcId="{698FA86B-6530-48B8-8505-1C249CA7A17D}" destId="{6B056E62-10DC-421D-8F68-0BC76646191F}" srcOrd="1" destOrd="0" presId="urn:microsoft.com/office/officeart/2024/3/layout/hArchList1"/>
    <dgm:cxn modelId="{1B04187E-6A16-451F-868C-D2050616E78F}" type="presParOf" srcId="{698FA86B-6530-48B8-8505-1C249CA7A17D}" destId="{8EB10FEC-F2C9-4B3F-B740-97C33202579F}" srcOrd="2" destOrd="0" presId="urn:microsoft.com/office/officeart/2024/3/layout/hArchList1"/>
    <dgm:cxn modelId="{505AFA82-E0F3-4EC8-9EE8-1E91ADD26C56}" type="presParOf" srcId="{8EB10FEC-F2C9-4B3F-B740-97C33202579F}" destId="{5C84E263-878A-4945-85DF-080B6AFA6278}" srcOrd="0" destOrd="0" presId="urn:microsoft.com/office/officeart/2024/3/layout/hArchList1"/>
    <dgm:cxn modelId="{D97F7304-BBD6-49A3-BC87-BC1BDDAA77AC}" type="presParOf" srcId="{8EB10FEC-F2C9-4B3F-B740-97C33202579F}" destId="{A22BDF32-C6FB-4E4E-8046-2D44076141DA}" srcOrd="1" destOrd="0" presId="urn:microsoft.com/office/officeart/2024/3/layout/hArchList1"/>
    <dgm:cxn modelId="{BB911E54-6FBA-482E-9281-95C3A9915CAB}" type="presParOf" srcId="{698FA86B-6530-48B8-8505-1C249CA7A17D}" destId="{82E61B20-8758-4665-8569-BFD5270FAFF7}" srcOrd="3" destOrd="0" presId="urn:microsoft.com/office/officeart/2024/3/layout/hArchList1"/>
    <dgm:cxn modelId="{C12C3B9B-D1EE-493E-9C26-BD639BFA9761}" type="presParOf" srcId="{698FA86B-6530-48B8-8505-1C249CA7A17D}" destId="{4A513DA6-8923-4A60-A06F-604EAC3C3577}" srcOrd="4" destOrd="0" presId="urn:microsoft.com/office/officeart/2024/3/layout/hArchList1"/>
    <dgm:cxn modelId="{D331F69C-EAA0-4D4C-857C-E14FA5A41972}" type="presParOf" srcId="{4A513DA6-8923-4A60-A06F-604EAC3C3577}" destId="{102B6BBA-B604-4A97-95C5-00FB60A6446D}" srcOrd="0" destOrd="0" presId="urn:microsoft.com/office/officeart/2024/3/layout/hArchList1"/>
    <dgm:cxn modelId="{63DA1090-42B8-4C2C-A497-738C125B1278}" type="presParOf" srcId="{4A513DA6-8923-4A60-A06F-604EAC3C3577}" destId="{813A2246-B13B-4603-85EE-69F76AD51310}"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793A4CB-741A-4143-BC70-8AF23D6F330E}"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D6E17751-C7BF-49A7-8FE8-4C4DFCA83C77}">
      <dgm:prSet/>
      <dgm:spPr/>
      <dgm:t>
        <a:bodyPr/>
        <a:lstStyle/>
        <a:p>
          <a:pPr>
            <a:lnSpc>
              <a:spcPct val="100000"/>
            </a:lnSpc>
            <a:defRPr b="1"/>
          </a:pPr>
          <a:r>
            <a:rPr lang="pt-PT" noProof="0" dirty="0"/>
            <a:t>Comunicação Síncrona com </a:t>
          </a:r>
          <a:r>
            <a:rPr lang="pt-PT" noProof="0" dirty="0" err="1"/>
            <a:t>APIs</a:t>
          </a:r>
          <a:r>
            <a:rPr lang="pt-PT" noProof="0" dirty="0"/>
            <a:t> REST</a:t>
          </a:r>
        </a:p>
      </dgm:t>
    </dgm:pt>
    <dgm:pt modelId="{76C35E4F-8FEC-4536-A286-87E083CD1A27}" type="parTrans" cxnId="{5CB80C65-D5D0-49B2-8231-6BF20167FCA8}">
      <dgm:prSet/>
      <dgm:spPr/>
      <dgm:t>
        <a:bodyPr/>
        <a:lstStyle/>
        <a:p>
          <a:endParaRPr lang="en-US"/>
        </a:p>
      </dgm:t>
    </dgm:pt>
    <dgm:pt modelId="{76C30252-9D36-4B36-8002-6D7DF7846DF6}" type="sibTrans" cxnId="{5CB80C65-D5D0-49B2-8231-6BF20167FCA8}">
      <dgm:prSet/>
      <dgm:spPr/>
      <dgm:t>
        <a:bodyPr/>
        <a:lstStyle/>
        <a:p>
          <a:pPr>
            <a:lnSpc>
              <a:spcPct val="100000"/>
            </a:lnSpc>
            <a:defRPr b="1"/>
          </a:pPr>
          <a:endParaRPr lang="en-US"/>
        </a:p>
      </dgm:t>
    </dgm:pt>
    <dgm:pt modelId="{5177CEE2-7C42-4985-9A1D-DD5EAC36F4B6}">
      <dgm:prSet/>
      <dgm:spPr/>
      <dgm:t>
        <a:bodyPr/>
        <a:lstStyle/>
        <a:p>
          <a:pPr>
            <a:lnSpc>
              <a:spcPct val="100000"/>
            </a:lnSpc>
          </a:pPr>
          <a:r>
            <a:rPr lang="pt-PT" noProof="0" dirty="0" err="1"/>
            <a:t>APIs</a:t>
          </a:r>
          <a:r>
            <a:rPr lang="pt-PT" noProof="0" dirty="0"/>
            <a:t> REST são utilizadas para comunicação síncrona, permitindo troca padronizada de informações entre módulos do sistema.</a:t>
          </a:r>
        </a:p>
      </dgm:t>
    </dgm:pt>
    <dgm:pt modelId="{9E29634D-0CB7-4A96-BB14-48B79B738FFB}" type="parTrans" cxnId="{AF1AECD4-C54D-4122-8457-40964956E0F7}">
      <dgm:prSet/>
      <dgm:spPr/>
      <dgm:t>
        <a:bodyPr/>
        <a:lstStyle/>
        <a:p>
          <a:endParaRPr lang="en-US"/>
        </a:p>
      </dgm:t>
    </dgm:pt>
    <dgm:pt modelId="{1271C38B-EF70-4CE4-A5F2-EA27AF746D77}" type="sibTrans" cxnId="{AF1AECD4-C54D-4122-8457-40964956E0F7}">
      <dgm:prSet/>
      <dgm:spPr/>
      <dgm:t>
        <a:bodyPr/>
        <a:lstStyle/>
        <a:p>
          <a:endParaRPr lang="en-US"/>
        </a:p>
      </dgm:t>
    </dgm:pt>
    <dgm:pt modelId="{F5FC615F-110C-4C32-B5F2-69BE4C0C83C4}">
      <dgm:prSet/>
      <dgm:spPr/>
      <dgm:t>
        <a:bodyPr/>
        <a:lstStyle/>
        <a:p>
          <a:pPr>
            <a:lnSpc>
              <a:spcPct val="100000"/>
            </a:lnSpc>
            <a:defRPr b="1"/>
          </a:pPr>
          <a:r>
            <a:rPr lang="pt-PT" noProof="0" dirty="0" err="1"/>
            <a:t>Mensageria</a:t>
          </a:r>
          <a:r>
            <a:rPr lang="pt-PT" noProof="0" dirty="0"/>
            <a:t> Assíncrona e Tolerância a Falhas</a:t>
          </a:r>
        </a:p>
      </dgm:t>
    </dgm:pt>
    <dgm:pt modelId="{E1807509-5222-435C-9D1E-A55A4FC56622}" type="parTrans" cxnId="{D58163D7-583D-469B-9A8E-3D325D225096}">
      <dgm:prSet/>
      <dgm:spPr/>
      <dgm:t>
        <a:bodyPr/>
        <a:lstStyle/>
        <a:p>
          <a:endParaRPr lang="en-US"/>
        </a:p>
      </dgm:t>
    </dgm:pt>
    <dgm:pt modelId="{3CCF503F-F25D-45C9-9235-558F9F25B63C}" type="sibTrans" cxnId="{D58163D7-583D-469B-9A8E-3D325D225096}">
      <dgm:prSet/>
      <dgm:spPr/>
      <dgm:t>
        <a:bodyPr/>
        <a:lstStyle/>
        <a:p>
          <a:pPr>
            <a:lnSpc>
              <a:spcPct val="100000"/>
            </a:lnSpc>
            <a:defRPr b="1"/>
          </a:pPr>
          <a:endParaRPr lang="en-US"/>
        </a:p>
      </dgm:t>
    </dgm:pt>
    <dgm:pt modelId="{86FA85D3-F9FB-406C-B524-A38A6CED4576}">
      <dgm:prSet/>
      <dgm:spPr/>
      <dgm:t>
        <a:bodyPr/>
        <a:lstStyle/>
        <a:p>
          <a:pPr>
            <a:lnSpc>
              <a:spcPct val="100000"/>
            </a:lnSpc>
          </a:pPr>
          <a:r>
            <a:rPr lang="pt-PT" noProof="0" dirty="0" err="1"/>
            <a:t>Mensageria</a:t>
          </a:r>
          <a:r>
            <a:rPr lang="pt-PT" noProof="0" dirty="0"/>
            <a:t> com </a:t>
          </a:r>
          <a:r>
            <a:rPr lang="pt-PT" noProof="0" dirty="0" err="1"/>
            <a:t>RabbitMQ</a:t>
          </a:r>
          <a:r>
            <a:rPr lang="pt-PT" noProof="0" dirty="0"/>
            <a:t> ou Kafka garante alta disponibilidade e tolerância a falhas em sistemas distribuídos.</a:t>
          </a:r>
        </a:p>
      </dgm:t>
    </dgm:pt>
    <dgm:pt modelId="{0BB26DCA-67B5-43B3-BD5A-929ABC619EB5}" type="parTrans" cxnId="{335CDBEF-673F-44F0-8B6B-831F697F9C26}">
      <dgm:prSet/>
      <dgm:spPr/>
      <dgm:t>
        <a:bodyPr/>
        <a:lstStyle/>
        <a:p>
          <a:endParaRPr lang="en-US"/>
        </a:p>
      </dgm:t>
    </dgm:pt>
    <dgm:pt modelId="{0C6D8658-BE66-4009-8EDC-86EF48155C88}" type="sibTrans" cxnId="{335CDBEF-673F-44F0-8B6B-831F697F9C26}">
      <dgm:prSet/>
      <dgm:spPr/>
      <dgm:t>
        <a:bodyPr/>
        <a:lstStyle/>
        <a:p>
          <a:endParaRPr lang="en-US"/>
        </a:p>
      </dgm:t>
    </dgm:pt>
    <dgm:pt modelId="{94BEACEF-7912-4BE6-A496-A0D1752353AC}">
      <dgm:prSet/>
      <dgm:spPr/>
      <dgm:t>
        <a:bodyPr/>
        <a:lstStyle/>
        <a:p>
          <a:pPr>
            <a:lnSpc>
              <a:spcPct val="100000"/>
            </a:lnSpc>
            <a:defRPr b="1"/>
          </a:pPr>
          <a:r>
            <a:rPr lang="pt-PT" noProof="0" dirty="0"/>
            <a:t>Protocolos e Formatos de Dados</a:t>
          </a:r>
        </a:p>
      </dgm:t>
    </dgm:pt>
    <dgm:pt modelId="{771984FC-8569-4651-A71D-B72647718CB2}" type="parTrans" cxnId="{AA7DA8EE-CB6F-43AC-BD81-E7FF5A9F52AD}">
      <dgm:prSet/>
      <dgm:spPr/>
      <dgm:t>
        <a:bodyPr/>
        <a:lstStyle/>
        <a:p>
          <a:endParaRPr lang="en-US"/>
        </a:p>
      </dgm:t>
    </dgm:pt>
    <dgm:pt modelId="{862885EE-B2EA-4F33-AD99-CB1EA2B75284}" type="sibTrans" cxnId="{AA7DA8EE-CB6F-43AC-BD81-E7FF5A9F52AD}">
      <dgm:prSet/>
      <dgm:spPr/>
      <dgm:t>
        <a:bodyPr/>
        <a:lstStyle/>
        <a:p>
          <a:pPr>
            <a:lnSpc>
              <a:spcPct val="100000"/>
            </a:lnSpc>
            <a:defRPr b="1"/>
          </a:pPr>
          <a:endParaRPr lang="en-US"/>
        </a:p>
      </dgm:t>
    </dgm:pt>
    <dgm:pt modelId="{35057A4D-CD29-498E-AD01-00EBDCF38723}">
      <dgm:prSet/>
      <dgm:spPr/>
      <dgm:t>
        <a:bodyPr/>
        <a:lstStyle/>
        <a:p>
          <a:pPr>
            <a:lnSpc>
              <a:spcPct val="100000"/>
            </a:lnSpc>
          </a:pPr>
          <a:r>
            <a:rPr lang="pt-PT" noProof="0" dirty="0"/>
            <a:t>HTTP e </a:t>
          </a:r>
          <a:r>
            <a:rPr lang="pt-PT" noProof="0" dirty="0" err="1"/>
            <a:t>gRPC</a:t>
          </a:r>
          <a:r>
            <a:rPr lang="pt-PT" noProof="0" dirty="0"/>
            <a:t> são protocolos importantes; JSON e </a:t>
          </a:r>
          <a:r>
            <a:rPr lang="pt-PT" noProof="0" dirty="0" err="1"/>
            <a:t>Protobuf</a:t>
          </a:r>
          <a:r>
            <a:rPr lang="pt-PT" noProof="0" dirty="0"/>
            <a:t> garantem compatibilidade entre sistemas heterogêneos.</a:t>
          </a:r>
        </a:p>
      </dgm:t>
    </dgm:pt>
    <dgm:pt modelId="{7384E631-60FD-434C-BD5E-E8D00D2E8D1F}" type="parTrans" cxnId="{D9AF78B7-B130-4FCC-8D2B-B785BA442185}">
      <dgm:prSet/>
      <dgm:spPr/>
      <dgm:t>
        <a:bodyPr/>
        <a:lstStyle/>
        <a:p>
          <a:endParaRPr lang="en-US"/>
        </a:p>
      </dgm:t>
    </dgm:pt>
    <dgm:pt modelId="{6EECA2CE-AF2F-48B5-B160-EC23FAD8099A}" type="sibTrans" cxnId="{D9AF78B7-B130-4FCC-8D2B-B785BA442185}">
      <dgm:prSet/>
      <dgm:spPr/>
      <dgm:t>
        <a:bodyPr/>
        <a:lstStyle/>
        <a:p>
          <a:endParaRPr lang="en-US"/>
        </a:p>
      </dgm:t>
    </dgm:pt>
    <dgm:pt modelId="{255667CB-6E6D-4628-B9AA-CEB379B3A63F}">
      <dgm:prSet/>
      <dgm:spPr/>
      <dgm:t>
        <a:bodyPr/>
        <a:lstStyle/>
        <a:p>
          <a:pPr>
            <a:lnSpc>
              <a:spcPct val="100000"/>
            </a:lnSpc>
            <a:defRPr b="1"/>
          </a:pPr>
          <a:r>
            <a:rPr lang="pt-PT" noProof="0" dirty="0"/>
            <a:t>Segurança na Comunicação</a:t>
          </a:r>
        </a:p>
      </dgm:t>
    </dgm:pt>
    <dgm:pt modelId="{122E0BD7-F9BE-4626-B8E8-B1B1A169A350}" type="parTrans" cxnId="{F452484C-6D68-40CC-BB18-4C85CCD1D0E0}">
      <dgm:prSet/>
      <dgm:spPr/>
      <dgm:t>
        <a:bodyPr/>
        <a:lstStyle/>
        <a:p>
          <a:endParaRPr lang="en-US"/>
        </a:p>
      </dgm:t>
    </dgm:pt>
    <dgm:pt modelId="{E7ADF16D-685F-4A87-A697-FF16504305DF}" type="sibTrans" cxnId="{F452484C-6D68-40CC-BB18-4C85CCD1D0E0}">
      <dgm:prSet/>
      <dgm:spPr/>
      <dgm:t>
        <a:bodyPr/>
        <a:lstStyle/>
        <a:p>
          <a:endParaRPr lang="en-US"/>
        </a:p>
      </dgm:t>
    </dgm:pt>
    <dgm:pt modelId="{B8F5AF90-17E8-46FB-AC90-9CD62B155C5F}">
      <dgm:prSet/>
      <dgm:spPr/>
      <dgm:t>
        <a:bodyPr/>
        <a:lstStyle/>
        <a:p>
          <a:pPr>
            <a:lnSpc>
              <a:spcPct val="100000"/>
            </a:lnSpc>
          </a:pPr>
          <a:r>
            <a:rPr lang="pt-PT" noProof="0" dirty="0"/>
            <a:t>Autenticação via </a:t>
          </a:r>
          <a:r>
            <a:rPr lang="pt-PT" noProof="0" dirty="0" err="1"/>
            <a:t>tokens</a:t>
          </a:r>
          <a:r>
            <a:rPr lang="pt-PT" noProof="0" dirty="0"/>
            <a:t> e criptografia TLS protegem dados sensíveis durante a comunicação entre componentes.</a:t>
          </a:r>
        </a:p>
      </dgm:t>
    </dgm:pt>
    <dgm:pt modelId="{554C9A93-3A7C-4A1C-82BA-28C0A2705FF2}" type="parTrans" cxnId="{AF9C52E5-C233-4C52-BF25-4412898921A6}">
      <dgm:prSet/>
      <dgm:spPr/>
      <dgm:t>
        <a:bodyPr/>
        <a:lstStyle/>
        <a:p>
          <a:endParaRPr lang="en-US"/>
        </a:p>
      </dgm:t>
    </dgm:pt>
    <dgm:pt modelId="{5612C0C3-7DB4-4EFB-818F-DE41C80D9649}" type="sibTrans" cxnId="{AF9C52E5-C233-4C52-BF25-4412898921A6}">
      <dgm:prSet/>
      <dgm:spPr/>
      <dgm:t>
        <a:bodyPr/>
        <a:lstStyle/>
        <a:p>
          <a:endParaRPr lang="en-US"/>
        </a:p>
      </dgm:t>
    </dgm:pt>
    <dgm:pt modelId="{96910E28-F356-4DA0-897C-F49D391AB5C2}" type="pres">
      <dgm:prSet presAssocID="{C793A4CB-741A-4143-BC70-8AF23D6F330E}" presName="Name0" presStyleCnt="0">
        <dgm:presLayoutVars>
          <dgm:dir/>
          <dgm:resizeHandles val="exact"/>
        </dgm:presLayoutVars>
      </dgm:prSet>
      <dgm:spPr/>
    </dgm:pt>
    <dgm:pt modelId="{EE1546D4-6146-4AA0-9791-EA13CC0F0CBB}" type="pres">
      <dgm:prSet presAssocID="{D6E17751-C7BF-49A7-8FE8-4C4DFCA83C77}" presName="compNode" presStyleCnt="0"/>
      <dgm:spPr/>
    </dgm:pt>
    <dgm:pt modelId="{F8522E71-9B97-4408-89B0-5B56F5725FF6}" type="pres">
      <dgm:prSet presAssocID="{D6E17751-C7BF-49A7-8FE8-4C4DFCA83C77}" presName="pictRect" presStyleLbl="revTx" presStyleIdx="0" presStyleCnt="8">
        <dgm:presLayoutVars>
          <dgm:chMax val="0"/>
          <dgm:bulletEnabled/>
        </dgm:presLayoutVars>
      </dgm:prSet>
      <dgm:spPr/>
    </dgm:pt>
    <dgm:pt modelId="{86B5E1DC-59F0-48B0-857F-679563625FA0}" type="pres">
      <dgm:prSet presAssocID="{D6E17751-C7BF-49A7-8FE8-4C4DFCA83C77}" presName="textRect" presStyleLbl="revTx" presStyleIdx="1" presStyleCnt="8">
        <dgm:presLayoutVars>
          <dgm:bulletEnabled/>
        </dgm:presLayoutVars>
      </dgm:prSet>
      <dgm:spPr/>
    </dgm:pt>
    <dgm:pt modelId="{82AD96FB-2824-4475-B822-82F355780AC5}" type="pres">
      <dgm:prSet presAssocID="{76C30252-9D36-4B36-8002-6D7DF7846DF6}" presName="sibTrans" presStyleLbl="sibTrans2D1" presStyleIdx="0" presStyleCnt="0"/>
      <dgm:spPr/>
    </dgm:pt>
    <dgm:pt modelId="{11D34C98-6AD8-4F4D-BBB3-FDA95828EBE4}" type="pres">
      <dgm:prSet presAssocID="{F5FC615F-110C-4C32-B5F2-69BE4C0C83C4}" presName="compNode" presStyleCnt="0"/>
      <dgm:spPr/>
    </dgm:pt>
    <dgm:pt modelId="{7134C525-8CCD-4108-AF01-96286A5A0E05}" type="pres">
      <dgm:prSet presAssocID="{F5FC615F-110C-4C32-B5F2-69BE4C0C83C4}" presName="pictRect" presStyleLbl="revTx" presStyleIdx="2" presStyleCnt="8">
        <dgm:presLayoutVars>
          <dgm:chMax val="0"/>
          <dgm:bulletEnabled/>
        </dgm:presLayoutVars>
      </dgm:prSet>
      <dgm:spPr/>
    </dgm:pt>
    <dgm:pt modelId="{1F303D58-5C0E-441C-AD6F-0CB810D3C9E8}" type="pres">
      <dgm:prSet presAssocID="{F5FC615F-110C-4C32-B5F2-69BE4C0C83C4}" presName="textRect" presStyleLbl="revTx" presStyleIdx="3" presStyleCnt="8">
        <dgm:presLayoutVars>
          <dgm:bulletEnabled/>
        </dgm:presLayoutVars>
      </dgm:prSet>
      <dgm:spPr/>
    </dgm:pt>
    <dgm:pt modelId="{9BEC220A-F45A-4D59-9ED0-249D16E09ABE}" type="pres">
      <dgm:prSet presAssocID="{3CCF503F-F25D-45C9-9235-558F9F25B63C}" presName="sibTrans" presStyleLbl="sibTrans2D1" presStyleIdx="0" presStyleCnt="0"/>
      <dgm:spPr/>
    </dgm:pt>
    <dgm:pt modelId="{F235BD52-21DA-4BEC-93BF-C3F0B279083F}" type="pres">
      <dgm:prSet presAssocID="{94BEACEF-7912-4BE6-A496-A0D1752353AC}" presName="compNode" presStyleCnt="0"/>
      <dgm:spPr/>
    </dgm:pt>
    <dgm:pt modelId="{FC0ED944-368A-4995-9904-DDDEE2178AA9}" type="pres">
      <dgm:prSet presAssocID="{94BEACEF-7912-4BE6-A496-A0D1752353AC}" presName="pictRect" presStyleLbl="revTx" presStyleIdx="4" presStyleCnt="8">
        <dgm:presLayoutVars>
          <dgm:chMax val="0"/>
          <dgm:bulletEnabled/>
        </dgm:presLayoutVars>
      </dgm:prSet>
      <dgm:spPr/>
    </dgm:pt>
    <dgm:pt modelId="{C0D7DB82-4CD9-4C38-A5E9-D88A21934649}" type="pres">
      <dgm:prSet presAssocID="{94BEACEF-7912-4BE6-A496-A0D1752353AC}" presName="textRect" presStyleLbl="revTx" presStyleIdx="5" presStyleCnt="8">
        <dgm:presLayoutVars>
          <dgm:bulletEnabled/>
        </dgm:presLayoutVars>
      </dgm:prSet>
      <dgm:spPr/>
    </dgm:pt>
    <dgm:pt modelId="{9BD18885-76A7-42CB-BD50-A06A3CE1BA9E}" type="pres">
      <dgm:prSet presAssocID="{862885EE-B2EA-4F33-AD99-CB1EA2B75284}" presName="sibTrans" presStyleLbl="sibTrans2D1" presStyleIdx="0" presStyleCnt="0"/>
      <dgm:spPr/>
    </dgm:pt>
    <dgm:pt modelId="{A3AE999D-3C5B-46C7-82C1-E0A75779AADE}" type="pres">
      <dgm:prSet presAssocID="{255667CB-6E6D-4628-B9AA-CEB379B3A63F}" presName="compNode" presStyleCnt="0"/>
      <dgm:spPr/>
    </dgm:pt>
    <dgm:pt modelId="{FAC51E88-3A0B-4943-AA5F-B65D2569CF62}" type="pres">
      <dgm:prSet presAssocID="{255667CB-6E6D-4628-B9AA-CEB379B3A63F}" presName="pictRect" presStyleLbl="revTx" presStyleIdx="6" presStyleCnt="8">
        <dgm:presLayoutVars>
          <dgm:chMax val="0"/>
          <dgm:bulletEnabled/>
        </dgm:presLayoutVars>
      </dgm:prSet>
      <dgm:spPr/>
    </dgm:pt>
    <dgm:pt modelId="{884F2AAD-69F3-4622-8778-AAA1DFAFB465}" type="pres">
      <dgm:prSet presAssocID="{255667CB-6E6D-4628-B9AA-CEB379B3A63F}" presName="textRect" presStyleLbl="revTx" presStyleIdx="7" presStyleCnt="8">
        <dgm:presLayoutVars>
          <dgm:bulletEnabled/>
        </dgm:presLayoutVars>
      </dgm:prSet>
      <dgm:spPr/>
    </dgm:pt>
  </dgm:ptLst>
  <dgm:cxnLst>
    <dgm:cxn modelId="{B8FFBB04-003F-4418-8A6A-53F3130F8B57}" type="presOf" srcId="{F5FC615F-110C-4C32-B5F2-69BE4C0C83C4}" destId="{7134C525-8CCD-4108-AF01-96286A5A0E05}" srcOrd="0" destOrd="0" presId="urn:microsoft.com/office/officeart/2024/3/layout/hArchList1"/>
    <dgm:cxn modelId="{39F59248-7C5D-4961-BFD3-9945101D22E3}" type="presOf" srcId="{35057A4D-CD29-498E-AD01-00EBDCF38723}" destId="{C0D7DB82-4CD9-4C38-A5E9-D88A21934649}" srcOrd="0" destOrd="0" presId="urn:microsoft.com/office/officeart/2024/3/layout/hArchList1"/>
    <dgm:cxn modelId="{F452484C-6D68-40CC-BB18-4C85CCD1D0E0}" srcId="{C793A4CB-741A-4143-BC70-8AF23D6F330E}" destId="{255667CB-6E6D-4628-B9AA-CEB379B3A63F}" srcOrd="3" destOrd="0" parTransId="{122E0BD7-F9BE-4626-B8E8-B1B1A169A350}" sibTransId="{E7ADF16D-685F-4A87-A697-FF16504305DF}"/>
    <dgm:cxn modelId="{5A226E53-9FA9-4886-8B28-F22EA8AABE89}" type="presOf" srcId="{3CCF503F-F25D-45C9-9235-558F9F25B63C}" destId="{9BEC220A-F45A-4D59-9ED0-249D16E09ABE}" srcOrd="0" destOrd="0" presId="urn:microsoft.com/office/officeart/2024/3/layout/hArchList1"/>
    <dgm:cxn modelId="{5CB80C65-D5D0-49B2-8231-6BF20167FCA8}" srcId="{C793A4CB-741A-4143-BC70-8AF23D6F330E}" destId="{D6E17751-C7BF-49A7-8FE8-4C4DFCA83C77}" srcOrd="0" destOrd="0" parTransId="{76C35E4F-8FEC-4536-A286-87E083CD1A27}" sibTransId="{76C30252-9D36-4B36-8002-6D7DF7846DF6}"/>
    <dgm:cxn modelId="{DB78FD74-2A2B-4DC6-A7DD-A9AF230C0A25}" type="presOf" srcId="{86FA85D3-F9FB-406C-B524-A38A6CED4576}" destId="{1F303D58-5C0E-441C-AD6F-0CB810D3C9E8}" srcOrd="0" destOrd="0" presId="urn:microsoft.com/office/officeart/2024/3/layout/hArchList1"/>
    <dgm:cxn modelId="{CE66048A-925E-4E5D-9082-C6AAB0BAEF43}" type="presOf" srcId="{94BEACEF-7912-4BE6-A496-A0D1752353AC}" destId="{FC0ED944-368A-4995-9904-DDDEE2178AA9}" srcOrd="0" destOrd="0" presId="urn:microsoft.com/office/officeart/2024/3/layout/hArchList1"/>
    <dgm:cxn modelId="{46E646B6-D42E-4419-8E53-92F0ECFBA8DF}" type="presOf" srcId="{B8F5AF90-17E8-46FB-AC90-9CD62B155C5F}" destId="{884F2AAD-69F3-4622-8778-AAA1DFAFB465}" srcOrd="0" destOrd="0" presId="urn:microsoft.com/office/officeart/2024/3/layout/hArchList1"/>
    <dgm:cxn modelId="{D9AF78B7-B130-4FCC-8D2B-B785BA442185}" srcId="{94BEACEF-7912-4BE6-A496-A0D1752353AC}" destId="{35057A4D-CD29-498E-AD01-00EBDCF38723}" srcOrd="0" destOrd="0" parTransId="{7384E631-60FD-434C-BD5E-E8D00D2E8D1F}" sibTransId="{6EECA2CE-AF2F-48B5-B160-EC23FAD8099A}"/>
    <dgm:cxn modelId="{FAA14CCA-8098-4748-8018-7B90DBB0C329}" type="presOf" srcId="{255667CB-6E6D-4628-B9AA-CEB379B3A63F}" destId="{FAC51E88-3A0B-4943-AA5F-B65D2569CF62}" srcOrd="0" destOrd="0" presId="urn:microsoft.com/office/officeart/2024/3/layout/hArchList1"/>
    <dgm:cxn modelId="{3CF386CF-BD07-43B8-AD4F-891663D7FB22}" type="presOf" srcId="{862885EE-B2EA-4F33-AD99-CB1EA2B75284}" destId="{9BD18885-76A7-42CB-BD50-A06A3CE1BA9E}" srcOrd="0" destOrd="0" presId="urn:microsoft.com/office/officeart/2024/3/layout/hArchList1"/>
    <dgm:cxn modelId="{AF1AECD4-C54D-4122-8457-40964956E0F7}" srcId="{D6E17751-C7BF-49A7-8FE8-4C4DFCA83C77}" destId="{5177CEE2-7C42-4985-9A1D-DD5EAC36F4B6}" srcOrd="0" destOrd="0" parTransId="{9E29634D-0CB7-4A96-BB14-48B79B738FFB}" sibTransId="{1271C38B-EF70-4CE4-A5F2-EA27AF746D77}"/>
    <dgm:cxn modelId="{D58163D7-583D-469B-9A8E-3D325D225096}" srcId="{C793A4CB-741A-4143-BC70-8AF23D6F330E}" destId="{F5FC615F-110C-4C32-B5F2-69BE4C0C83C4}" srcOrd="1" destOrd="0" parTransId="{E1807509-5222-435C-9D1E-A55A4FC56622}" sibTransId="{3CCF503F-F25D-45C9-9235-558F9F25B63C}"/>
    <dgm:cxn modelId="{406AA9DE-C2E1-4BEF-B612-E9BD3DB967B4}" type="presOf" srcId="{C793A4CB-741A-4143-BC70-8AF23D6F330E}" destId="{96910E28-F356-4DA0-897C-F49D391AB5C2}" srcOrd="0" destOrd="0" presId="urn:microsoft.com/office/officeart/2024/3/layout/hArchList1"/>
    <dgm:cxn modelId="{AF9C52E5-C233-4C52-BF25-4412898921A6}" srcId="{255667CB-6E6D-4628-B9AA-CEB379B3A63F}" destId="{B8F5AF90-17E8-46FB-AC90-9CD62B155C5F}" srcOrd="0" destOrd="0" parTransId="{554C9A93-3A7C-4A1C-82BA-28C0A2705FF2}" sibTransId="{5612C0C3-7DB4-4EFB-818F-DE41C80D9649}"/>
    <dgm:cxn modelId="{AA7DA8EE-CB6F-43AC-BD81-E7FF5A9F52AD}" srcId="{C793A4CB-741A-4143-BC70-8AF23D6F330E}" destId="{94BEACEF-7912-4BE6-A496-A0D1752353AC}" srcOrd="2" destOrd="0" parTransId="{771984FC-8569-4651-A71D-B72647718CB2}" sibTransId="{862885EE-B2EA-4F33-AD99-CB1EA2B75284}"/>
    <dgm:cxn modelId="{335CDBEF-673F-44F0-8B6B-831F697F9C26}" srcId="{F5FC615F-110C-4C32-B5F2-69BE4C0C83C4}" destId="{86FA85D3-F9FB-406C-B524-A38A6CED4576}" srcOrd="0" destOrd="0" parTransId="{0BB26DCA-67B5-43B3-BD5A-929ABC619EB5}" sibTransId="{0C6D8658-BE66-4009-8EDC-86EF48155C88}"/>
    <dgm:cxn modelId="{304EEBFD-9A38-4BE7-B83D-81F05EEF3673}" type="presOf" srcId="{76C30252-9D36-4B36-8002-6D7DF7846DF6}" destId="{82AD96FB-2824-4475-B822-82F355780AC5}" srcOrd="0" destOrd="0" presId="urn:microsoft.com/office/officeart/2024/3/layout/hArchList1"/>
    <dgm:cxn modelId="{C9513FFF-7510-45A9-AA76-E5B674073BAC}" type="presOf" srcId="{D6E17751-C7BF-49A7-8FE8-4C4DFCA83C77}" destId="{F8522E71-9B97-4408-89B0-5B56F5725FF6}" srcOrd="0" destOrd="0" presId="urn:microsoft.com/office/officeart/2024/3/layout/hArchList1"/>
    <dgm:cxn modelId="{05CBD6FF-FDEF-4E48-8E39-FBF7A2EFC8EB}" type="presOf" srcId="{5177CEE2-7C42-4985-9A1D-DD5EAC36F4B6}" destId="{86B5E1DC-59F0-48B0-857F-679563625FA0}" srcOrd="0" destOrd="0" presId="urn:microsoft.com/office/officeart/2024/3/layout/hArchList1"/>
    <dgm:cxn modelId="{C7DF9605-A6E3-4A91-A43A-570C344B9057}" type="presParOf" srcId="{96910E28-F356-4DA0-897C-F49D391AB5C2}" destId="{EE1546D4-6146-4AA0-9791-EA13CC0F0CBB}" srcOrd="0" destOrd="0" presId="urn:microsoft.com/office/officeart/2024/3/layout/hArchList1"/>
    <dgm:cxn modelId="{52F9F00A-E671-4D08-BEC4-3B4102A30562}" type="presParOf" srcId="{EE1546D4-6146-4AA0-9791-EA13CC0F0CBB}" destId="{F8522E71-9B97-4408-89B0-5B56F5725FF6}" srcOrd="0" destOrd="0" presId="urn:microsoft.com/office/officeart/2024/3/layout/hArchList1"/>
    <dgm:cxn modelId="{582A4051-66CE-4B48-BDA4-0F0CBD679A38}" type="presParOf" srcId="{EE1546D4-6146-4AA0-9791-EA13CC0F0CBB}" destId="{86B5E1DC-59F0-48B0-857F-679563625FA0}" srcOrd="1" destOrd="0" presId="urn:microsoft.com/office/officeart/2024/3/layout/hArchList1"/>
    <dgm:cxn modelId="{FF50A2DB-6D4D-41DC-8C9F-1EAC85B4B60B}" type="presParOf" srcId="{96910E28-F356-4DA0-897C-F49D391AB5C2}" destId="{82AD96FB-2824-4475-B822-82F355780AC5}" srcOrd="1" destOrd="0" presId="urn:microsoft.com/office/officeart/2024/3/layout/hArchList1"/>
    <dgm:cxn modelId="{69E80A0C-6C04-4240-944C-BC6CFA9C5B7B}" type="presParOf" srcId="{96910E28-F356-4DA0-897C-F49D391AB5C2}" destId="{11D34C98-6AD8-4F4D-BBB3-FDA95828EBE4}" srcOrd="2" destOrd="0" presId="urn:microsoft.com/office/officeart/2024/3/layout/hArchList1"/>
    <dgm:cxn modelId="{2277B5FC-6EBA-488E-BDE3-AC11AF24648C}" type="presParOf" srcId="{11D34C98-6AD8-4F4D-BBB3-FDA95828EBE4}" destId="{7134C525-8CCD-4108-AF01-96286A5A0E05}" srcOrd="0" destOrd="0" presId="urn:microsoft.com/office/officeart/2024/3/layout/hArchList1"/>
    <dgm:cxn modelId="{1E48B94C-9DF5-4505-B62F-E9765645B5B2}" type="presParOf" srcId="{11D34C98-6AD8-4F4D-BBB3-FDA95828EBE4}" destId="{1F303D58-5C0E-441C-AD6F-0CB810D3C9E8}" srcOrd="1" destOrd="0" presId="urn:microsoft.com/office/officeart/2024/3/layout/hArchList1"/>
    <dgm:cxn modelId="{15F5B448-9CAE-4D88-9A84-B2A55CB58765}" type="presParOf" srcId="{96910E28-F356-4DA0-897C-F49D391AB5C2}" destId="{9BEC220A-F45A-4D59-9ED0-249D16E09ABE}" srcOrd="3" destOrd="0" presId="urn:microsoft.com/office/officeart/2024/3/layout/hArchList1"/>
    <dgm:cxn modelId="{2CED194E-C9D4-4FEA-B59E-C8A95AABC8E0}" type="presParOf" srcId="{96910E28-F356-4DA0-897C-F49D391AB5C2}" destId="{F235BD52-21DA-4BEC-93BF-C3F0B279083F}" srcOrd="4" destOrd="0" presId="urn:microsoft.com/office/officeart/2024/3/layout/hArchList1"/>
    <dgm:cxn modelId="{E27C3B61-48DF-4FD4-8800-D30D7F9EA95B}" type="presParOf" srcId="{F235BD52-21DA-4BEC-93BF-C3F0B279083F}" destId="{FC0ED944-368A-4995-9904-DDDEE2178AA9}" srcOrd="0" destOrd="0" presId="urn:microsoft.com/office/officeart/2024/3/layout/hArchList1"/>
    <dgm:cxn modelId="{2798AD45-F73B-4028-AEF5-C66517A5CE5B}" type="presParOf" srcId="{F235BD52-21DA-4BEC-93BF-C3F0B279083F}" destId="{C0D7DB82-4CD9-4C38-A5E9-D88A21934649}" srcOrd="1" destOrd="0" presId="urn:microsoft.com/office/officeart/2024/3/layout/hArchList1"/>
    <dgm:cxn modelId="{F906D567-ADE6-4A85-98E5-01AC8FDABB40}" type="presParOf" srcId="{96910E28-F356-4DA0-897C-F49D391AB5C2}" destId="{9BD18885-76A7-42CB-BD50-A06A3CE1BA9E}" srcOrd="5" destOrd="0" presId="urn:microsoft.com/office/officeart/2024/3/layout/hArchList1"/>
    <dgm:cxn modelId="{3866CD24-B46B-4090-83D7-505785C78A80}" type="presParOf" srcId="{96910E28-F356-4DA0-897C-F49D391AB5C2}" destId="{A3AE999D-3C5B-46C7-82C1-E0A75779AADE}" srcOrd="6" destOrd="0" presId="urn:microsoft.com/office/officeart/2024/3/layout/hArchList1"/>
    <dgm:cxn modelId="{E9D35943-14AD-415E-A8FB-B4DC18FAC1EA}" type="presParOf" srcId="{A3AE999D-3C5B-46C7-82C1-E0A75779AADE}" destId="{FAC51E88-3A0B-4943-AA5F-B65D2569CF62}" srcOrd="0" destOrd="0" presId="urn:microsoft.com/office/officeart/2024/3/layout/hArchList1"/>
    <dgm:cxn modelId="{C068A654-D770-4AC6-8717-A3ECAA21B7B5}" type="presParOf" srcId="{A3AE999D-3C5B-46C7-82C1-E0A75779AADE}" destId="{884F2AAD-69F3-4622-8778-AAA1DFAFB465}"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BD9D55B-BDF9-4DD4-9350-0DF6336CA961}"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B5720149-0CE4-4DD3-9A5D-F01A1023181C}">
      <dgm:prSet/>
      <dgm:spPr/>
      <dgm:t>
        <a:bodyPr/>
        <a:lstStyle/>
        <a:p>
          <a:pPr>
            <a:lnSpc>
              <a:spcPct val="100000"/>
            </a:lnSpc>
            <a:defRPr b="1"/>
          </a:pPr>
          <a:r>
            <a:rPr lang="pt-PT" noProof="0" dirty="0"/>
            <a:t>Testes Unitários</a:t>
          </a:r>
        </a:p>
      </dgm:t>
    </dgm:pt>
    <dgm:pt modelId="{D9F99236-EDE9-4751-8C44-71ACD5B5D327}" type="parTrans" cxnId="{1A46090B-DE36-4817-BD7D-5E58FFEE1049}">
      <dgm:prSet/>
      <dgm:spPr/>
      <dgm:t>
        <a:bodyPr/>
        <a:lstStyle/>
        <a:p>
          <a:endParaRPr lang="en-US"/>
        </a:p>
      </dgm:t>
    </dgm:pt>
    <dgm:pt modelId="{E1CC63B2-BCE8-483E-B1C1-8C0A365A2AE1}" type="sibTrans" cxnId="{1A46090B-DE36-4817-BD7D-5E58FFEE1049}">
      <dgm:prSet/>
      <dgm:spPr/>
      <dgm:t>
        <a:bodyPr/>
        <a:lstStyle/>
        <a:p>
          <a:pPr>
            <a:lnSpc>
              <a:spcPct val="100000"/>
            </a:lnSpc>
            <a:defRPr b="1"/>
          </a:pPr>
          <a:endParaRPr lang="en-US"/>
        </a:p>
      </dgm:t>
    </dgm:pt>
    <dgm:pt modelId="{7F88C365-A3B2-4BC4-8713-7E0C4BF7747B}">
      <dgm:prSet/>
      <dgm:spPr/>
      <dgm:t>
        <a:bodyPr/>
        <a:lstStyle/>
        <a:p>
          <a:pPr>
            <a:lnSpc>
              <a:spcPct val="100000"/>
            </a:lnSpc>
          </a:pPr>
          <a:r>
            <a:rPr lang="pt-PT" noProof="0" dirty="0"/>
            <a:t>Testes unitários validam funcionalidades de componentes isolados para garantir operação correta de cada módulo.</a:t>
          </a:r>
        </a:p>
      </dgm:t>
    </dgm:pt>
    <dgm:pt modelId="{0E957556-C582-46C3-BABC-4013700F69B4}" type="parTrans" cxnId="{91FC6859-D1CC-4288-9EE2-DDFA56C071F7}">
      <dgm:prSet/>
      <dgm:spPr/>
      <dgm:t>
        <a:bodyPr/>
        <a:lstStyle/>
        <a:p>
          <a:endParaRPr lang="en-US"/>
        </a:p>
      </dgm:t>
    </dgm:pt>
    <dgm:pt modelId="{1D631E7C-AE53-41B3-A4D2-598BEDFBE388}" type="sibTrans" cxnId="{91FC6859-D1CC-4288-9EE2-DDFA56C071F7}">
      <dgm:prSet/>
      <dgm:spPr/>
      <dgm:t>
        <a:bodyPr/>
        <a:lstStyle/>
        <a:p>
          <a:endParaRPr lang="en-US"/>
        </a:p>
      </dgm:t>
    </dgm:pt>
    <dgm:pt modelId="{1D11823A-FCA0-424A-B147-494095D4DACB}">
      <dgm:prSet/>
      <dgm:spPr/>
      <dgm:t>
        <a:bodyPr/>
        <a:lstStyle/>
        <a:p>
          <a:pPr>
            <a:lnSpc>
              <a:spcPct val="100000"/>
            </a:lnSpc>
            <a:defRPr b="1"/>
          </a:pPr>
          <a:r>
            <a:rPr lang="pt-PT" noProof="0" dirty="0"/>
            <a:t>Testes de Integração</a:t>
          </a:r>
        </a:p>
      </dgm:t>
    </dgm:pt>
    <dgm:pt modelId="{7360E832-3E80-4FC8-83A5-9F8C3BD11BCA}" type="parTrans" cxnId="{22F00DB1-9496-4242-A6F2-58D2D29AEC37}">
      <dgm:prSet/>
      <dgm:spPr/>
      <dgm:t>
        <a:bodyPr/>
        <a:lstStyle/>
        <a:p>
          <a:endParaRPr lang="en-US"/>
        </a:p>
      </dgm:t>
    </dgm:pt>
    <dgm:pt modelId="{CE698C51-A680-4B1A-96EA-309C4335B1CC}" type="sibTrans" cxnId="{22F00DB1-9496-4242-A6F2-58D2D29AEC37}">
      <dgm:prSet/>
      <dgm:spPr/>
      <dgm:t>
        <a:bodyPr/>
        <a:lstStyle/>
        <a:p>
          <a:pPr>
            <a:lnSpc>
              <a:spcPct val="100000"/>
            </a:lnSpc>
            <a:defRPr b="1"/>
          </a:pPr>
          <a:endParaRPr lang="en-US"/>
        </a:p>
      </dgm:t>
    </dgm:pt>
    <dgm:pt modelId="{0BB5135B-7204-4F7D-B1C8-FAA09749EA73}">
      <dgm:prSet/>
      <dgm:spPr/>
      <dgm:t>
        <a:bodyPr/>
        <a:lstStyle/>
        <a:p>
          <a:pPr>
            <a:lnSpc>
              <a:spcPct val="100000"/>
            </a:lnSpc>
          </a:pPr>
          <a:r>
            <a:rPr lang="pt-PT" noProof="0" dirty="0"/>
            <a:t>Testes de integração verificam se múltiplos componentes funcionam corretamente quando combinados no sistema.</a:t>
          </a:r>
        </a:p>
      </dgm:t>
    </dgm:pt>
    <dgm:pt modelId="{C79FF54D-4D5B-4ACB-829E-9E09A39C95CB}" type="parTrans" cxnId="{4A013C29-877A-46AA-9DBA-59D7CEAFAD14}">
      <dgm:prSet/>
      <dgm:spPr/>
      <dgm:t>
        <a:bodyPr/>
        <a:lstStyle/>
        <a:p>
          <a:endParaRPr lang="en-US"/>
        </a:p>
      </dgm:t>
    </dgm:pt>
    <dgm:pt modelId="{FA37C304-8FCA-4C42-9BCE-41C95DF73324}" type="sibTrans" cxnId="{4A013C29-877A-46AA-9DBA-59D7CEAFAD14}">
      <dgm:prSet/>
      <dgm:spPr/>
      <dgm:t>
        <a:bodyPr/>
        <a:lstStyle/>
        <a:p>
          <a:endParaRPr lang="en-US"/>
        </a:p>
      </dgm:t>
    </dgm:pt>
    <dgm:pt modelId="{67440AAC-4448-4980-A0C7-4D5F2209798D}">
      <dgm:prSet/>
      <dgm:spPr/>
      <dgm:t>
        <a:bodyPr/>
        <a:lstStyle/>
        <a:p>
          <a:pPr>
            <a:lnSpc>
              <a:spcPct val="100000"/>
            </a:lnSpc>
            <a:defRPr b="1"/>
          </a:pPr>
          <a:r>
            <a:rPr lang="pt-PT" noProof="0" dirty="0"/>
            <a:t>Testes de Carga</a:t>
          </a:r>
        </a:p>
      </dgm:t>
    </dgm:pt>
    <dgm:pt modelId="{5F902CF7-7553-402E-ABF6-92F956922EF2}" type="parTrans" cxnId="{ACB170B3-FE21-46B9-8BEA-3AB6A6D2B8C7}">
      <dgm:prSet/>
      <dgm:spPr/>
      <dgm:t>
        <a:bodyPr/>
        <a:lstStyle/>
        <a:p>
          <a:endParaRPr lang="en-US"/>
        </a:p>
      </dgm:t>
    </dgm:pt>
    <dgm:pt modelId="{221E67BA-B218-4484-8EE2-034386B5AE97}" type="sibTrans" cxnId="{ACB170B3-FE21-46B9-8BEA-3AB6A6D2B8C7}">
      <dgm:prSet/>
      <dgm:spPr/>
      <dgm:t>
        <a:bodyPr/>
        <a:lstStyle/>
        <a:p>
          <a:pPr>
            <a:lnSpc>
              <a:spcPct val="100000"/>
            </a:lnSpc>
            <a:defRPr b="1"/>
          </a:pPr>
          <a:endParaRPr lang="en-US"/>
        </a:p>
      </dgm:t>
    </dgm:pt>
    <dgm:pt modelId="{169F4DF0-F64F-4C38-8847-3A89A4A8EF90}">
      <dgm:prSet/>
      <dgm:spPr/>
      <dgm:t>
        <a:bodyPr/>
        <a:lstStyle/>
        <a:p>
          <a:pPr>
            <a:lnSpc>
              <a:spcPct val="100000"/>
            </a:lnSpc>
          </a:pPr>
          <a:r>
            <a:rPr lang="pt-PT" noProof="0" dirty="0"/>
            <a:t>Testes de carga avaliam desempenho do sistema sob condições extremas para garantir estabilidade e escalabilidade.</a:t>
          </a:r>
        </a:p>
      </dgm:t>
    </dgm:pt>
    <dgm:pt modelId="{8FF72925-A963-4141-A461-71FA55C1ADE3}" type="parTrans" cxnId="{3FE0AA28-D016-4FC1-821D-0F5E2386DC9D}">
      <dgm:prSet/>
      <dgm:spPr/>
      <dgm:t>
        <a:bodyPr/>
        <a:lstStyle/>
        <a:p>
          <a:endParaRPr lang="en-US"/>
        </a:p>
      </dgm:t>
    </dgm:pt>
    <dgm:pt modelId="{8FCD4F6F-91DD-4B5F-85CD-6A940FEF91F1}" type="sibTrans" cxnId="{3FE0AA28-D016-4FC1-821D-0F5E2386DC9D}">
      <dgm:prSet/>
      <dgm:spPr/>
      <dgm:t>
        <a:bodyPr/>
        <a:lstStyle/>
        <a:p>
          <a:endParaRPr lang="en-US"/>
        </a:p>
      </dgm:t>
    </dgm:pt>
    <dgm:pt modelId="{639D37A5-C4A8-4C59-91A0-DA0F26052226}">
      <dgm:prSet/>
      <dgm:spPr/>
      <dgm:t>
        <a:bodyPr/>
        <a:lstStyle/>
        <a:p>
          <a:pPr>
            <a:lnSpc>
              <a:spcPct val="100000"/>
            </a:lnSpc>
            <a:defRPr b="1"/>
          </a:pPr>
          <a:r>
            <a:rPr lang="pt-PT" noProof="0" dirty="0"/>
            <a:t>Automatização e Métricas</a:t>
          </a:r>
        </a:p>
      </dgm:t>
    </dgm:pt>
    <dgm:pt modelId="{668FE5C9-BBEA-475A-BE7B-EB985E728AC9}" type="parTrans" cxnId="{6D4E0C41-62B8-4255-B3AB-DD72A2F801A7}">
      <dgm:prSet/>
      <dgm:spPr/>
      <dgm:t>
        <a:bodyPr/>
        <a:lstStyle/>
        <a:p>
          <a:endParaRPr lang="en-US"/>
        </a:p>
      </dgm:t>
    </dgm:pt>
    <dgm:pt modelId="{C9192167-A36D-40B3-91DD-5F0B42D9F373}" type="sibTrans" cxnId="{6D4E0C41-62B8-4255-B3AB-DD72A2F801A7}">
      <dgm:prSet/>
      <dgm:spPr/>
      <dgm:t>
        <a:bodyPr/>
        <a:lstStyle/>
        <a:p>
          <a:endParaRPr lang="en-US"/>
        </a:p>
      </dgm:t>
    </dgm:pt>
    <dgm:pt modelId="{E84CDF54-6594-4734-8A71-AE451438E158}">
      <dgm:prSet/>
      <dgm:spPr/>
      <dgm:t>
        <a:bodyPr/>
        <a:lstStyle/>
        <a:p>
          <a:pPr>
            <a:lnSpc>
              <a:spcPct val="100000"/>
            </a:lnSpc>
          </a:pPr>
          <a:r>
            <a:rPr lang="pt-PT" noProof="0" dirty="0"/>
            <a:t>Ferramentas como </a:t>
          </a:r>
          <a:r>
            <a:rPr lang="pt-PT" noProof="0" dirty="0" err="1"/>
            <a:t>JUnit</a:t>
          </a:r>
          <a:r>
            <a:rPr lang="pt-PT" noProof="0" dirty="0"/>
            <a:t>, </a:t>
          </a:r>
          <a:r>
            <a:rPr lang="pt-PT" noProof="0" dirty="0" err="1"/>
            <a:t>PyTest</a:t>
          </a:r>
          <a:r>
            <a:rPr lang="pt-PT" noProof="0" dirty="0"/>
            <a:t> e </a:t>
          </a:r>
          <a:r>
            <a:rPr lang="pt-PT" noProof="0" dirty="0" err="1"/>
            <a:t>Selenium</a:t>
          </a:r>
          <a:r>
            <a:rPr lang="pt-PT" noProof="0" dirty="0"/>
            <a:t> automatizam testes, aumentando eficiência e definindo métricas claras de avaliação.</a:t>
          </a:r>
        </a:p>
      </dgm:t>
    </dgm:pt>
    <dgm:pt modelId="{CF41260D-B210-45F7-A7CE-9D8F1CA0D01A}" type="parTrans" cxnId="{0C6F8E62-7FB8-4CF2-9F80-F29C011D93B1}">
      <dgm:prSet/>
      <dgm:spPr/>
      <dgm:t>
        <a:bodyPr/>
        <a:lstStyle/>
        <a:p>
          <a:endParaRPr lang="en-US"/>
        </a:p>
      </dgm:t>
    </dgm:pt>
    <dgm:pt modelId="{37198C5B-20EF-4DA3-BBBD-65AB6BA140A2}" type="sibTrans" cxnId="{0C6F8E62-7FB8-4CF2-9F80-F29C011D93B1}">
      <dgm:prSet/>
      <dgm:spPr/>
      <dgm:t>
        <a:bodyPr/>
        <a:lstStyle/>
        <a:p>
          <a:endParaRPr lang="en-US"/>
        </a:p>
      </dgm:t>
    </dgm:pt>
    <dgm:pt modelId="{CE069B0D-60E5-4CE2-B1BE-B52531213BB8}" type="pres">
      <dgm:prSet presAssocID="{9BD9D55B-BDF9-4DD4-9350-0DF6336CA961}" presName="Name0" presStyleCnt="0">
        <dgm:presLayoutVars>
          <dgm:dir/>
          <dgm:resizeHandles val="exact"/>
        </dgm:presLayoutVars>
      </dgm:prSet>
      <dgm:spPr/>
    </dgm:pt>
    <dgm:pt modelId="{8D34AE11-6346-48FA-BD55-9B368FF60962}" type="pres">
      <dgm:prSet presAssocID="{B5720149-0CE4-4DD3-9A5D-F01A1023181C}" presName="compNode" presStyleCnt="0"/>
      <dgm:spPr/>
    </dgm:pt>
    <dgm:pt modelId="{2B74EB7E-FC61-4D7C-8CB2-3DCACDEAD087}" type="pres">
      <dgm:prSet presAssocID="{B5720149-0CE4-4DD3-9A5D-F01A1023181C}" presName="pictRect" presStyleLbl="revTx" presStyleIdx="0" presStyleCnt="8">
        <dgm:presLayoutVars>
          <dgm:chMax val="0"/>
          <dgm:bulletEnabled/>
        </dgm:presLayoutVars>
      </dgm:prSet>
      <dgm:spPr/>
    </dgm:pt>
    <dgm:pt modelId="{2CD84C69-24C5-40A5-BDF7-87A4680829D7}" type="pres">
      <dgm:prSet presAssocID="{B5720149-0CE4-4DD3-9A5D-F01A1023181C}" presName="textRect" presStyleLbl="revTx" presStyleIdx="1" presStyleCnt="8">
        <dgm:presLayoutVars>
          <dgm:bulletEnabled/>
        </dgm:presLayoutVars>
      </dgm:prSet>
      <dgm:spPr/>
    </dgm:pt>
    <dgm:pt modelId="{3B9A3105-E467-47AF-9B43-1AE6DD17EFBE}" type="pres">
      <dgm:prSet presAssocID="{E1CC63B2-BCE8-483E-B1C1-8C0A365A2AE1}" presName="sibTrans" presStyleLbl="sibTrans2D1" presStyleIdx="0" presStyleCnt="0"/>
      <dgm:spPr/>
    </dgm:pt>
    <dgm:pt modelId="{693D5B59-5EEC-49D6-9AFF-24B79408397D}" type="pres">
      <dgm:prSet presAssocID="{1D11823A-FCA0-424A-B147-494095D4DACB}" presName="compNode" presStyleCnt="0"/>
      <dgm:spPr/>
    </dgm:pt>
    <dgm:pt modelId="{1D0E58E6-A173-4781-AEC8-6139745296FD}" type="pres">
      <dgm:prSet presAssocID="{1D11823A-FCA0-424A-B147-494095D4DACB}" presName="pictRect" presStyleLbl="revTx" presStyleIdx="2" presStyleCnt="8">
        <dgm:presLayoutVars>
          <dgm:chMax val="0"/>
          <dgm:bulletEnabled/>
        </dgm:presLayoutVars>
      </dgm:prSet>
      <dgm:spPr/>
    </dgm:pt>
    <dgm:pt modelId="{02684695-E410-416E-B9A5-E4D5D4D0D3A7}" type="pres">
      <dgm:prSet presAssocID="{1D11823A-FCA0-424A-B147-494095D4DACB}" presName="textRect" presStyleLbl="revTx" presStyleIdx="3" presStyleCnt="8">
        <dgm:presLayoutVars>
          <dgm:bulletEnabled/>
        </dgm:presLayoutVars>
      </dgm:prSet>
      <dgm:spPr/>
    </dgm:pt>
    <dgm:pt modelId="{8C1F7D83-27B0-4110-8EF0-2C6F7FA67EB3}" type="pres">
      <dgm:prSet presAssocID="{CE698C51-A680-4B1A-96EA-309C4335B1CC}" presName="sibTrans" presStyleLbl="sibTrans2D1" presStyleIdx="0" presStyleCnt="0"/>
      <dgm:spPr/>
    </dgm:pt>
    <dgm:pt modelId="{237A5CE2-AD81-4DD5-815B-2C60EB2636BD}" type="pres">
      <dgm:prSet presAssocID="{67440AAC-4448-4980-A0C7-4D5F2209798D}" presName="compNode" presStyleCnt="0"/>
      <dgm:spPr/>
    </dgm:pt>
    <dgm:pt modelId="{A3395AD4-0A76-4D6F-961A-FCFD762600C7}" type="pres">
      <dgm:prSet presAssocID="{67440AAC-4448-4980-A0C7-4D5F2209798D}" presName="pictRect" presStyleLbl="revTx" presStyleIdx="4" presStyleCnt="8">
        <dgm:presLayoutVars>
          <dgm:chMax val="0"/>
          <dgm:bulletEnabled/>
        </dgm:presLayoutVars>
      </dgm:prSet>
      <dgm:spPr/>
    </dgm:pt>
    <dgm:pt modelId="{BB085638-33E3-47DF-A5CB-75E65A030D01}" type="pres">
      <dgm:prSet presAssocID="{67440AAC-4448-4980-A0C7-4D5F2209798D}" presName="textRect" presStyleLbl="revTx" presStyleIdx="5" presStyleCnt="8">
        <dgm:presLayoutVars>
          <dgm:bulletEnabled/>
        </dgm:presLayoutVars>
      </dgm:prSet>
      <dgm:spPr/>
    </dgm:pt>
    <dgm:pt modelId="{E723E51F-5489-49CB-9385-E67FBF329F99}" type="pres">
      <dgm:prSet presAssocID="{221E67BA-B218-4484-8EE2-034386B5AE97}" presName="sibTrans" presStyleLbl="sibTrans2D1" presStyleIdx="0" presStyleCnt="0"/>
      <dgm:spPr/>
    </dgm:pt>
    <dgm:pt modelId="{2D06D86E-9E62-4A64-B3B5-E83FC0E2D67E}" type="pres">
      <dgm:prSet presAssocID="{639D37A5-C4A8-4C59-91A0-DA0F26052226}" presName="compNode" presStyleCnt="0"/>
      <dgm:spPr/>
    </dgm:pt>
    <dgm:pt modelId="{18311165-1E52-4A73-AC08-43644252F223}" type="pres">
      <dgm:prSet presAssocID="{639D37A5-C4A8-4C59-91A0-DA0F26052226}" presName="pictRect" presStyleLbl="revTx" presStyleIdx="6" presStyleCnt="8">
        <dgm:presLayoutVars>
          <dgm:chMax val="0"/>
          <dgm:bulletEnabled/>
        </dgm:presLayoutVars>
      </dgm:prSet>
      <dgm:spPr/>
    </dgm:pt>
    <dgm:pt modelId="{25581A22-9FF7-4C05-9356-82CB9C01F6DD}" type="pres">
      <dgm:prSet presAssocID="{639D37A5-C4A8-4C59-91A0-DA0F26052226}" presName="textRect" presStyleLbl="revTx" presStyleIdx="7" presStyleCnt="8">
        <dgm:presLayoutVars>
          <dgm:bulletEnabled/>
        </dgm:presLayoutVars>
      </dgm:prSet>
      <dgm:spPr/>
    </dgm:pt>
  </dgm:ptLst>
  <dgm:cxnLst>
    <dgm:cxn modelId="{1A46090B-DE36-4817-BD7D-5E58FFEE1049}" srcId="{9BD9D55B-BDF9-4DD4-9350-0DF6336CA961}" destId="{B5720149-0CE4-4DD3-9A5D-F01A1023181C}" srcOrd="0" destOrd="0" parTransId="{D9F99236-EDE9-4751-8C44-71ACD5B5D327}" sibTransId="{E1CC63B2-BCE8-483E-B1C1-8C0A365A2AE1}"/>
    <dgm:cxn modelId="{2D4C071F-AC89-4AB5-A07C-067D539518A4}" type="presOf" srcId="{169F4DF0-F64F-4C38-8847-3A89A4A8EF90}" destId="{BB085638-33E3-47DF-A5CB-75E65A030D01}" srcOrd="0" destOrd="0" presId="urn:microsoft.com/office/officeart/2024/3/layout/hArchList1"/>
    <dgm:cxn modelId="{3FE0AA28-D016-4FC1-821D-0F5E2386DC9D}" srcId="{67440AAC-4448-4980-A0C7-4D5F2209798D}" destId="{169F4DF0-F64F-4C38-8847-3A89A4A8EF90}" srcOrd="0" destOrd="0" parTransId="{8FF72925-A963-4141-A461-71FA55C1ADE3}" sibTransId="{8FCD4F6F-91DD-4B5F-85CD-6A940FEF91F1}"/>
    <dgm:cxn modelId="{4A013C29-877A-46AA-9DBA-59D7CEAFAD14}" srcId="{1D11823A-FCA0-424A-B147-494095D4DACB}" destId="{0BB5135B-7204-4F7D-B1C8-FAA09749EA73}" srcOrd="0" destOrd="0" parTransId="{C79FF54D-4D5B-4ACB-829E-9E09A39C95CB}" sibTransId="{FA37C304-8FCA-4C42-9BCE-41C95DF73324}"/>
    <dgm:cxn modelId="{D17CB02F-78BB-4565-BE73-243A4F7AB8E0}" type="presOf" srcId="{B5720149-0CE4-4DD3-9A5D-F01A1023181C}" destId="{2B74EB7E-FC61-4D7C-8CB2-3DCACDEAD087}" srcOrd="0" destOrd="0" presId="urn:microsoft.com/office/officeart/2024/3/layout/hArchList1"/>
    <dgm:cxn modelId="{C770AA32-3ED3-4290-9D3C-9738A02139C5}" type="presOf" srcId="{E84CDF54-6594-4734-8A71-AE451438E158}" destId="{25581A22-9FF7-4C05-9356-82CB9C01F6DD}" srcOrd="0" destOrd="0" presId="urn:microsoft.com/office/officeart/2024/3/layout/hArchList1"/>
    <dgm:cxn modelId="{6D4E0C41-62B8-4255-B3AB-DD72A2F801A7}" srcId="{9BD9D55B-BDF9-4DD4-9350-0DF6336CA961}" destId="{639D37A5-C4A8-4C59-91A0-DA0F26052226}" srcOrd="3" destOrd="0" parTransId="{668FE5C9-BBEA-475A-BE7B-EB985E728AC9}" sibTransId="{C9192167-A36D-40B3-91DD-5F0B42D9F373}"/>
    <dgm:cxn modelId="{0D915D59-5A9A-459A-AFC3-B63A276607A1}" type="presOf" srcId="{639D37A5-C4A8-4C59-91A0-DA0F26052226}" destId="{18311165-1E52-4A73-AC08-43644252F223}" srcOrd="0" destOrd="0" presId="urn:microsoft.com/office/officeart/2024/3/layout/hArchList1"/>
    <dgm:cxn modelId="{91FC6859-D1CC-4288-9EE2-DDFA56C071F7}" srcId="{B5720149-0CE4-4DD3-9A5D-F01A1023181C}" destId="{7F88C365-A3B2-4BC4-8713-7E0C4BF7747B}" srcOrd="0" destOrd="0" parTransId="{0E957556-C582-46C3-BABC-4013700F69B4}" sibTransId="{1D631E7C-AE53-41B3-A4D2-598BEDFBE388}"/>
    <dgm:cxn modelId="{6E577261-369C-4101-B60D-6AC9CABA6457}" type="presOf" srcId="{0BB5135B-7204-4F7D-B1C8-FAA09749EA73}" destId="{02684695-E410-416E-B9A5-E4D5D4D0D3A7}" srcOrd="0" destOrd="0" presId="urn:microsoft.com/office/officeart/2024/3/layout/hArchList1"/>
    <dgm:cxn modelId="{0C6F8E62-7FB8-4CF2-9F80-F29C011D93B1}" srcId="{639D37A5-C4A8-4C59-91A0-DA0F26052226}" destId="{E84CDF54-6594-4734-8A71-AE451438E158}" srcOrd="0" destOrd="0" parTransId="{CF41260D-B210-45F7-A7CE-9D8F1CA0D01A}" sibTransId="{37198C5B-20EF-4DA3-BBBD-65AB6BA140A2}"/>
    <dgm:cxn modelId="{65BE1286-69B2-4054-B2CE-946C6A35CE66}" type="presOf" srcId="{CE698C51-A680-4B1A-96EA-309C4335B1CC}" destId="{8C1F7D83-27B0-4110-8EF0-2C6F7FA67EB3}" srcOrd="0" destOrd="0" presId="urn:microsoft.com/office/officeart/2024/3/layout/hArchList1"/>
    <dgm:cxn modelId="{205C0FAE-069F-42D7-8748-5C336C73177D}" type="presOf" srcId="{7F88C365-A3B2-4BC4-8713-7E0C4BF7747B}" destId="{2CD84C69-24C5-40A5-BDF7-87A4680829D7}" srcOrd="0" destOrd="0" presId="urn:microsoft.com/office/officeart/2024/3/layout/hArchList1"/>
    <dgm:cxn modelId="{F2AB82B0-5947-44EA-A8A9-9C1C501572D1}" type="presOf" srcId="{9BD9D55B-BDF9-4DD4-9350-0DF6336CA961}" destId="{CE069B0D-60E5-4CE2-B1BE-B52531213BB8}" srcOrd="0" destOrd="0" presId="urn:microsoft.com/office/officeart/2024/3/layout/hArchList1"/>
    <dgm:cxn modelId="{22F00DB1-9496-4242-A6F2-58D2D29AEC37}" srcId="{9BD9D55B-BDF9-4DD4-9350-0DF6336CA961}" destId="{1D11823A-FCA0-424A-B147-494095D4DACB}" srcOrd="1" destOrd="0" parTransId="{7360E832-3E80-4FC8-83A5-9F8C3BD11BCA}" sibTransId="{CE698C51-A680-4B1A-96EA-309C4335B1CC}"/>
    <dgm:cxn modelId="{ACB170B3-FE21-46B9-8BEA-3AB6A6D2B8C7}" srcId="{9BD9D55B-BDF9-4DD4-9350-0DF6336CA961}" destId="{67440AAC-4448-4980-A0C7-4D5F2209798D}" srcOrd="2" destOrd="0" parTransId="{5F902CF7-7553-402E-ABF6-92F956922EF2}" sibTransId="{221E67BA-B218-4484-8EE2-034386B5AE97}"/>
    <dgm:cxn modelId="{825A21BA-5F6B-4668-BEF8-E88E1E161D36}" type="presOf" srcId="{67440AAC-4448-4980-A0C7-4D5F2209798D}" destId="{A3395AD4-0A76-4D6F-961A-FCFD762600C7}" srcOrd="0" destOrd="0" presId="urn:microsoft.com/office/officeart/2024/3/layout/hArchList1"/>
    <dgm:cxn modelId="{5731CCBD-07B4-4420-86DA-1E0A9893CEA4}" type="presOf" srcId="{221E67BA-B218-4484-8EE2-034386B5AE97}" destId="{E723E51F-5489-49CB-9385-E67FBF329F99}" srcOrd="0" destOrd="0" presId="urn:microsoft.com/office/officeart/2024/3/layout/hArchList1"/>
    <dgm:cxn modelId="{2CB130D0-F848-405C-89B2-80F0AD3C3EE2}" type="presOf" srcId="{E1CC63B2-BCE8-483E-B1C1-8C0A365A2AE1}" destId="{3B9A3105-E467-47AF-9B43-1AE6DD17EFBE}" srcOrd="0" destOrd="0" presId="urn:microsoft.com/office/officeart/2024/3/layout/hArchList1"/>
    <dgm:cxn modelId="{234680ED-5AE0-4D01-871F-ECE689FFA868}" type="presOf" srcId="{1D11823A-FCA0-424A-B147-494095D4DACB}" destId="{1D0E58E6-A173-4781-AEC8-6139745296FD}" srcOrd="0" destOrd="0" presId="urn:microsoft.com/office/officeart/2024/3/layout/hArchList1"/>
    <dgm:cxn modelId="{E272ECB4-21E6-479E-A2DA-0F85038C6199}" type="presParOf" srcId="{CE069B0D-60E5-4CE2-B1BE-B52531213BB8}" destId="{8D34AE11-6346-48FA-BD55-9B368FF60962}" srcOrd="0" destOrd="0" presId="urn:microsoft.com/office/officeart/2024/3/layout/hArchList1"/>
    <dgm:cxn modelId="{6FF3C257-C2FB-4F3A-9BF3-5A89B1386967}" type="presParOf" srcId="{8D34AE11-6346-48FA-BD55-9B368FF60962}" destId="{2B74EB7E-FC61-4D7C-8CB2-3DCACDEAD087}" srcOrd="0" destOrd="0" presId="urn:microsoft.com/office/officeart/2024/3/layout/hArchList1"/>
    <dgm:cxn modelId="{9BEDED0B-4D63-4659-92D1-DF0E4D371830}" type="presParOf" srcId="{8D34AE11-6346-48FA-BD55-9B368FF60962}" destId="{2CD84C69-24C5-40A5-BDF7-87A4680829D7}" srcOrd="1" destOrd="0" presId="urn:microsoft.com/office/officeart/2024/3/layout/hArchList1"/>
    <dgm:cxn modelId="{CC27DEE4-D286-4A17-8FD9-9929569B176D}" type="presParOf" srcId="{CE069B0D-60E5-4CE2-B1BE-B52531213BB8}" destId="{3B9A3105-E467-47AF-9B43-1AE6DD17EFBE}" srcOrd="1" destOrd="0" presId="urn:microsoft.com/office/officeart/2024/3/layout/hArchList1"/>
    <dgm:cxn modelId="{F9DB08F3-C670-4627-8853-87EF9E84E29D}" type="presParOf" srcId="{CE069B0D-60E5-4CE2-B1BE-B52531213BB8}" destId="{693D5B59-5EEC-49D6-9AFF-24B79408397D}" srcOrd="2" destOrd="0" presId="urn:microsoft.com/office/officeart/2024/3/layout/hArchList1"/>
    <dgm:cxn modelId="{688B5BC5-18E6-4DC9-B959-D0B38FC9E8E2}" type="presParOf" srcId="{693D5B59-5EEC-49D6-9AFF-24B79408397D}" destId="{1D0E58E6-A173-4781-AEC8-6139745296FD}" srcOrd="0" destOrd="0" presId="urn:microsoft.com/office/officeart/2024/3/layout/hArchList1"/>
    <dgm:cxn modelId="{EACC47A1-B54F-4D00-ABC4-6054FBEF9E5B}" type="presParOf" srcId="{693D5B59-5EEC-49D6-9AFF-24B79408397D}" destId="{02684695-E410-416E-B9A5-E4D5D4D0D3A7}" srcOrd="1" destOrd="0" presId="urn:microsoft.com/office/officeart/2024/3/layout/hArchList1"/>
    <dgm:cxn modelId="{40684A20-20F6-4646-895D-B1D666C9014D}" type="presParOf" srcId="{CE069B0D-60E5-4CE2-B1BE-B52531213BB8}" destId="{8C1F7D83-27B0-4110-8EF0-2C6F7FA67EB3}" srcOrd="3" destOrd="0" presId="urn:microsoft.com/office/officeart/2024/3/layout/hArchList1"/>
    <dgm:cxn modelId="{AB90AB49-F8A3-45BC-A391-5EEA6E3D9B96}" type="presParOf" srcId="{CE069B0D-60E5-4CE2-B1BE-B52531213BB8}" destId="{237A5CE2-AD81-4DD5-815B-2C60EB2636BD}" srcOrd="4" destOrd="0" presId="urn:microsoft.com/office/officeart/2024/3/layout/hArchList1"/>
    <dgm:cxn modelId="{E5ED3B60-08FE-422A-8920-E94A1EC3E5AB}" type="presParOf" srcId="{237A5CE2-AD81-4DD5-815B-2C60EB2636BD}" destId="{A3395AD4-0A76-4D6F-961A-FCFD762600C7}" srcOrd="0" destOrd="0" presId="urn:microsoft.com/office/officeart/2024/3/layout/hArchList1"/>
    <dgm:cxn modelId="{DD3657E3-1099-4F48-894D-A3C29CAAA779}" type="presParOf" srcId="{237A5CE2-AD81-4DD5-815B-2C60EB2636BD}" destId="{BB085638-33E3-47DF-A5CB-75E65A030D01}" srcOrd="1" destOrd="0" presId="urn:microsoft.com/office/officeart/2024/3/layout/hArchList1"/>
    <dgm:cxn modelId="{FAF454F5-D110-4C6D-B84E-B671A5B38FB4}" type="presParOf" srcId="{CE069B0D-60E5-4CE2-B1BE-B52531213BB8}" destId="{E723E51F-5489-49CB-9385-E67FBF329F99}" srcOrd="5" destOrd="0" presId="urn:microsoft.com/office/officeart/2024/3/layout/hArchList1"/>
    <dgm:cxn modelId="{5A982144-8D58-4635-BAA6-F119678520CA}" type="presParOf" srcId="{CE069B0D-60E5-4CE2-B1BE-B52531213BB8}" destId="{2D06D86E-9E62-4A64-B3B5-E83FC0E2D67E}" srcOrd="6" destOrd="0" presId="urn:microsoft.com/office/officeart/2024/3/layout/hArchList1"/>
    <dgm:cxn modelId="{8DC10D68-8E75-4599-A963-D5A5C9412DC0}" type="presParOf" srcId="{2D06D86E-9E62-4A64-B3B5-E83FC0E2D67E}" destId="{18311165-1E52-4A73-AC08-43644252F223}" srcOrd="0" destOrd="0" presId="urn:microsoft.com/office/officeart/2024/3/layout/hArchList1"/>
    <dgm:cxn modelId="{8CB39F51-EA3F-46DA-AFFE-CA85BFCC569B}" type="presParOf" srcId="{2D06D86E-9E62-4A64-B3B5-E83FC0E2D67E}" destId="{25581A22-9FF7-4C05-9356-82CB9C01F6DD}"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F2754B0A-6E15-4B65-8741-53630B146FEC}"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F4E9AF6C-3949-406D-888C-96CED4EBF7A5}">
      <dgm:prSet/>
      <dgm:spPr/>
      <dgm:t>
        <a:bodyPr/>
        <a:lstStyle/>
        <a:p>
          <a:pPr>
            <a:lnSpc>
              <a:spcPct val="100000"/>
            </a:lnSpc>
            <a:defRPr b="1"/>
          </a:pPr>
          <a:r>
            <a:rPr lang="pt-PT" noProof="0" dirty="0"/>
            <a:t>Métricas Quantitativas</a:t>
          </a:r>
        </a:p>
      </dgm:t>
    </dgm:pt>
    <dgm:pt modelId="{421D91D7-B386-44DA-8212-AD99D947CBE4}" type="parTrans" cxnId="{CC632DC9-EB65-42EE-9C3D-99E40924A240}">
      <dgm:prSet/>
      <dgm:spPr/>
      <dgm:t>
        <a:bodyPr/>
        <a:lstStyle/>
        <a:p>
          <a:endParaRPr lang="en-US"/>
        </a:p>
      </dgm:t>
    </dgm:pt>
    <dgm:pt modelId="{C4DFCAF9-CAC0-49A7-AEE3-A22E2D7FC72D}" type="sibTrans" cxnId="{CC632DC9-EB65-42EE-9C3D-99E40924A240}">
      <dgm:prSet/>
      <dgm:spPr/>
      <dgm:t>
        <a:bodyPr/>
        <a:lstStyle/>
        <a:p>
          <a:pPr>
            <a:lnSpc>
              <a:spcPct val="100000"/>
            </a:lnSpc>
            <a:defRPr b="1"/>
          </a:pPr>
          <a:endParaRPr lang="en-US"/>
        </a:p>
      </dgm:t>
    </dgm:pt>
    <dgm:pt modelId="{70B2C7B7-A192-4DCD-9437-8B764404D305}">
      <dgm:prSet/>
      <dgm:spPr/>
      <dgm:t>
        <a:bodyPr/>
        <a:lstStyle/>
        <a:p>
          <a:pPr>
            <a:lnSpc>
              <a:spcPct val="100000"/>
            </a:lnSpc>
          </a:pPr>
          <a:r>
            <a:rPr lang="pt-PT" noProof="0" dirty="0"/>
            <a:t>Apresentar tempo médio de resposta, taxa de sucesso e consumo de memória comparados a metas definidas inicialmente.</a:t>
          </a:r>
        </a:p>
      </dgm:t>
    </dgm:pt>
    <dgm:pt modelId="{6F119966-094B-4A3F-AC4C-FFB8DE273B5A}" type="parTrans" cxnId="{78BB7D39-02D7-4429-9DE5-F721E2691B24}">
      <dgm:prSet/>
      <dgm:spPr/>
      <dgm:t>
        <a:bodyPr/>
        <a:lstStyle/>
        <a:p>
          <a:endParaRPr lang="en-US"/>
        </a:p>
      </dgm:t>
    </dgm:pt>
    <dgm:pt modelId="{68876C77-E3EA-4BA6-B990-997A192929B2}" type="sibTrans" cxnId="{78BB7D39-02D7-4429-9DE5-F721E2691B24}">
      <dgm:prSet/>
      <dgm:spPr/>
      <dgm:t>
        <a:bodyPr/>
        <a:lstStyle/>
        <a:p>
          <a:endParaRPr lang="en-US"/>
        </a:p>
      </dgm:t>
    </dgm:pt>
    <dgm:pt modelId="{9244F983-C9C8-4034-9775-31AFE96418D2}">
      <dgm:prSet/>
      <dgm:spPr/>
      <dgm:t>
        <a:bodyPr/>
        <a:lstStyle/>
        <a:p>
          <a:pPr>
            <a:lnSpc>
              <a:spcPct val="100000"/>
            </a:lnSpc>
            <a:defRPr b="1"/>
          </a:pPr>
          <a:r>
            <a:rPr lang="pt-PT" noProof="0" dirty="0"/>
            <a:t>Análise de Tendências</a:t>
          </a:r>
        </a:p>
      </dgm:t>
    </dgm:pt>
    <dgm:pt modelId="{4D8B965E-37DD-430F-B235-4F4B0BB4CA1D}" type="parTrans" cxnId="{FFD33293-4790-4B74-A2B8-6563E33E390C}">
      <dgm:prSet/>
      <dgm:spPr/>
      <dgm:t>
        <a:bodyPr/>
        <a:lstStyle/>
        <a:p>
          <a:endParaRPr lang="en-US"/>
        </a:p>
      </dgm:t>
    </dgm:pt>
    <dgm:pt modelId="{4C8213EE-88CA-456A-A915-25008F6B6438}" type="sibTrans" cxnId="{FFD33293-4790-4B74-A2B8-6563E33E390C}">
      <dgm:prSet/>
      <dgm:spPr/>
      <dgm:t>
        <a:bodyPr/>
        <a:lstStyle/>
        <a:p>
          <a:pPr>
            <a:lnSpc>
              <a:spcPct val="100000"/>
            </a:lnSpc>
            <a:defRPr b="1"/>
          </a:pPr>
          <a:endParaRPr lang="en-US"/>
        </a:p>
      </dgm:t>
    </dgm:pt>
    <dgm:pt modelId="{163B4674-6AD7-4FA2-A3D3-AE110443E29C}">
      <dgm:prSet/>
      <dgm:spPr/>
      <dgm:t>
        <a:bodyPr/>
        <a:lstStyle/>
        <a:p>
          <a:pPr>
            <a:lnSpc>
              <a:spcPct val="100000"/>
            </a:lnSpc>
          </a:pPr>
          <a:r>
            <a:rPr lang="pt-PT" noProof="0" dirty="0"/>
            <a:t>Gráficos e tabelas ilustram melhorias após otimizações e identificam gargalos no sistema.</a:t>
          </a:r>
        </a:p>
      </dgm:t>
    </dgm:pt>
    <dgm:pt modelId="{C1A4201C-32F8-4D1E-8FAD-422732817EB8}" type="parTrans" cxnId="{8E71C7E3-C45B-4297-8EF5-D87EB9932E8D}">
      <dgm:prSet/>
      <dgm:spPr/>
      <dgm:t>
        <a:bodyPr/>
        <a:lstStyle/>
        <a:p>
          <a:endParaRPr lang="en-US"/>
        </a:p>
      </dgm:t>
    </dgm:pt>
    <dgm:pt modelId="{13F0CE69-FD84-41FA-9B6D-5ED434E09C96}" type="sibTrans" cxnId="{8E71C7E3-C45B-4297-8EF5-D87EB9932E8D}">
      <dgm:prSet/>
      <dgm:spPr/>
      <dgm:t>
        <a:bodyPr/>
        <a:lstStyle/>
        <a:p>
          <a:endParaRPr lang="en-US"/>
        </a:p>
      </dgm:t>
    </dgm:pt>
    <dgm:pt modelId="{3DB5A003-BBC6-4ECC-9503-F5859213DA52}">
      <dgm:prSet/>
      <dgm:spPr/>
      <dgm:t>
        <a:bodyPr/>
        <a:lstStyle/>
        <a:p>
          <a:pPr>
            <a:lnSpc>
              <a:spcPct val="100000"/>
            </a:lnSpc>
            <a:defRPr b="1"/>
          </a:pPr>
          <a:r>
            <a:rPr lang="pt-PT" noProof="0" dirty="0"/>
            <a:t>Análise de Falhas e Soluções</a:t>
          </a:r>
        </a:p>
      </dgm:t>
    </dgm:pt>
    <dgm:pt modelId="{52047C1E-4E2C-468E-9CC2-A1EF17234188}" type="parTrans" cxnId="{4CACBF2A-73BE-4459-818C-7E17716901F0}">
      <dgm:prSet/>
      <dgm:spPr/>
      <dgm:t>
        <a:bodyPr/>
        <a:lstStyle/>
        <a:p>
          <a:endParaRPr lang="en-US"/>
        </a:p>
      </dgm:t>
    </dgm:pt>
    <dgm:pt modelId="{8C202E3F-993F-4F47-83DF-E3D50AB83994}" type="sibTrans" cxnId="{4CACBF2A-73BE-4459-818C-7E17716901F0}">
      <dgm:prSet/>
      <dgm:spPr/>
      <dgm:t>
        <a:bodyPr/>
        <a:lstStyle/>
        <a:p>
          <a:pPr>
            <a:lnSpc>
              <a:spcPct val="100000"/>
            </a:lnSpc>
            <a:defRPr b="1"/>
          </a:pPr>
          <a:endParaRPr lang="en-US"/>
        </a:p>
      </dgm:t>
    </dgm:pt>
    <dgm:pt modelId="{FC84A8AE-2D1D-4FD6-9B0A-A87AD46219B4}">
      <dgm:prSet/>
      <dgm:spPr/>
      <dgm:t>
        <a:bodyPr/>
        <a:lstStyle/>
        <a:p>
          <a:pPr>
            <a:lnSpc>
              <a:spcPct val="100000"/>
            </a:lnSpc>
          </a:pPr>
          <a:r>
            <a:rPr lang="pt-PT" noProof="0" dirty="0"/>
            <a:t>Identificar causas de falhas e sugerir ajustes na arquitetura ou otimização de código para melhorias.</a:t>
          </a:r>
        </a:p>
      </dgm:t>
    </dgm:pt>
    <dgm:pt modelId="{8A688B7B-046E-4DB1-B0D7-2F0BBDFF9808}" type="parTrans" cxnId="{7A12F8D2-89AD-4D7C-98B7-F8EC12F43B99}">
      <dgm:prSet/>
      <dgm:spPr/>
      <dgm:t>
        <a:bodyPr/>
        <a:lstStyle/>
        <a:p>
          <a:endParaRPr lang="en-US"/>
        </a:p>
      </dgm:t>
    </dgm:pt>
    <dgm:pt modelId="{83DB3DE8-C088-40E1-BD9E-69660C911D93}" type="sibTrans" cxnId="{7A12F8D2-89AD-4D7C-98B7-F8EC12F43B99}">
      <dgm:prSet/>
      <dgm:spPr/>
      <dgm:t>
        <a:bodyPr/>
        <a:lstStyle/>
        <a:p>
          <a:endParaRPr lang="en-US"/>
        </a:p>
      </dgm:t>
    </dgm:pt>
    <dgm:pt modelId="{1B624CA3-F882-4855-9CA4-2E5BF1257D21}">
      <dgm:prSet/>
      <dgm:spPr/>
      <dgm:t>
        <a:bodyPr/>
        <a:lstStyle/>
        <a:p>
          <a:pPr>
            <a:lnSpc>
              <a:spcPct val="100000"/>
            </a:lnSpc>
            <a:defRPr b="1"/>
          </a:pPr>
          <a:r>
            <a:rPr lang="pt-PT" noProof="0" dirty="0"/>
            <a:t>Credibilidade e Viabilidade</a:t>
          </a:r>
        </a:p>
      </dgm:t>
    </dgm:pt>
    <dgm:pt modelId="{49EDC5C4-9A9B-49B6-A0A6-5BEA48B32537}" type="parTrans" cxnId="{FFC2E9F3-72AF-4837-B1EA-AD26E45C1FE8}">
      <dgm:prSet/>
      <dgm:spPr/>
      <dgm:t>
        <a:bodyPr/>
        <a:lstStyle/>
        <a:p>
          <a:endParaRPr lang="en-US"/>
        </a:p>
      </dgm:t>
    </dgm:pt>
    <dgm:pt modelId="{B83121E1-A105-4979-BFFA-A33D05949B20}" type="sibTrans" cxnId="{FFC2E9F3-72AF-4837-B1EA-AD26E45C1FE8}">
      <dgm:prSet/>
      <dgm:spPr/>
      <dgm:t>
        <a:bodyPr/>
        <a:lstStyle/>
        <a:p>
          <a:endParaRPr lang="en-US"/>
        </a:p>
      </dgm:t>
    </dgm:pt>
    <dgm:pt modelId="{8841FE50-488F-4AF2-827C-F93F9DFB7ED9}">
      <dgm:prSet/>
      <dgm:spPr/>
      <dgm:t>
        <a:bodyPr/>
        <a:lstStyle/>
        <a:p>
          <a:pPr>
            <a:lnSpc>
              <a:spcPct val="100000"/>
            </a:lnSpc>
          </a:pPr>
          <a:r>
            <a:rPr lang="pt-PT" noProof="0" dirty="0"/>
            <a:t>Apresentação clara dos resultados reforça a credibilidade do projeto e comprova sua viabilidade técnica.</a:t>
          </a:r>
        </a:p>
      </dgm:t>
    </dgm:pt>
    <dgm:pt modelId="{532ECBC2-86A5-4813-BA31-09C0A4FCD086}" type="parTrans" cxnId="{19FE96D0-02F3-42AC-B0A8-F53926ECA90E}">
      <dgm:prSet/>
      <dgm:spPr/>
      <dgm:t>
        <a:bodyPr/>
        <a:lstStyle/>
        <a:p>
          <a:endParaRPr lang="en-US"/>
        </a:p>
      </dgm:t>
    </dgm:pt>
    <dgm:pt modelId="{62CBBE4A-5716-44B4-A2E9-DB44A3DBA389}" type="sibTrans" cxnId="{19FE96D0-02F3-42AC-B0A8-F53926ECA90E}">
      <dgm:prSet/>
      <dgm:spPr/>
      <dgm:t>
        <a:bodyPr/>
        <a:lstStyle/>
        <a:p>
          <a:endParaRPr lang="en-US"/>
        </a:p>
      </dgm:t>
    </dgm:pt>
    <dgm:pt modelId="{FDC1C215-7608-4124-8F35-E58DAE7F5A72}" type="pres">
      <dgm:prSet presAssocID="{F2754B0A-6E15-4B65-8741-53630B146FEC}" presName="Name0" presStyleCnt="0">
        <dgm:presLayoutVars>
          <dgm:dir/>
          <dgm:resizeHandles val="exact"/>
        </dgm:presLayoutVars>
      </dgm:prSet>
      <dgm:spPr/>
    </dgm:pt>
    <dgm:pt modelId="{EB475144-1B2F-4032-9FA6-2FC57E48617D}" type="pres">
      <dgm:prSet presAssocID="{F4E9AF6C-3949-406D-888C-96CED4EBF7A5}" presName="compNode" presStyleCnt="0"/>
      <dgm:spPr/>
    </dgm:pt>
    <dgm:pt modelId="{1BCE48D3-FF1F-47A0-8D7A-EEF4D56C12A8}" type="pres">
      <dgm:prSet presAssocID="{F4E9AF6C-3949-406D-888C-96CED4EBF7A5}" presName="pictRect" presStyleLbl="revTx" presStyleIdx="0" presStyleCnt="8">
        <dgm:presLayoutVars>
          <dgm:chMax val="0"/>
          <dgm:bulletEnabled/>
        </dgm:presLayoutVars>
      </dgm:prSet>
      <dgm:spPr/>
    </dgm:pt>
    <dgm:pt modelId="{3B30690E-2FCB-4B17-BCC5-71D67C4CB2A4}" type="pres">
      <dgm:prSet presAssocID="{F4E9AF6C-3949-406D-888C-96CED4EBF7A5}" presName="textRect" presStyleLbl="revTx" presStyleIdx="1" presStyleCnt="8">
        <dgm:presLayoutVars>
          <dgm:bulletEnabled/>
        </dgm:presLayoutVars>
      </dgm:prSet>
      <dgm:spPr/>
    </dgm:pt>
    <dgm:pt modelId="{FF09AD03-373E-4EDE-B219-3CADCD72D8BB}" type="pres">
      <dgm:prSet presAssocID="{C4DFCAF9-CAC0-49A7-AEE3-A22E2D7FC72D}" presName="sibTrans" presStyleLbl="sibTrans2D1" presStyleIdx="0" presStyleCnt="0"/>
      <dgm:spPr/>
    </dgm:pt>
    <dgm:pt modelId="{A2D52093-7A74-4C75-B996-430D361F26E9}" type="pres">
      <dgm:prSet presAssocID="{9244F983-C9C8-4034-9775-31AFE96418D2}" presName="compNode" presStyleCnt="0"/>
      <dgm:spPr/>
    </dgm:pt>
    <dgm:pt modelId="{13D69A59-AF8F-46DC-AA11-B22D09D9D0D8}" type="pres">
      <dgm:prSet presAssocID="{9244F983-C9C8-4034-9775-31AFE96418D2}" presName="pictRect" presStyleLbl="revTx" presStyleIdx="2" presStyleCnt="8">
        <dgm:presLayoutVars>
          <dgm:chMax val="0"/>
          <dgm:bulletEnabled/>
        </dgm:presLayoutVars>
      </dgm:prSet>
      <dgm:spPr/>
    </dgm:pt>
    <dgm:pt modelId="{12E8C7C3-1055-4021-A253-EB44A1090552}" type="pres">
      <dgm:prSet presAssocID="{9244F983-C9C8-4034-9775-31AFE96418D2}" presName="textRect" presStyleLbl="revTx" presStyleIdx="3" presStyleCnt="8">
        <dgm:presLayoutVars>
          <dgm:bulletEnabled/>
        </dgm:presLayoutVars>
      </dgm:prSet>
      <dgm:spPr/>
    </dgm:pt>
    <dgm:pt modelId="{38C9AD3A-7E95-4F75-9776-4487F246F8BF}" type="pres">
      <dgm:prSet presAssocID="{4C8213EE-88CA-456A-A915-25008F6B6438}" presName="sibTrans" presStyleLbl="sibTrans2D1" presStyleIdx="0" presStyleCnt="0"/>
      <dgm:spPr/>
    </dgm:pt>
    <dgm:pt modelId="{4586D8D2-CE5A-46FE-AD98-E6F3EB302233}" type="pres">
      <dgm:prSet presAssocID="{3DB5A003-BBC6-4ECC-9503-F5859213DA52}" presName="compNode" presStyleCnt="0"/>
      <dgm:spPr/>
    </dgm:pt>
    <dgm:pt modelId="{49CA3215-8CD2-4EAA-9F6D-0B3C3D1E2E54}" type="pres">
      <dgm:prSet presAssocID="{3DB5A003-BBC6-4ECC-9503-F5859213DA52}" presName="pictRect" presStyleLbl="revTx" presStyleIdx="4" presStyleCnt="8">
        <dgm:presLayoutVars>
          <dgm:chMax val="0"/>
          <dgm:bulletEnabled/>
        </dgm:presLayoutVars>
      </dgm:prSet>
      <dgm:spPr/>
    </dgm:pt>
    <dgm:pt modelId="{EC9E5AB1-8956-4277-B617-010823A82D69}" type="pres">
      <dgm:prSet presAssocID="{3DB5A003-BBC6-4ECC-9503-F5859213DA52}" presName="textRect" presStyleLbl="revTx" presStyleIdx="5" presStyleCnt="8">
        <dgm:presLayoutVars>
          <dgm:bulletEnabled/>
        </dgm:presLayoutVars>
      </dgm:prSet>
      <dgm:spPr/>
    </dgm:pt>
    <dgm:pt modelId="{8D45B1FB-F5F6-457F-928B-B4C9BCDDC5E4}" type="pres">
      <dgm:prSet presAssocID="{8C202E3F-993F-4F47-83DF-E3D50AB83994}" presName="sibTrans" presStyleLbl="sibTrans2D1" presStyleIdx="0" presStyleCnt="0"/>
      <dgm:spPr/>
    </dgm:pt>
    <dgm:pt modelId="{10A4A502-DA5D-462F-8A4F-1B9640937470}" type="pres">
      <dgm:prSet presAssocID="{1B624CA3-F882-4855-9CA4-2E5BF1257D21}" presName="compNode" presStyleCnt="0"/>
      <dgm:spPr/>
    </dgm:pt>
    <dgm:pt modelId="{1534AF63-B0CE-4C03-894B-2A6DE23269CA}" type="pres">
      <dgm:prSet presAssocID="{1B624CA3-F882-4855-9CA4-2E5BF1257D21}" presName="pictRect" presStyleLbl="revTx" presStyleIdx="6" presStyleCnt="8">
        <dgm:presLayoutVars>
          <dgm:chMax val="0"/>
          <dgm:bulletEnabled/>
        </dgm:presLayoutVars>
      </dgm:prSet>
      <dgm:spPr/>
    </dgm:pt>
    <dgm:pt modelId="{63572C1D-169B-4603-A313-DBEF28DDFAE1}" type="pres">
      <dgm:prSet presAssocID="{1B624CA3-F882-4855-9CA4-2E5BF1257D21}" presName="textRect" presStyleLbl="revTx" presStyleIdx="7" presStyleCnt="8">
        <dgm:presLayoutVars>
          <dgm:bulletEnabled/>
        </dgm:presLayoutVars>
      </dgm:prSet>
      <dgm:spPr/>
    </dgm:pt>
  </dgm:ptLst>
  <dgm:cxnLst>
    <dgm:cxn modelId="{7C038325-ECB7-4AEF-927C-857ED91178CD}" type="presOf" srcId="{1B624CA3-F882-4855-9CA4-2E5BF1257D21}" destId="{1534AF63-B0CE-4C03-894B-2A6DE23269CA}" srcOrd="0" destOrd="0" presId="urn:microsoft.com/office/officeart/2024/3/layout/hArchList1"/>
    <dgm:cxn modelId="{4CACBF2A-73BE-4459-818C-7E17716901F0}" srcId="{F2754B0A-6E15-4B65-8741-53630B146FEC}" destId="{3DB5A003-BBC6-4ECC-9503-F5859213DA52}" srcOrd="2" destOrd="0" parTransId="{52047C1E-4E2C-468E-9CC2-A1EF17234188}" sibTransId="{8C202E3F-993F-4F47-83DF-E3D50AB83994}"/>
    <dgm:cxn modelId="{84095231-74CD-49AA-B9CA-B4AEBE83338B}" type="presOf" srcId="{9244F983-C9C8-4034-9775-31AFE96418D2}" destId="{13D69A59-AF8F-46DC-AA11-B22D09D9D0D8}" srcOrd="0" destOrd="0" presId="urn:microsoft.com/office/officeart/2024/3/layout/hArchList1"/>
    <dgm:cxn modelId="{78BB7D39-02D7-4429-9DE5-F721E2691B24}" srcId="{F4E9AF6C-3949-406D-888C-96CED4EBF7A5}" destId="{70B2C7B7-A192-4DCD-9437-8B764404D305}" srcOrd="0" destOrd="0" parTransId="{6F119966-094B-4A3F-AC4C-FFB8DE273B5A}" sibTransId="{68876C77-E3EA-4BA6-B990-997A192929B2}"/>
    <dgm:cxn modelId="{E72F8E39-E959-46FA-A118-9A8E2DF3D1D6}" type="presOf" srcId="{F4E9AF6C-3949-406D-888C-96CED4EBF7A5}" destId="{1BCE48D3-FF1F-47A0-8D7A-EEF4D56C12A8}" srcOrd="0" destOrd="0" presId="urn:microsoft.com/office/officeart/2024/3/layout/hArchList1"/>
    <dgm:cxn modelId="{E0A47E43-79B1-436B-93F8-71B8CBB262BF}" type="presOf" srcId="{163B4674-6AD7-4FA2-A3D3-AE110443E29C}" destId="{12E8C7C3-1055-4021-A253-EB44A1090552}" srcOrd="0" destOrd="0" presId="urn:microsoft.com/office/officeart/2024/3/layout/hArchList1"/>
    <dgm:cxn modelId="{B07FF181-7309-40E9-A3C2-AA879B1AE151}" type="presOf" srcId="{FC84A8AE-2D1D-4FD6-9B0A-A87AD46219B4}" destId="{EC9E5AB1-8956-4277-B617-010823A82D69}" srcOrd="0" destOrd="0" presId="urn:microsoft.com/office/officeart/2024/3/layout/hArchList1"/>
    <dgm:cxn modelId="{FFD33293-4790-4B74-A2B8-6563E33E390C}" srcId="{F2754B0A-6E15-4B65-8741-53630B146FEC}" destId="{9244F983-C9C8-4034-9775-31AFE96418D2}" srcOrd="1" destOrd="0" parTransId="{4D8B965E-37DD-430F-B235-4F4B0BB4CA1D}" sibTransId="{4C8213EE-88CA-456A-A915-25008F6B6438}"/>
    <dgm:cxn modelId="{FF25609F-F09C-4885-9135-2B99060A2D13}" type="presOf" srcId="{C4DFCAF9-CAC0-49A7-AEE3-A22E2D7FC72D}" destId="{FF09AD03-373E-4EDE-B219-3CADCD72D8BB}" srcOrd="0" destOrd="0" presId="urn:microsoft.com/office/officeart/2024/3/layout/hArchList1"/>
    <dgm:cxn modelId="{A06B05AF-ED7A-4804-AA23-9D682C7A3191}" type="presOf" srcId="{8C202E3F-993F-4F47-83DF-E3D50AB83994}" destId="{8D45B1FB-F5F6-457F-928B-B4C9BCDDC5E4}" srcOrd="0" destOrd="0" presId="urn:microsoft.com/office/officeart/2024/3/layout/hArchList1"/>
    <dgm:cxn modelId="{C10C35AF-FE8A-4556-BA2B-95F0F23A80D7}" type="presOf" srcId="{F2754B0A-6E15-4B65-8741-53630B146FEC}" destId="{FDC1C215-7608-4124-8F35-E58DAE7F5A72}" srcOrd="0" destOrd="0" presId="urn:microsoft.com/office/officeart/2024/3/layout/hArchList1"/>
    <dgm:cxn modelId="{CC632DC9-EB65-42EE-9C3D-99E40924A240}" srcId="{F2754B0A-6E15-4B65-8741-53630B146FEC}" destId="{F4E9AF6C-3949-406D-888C-96CED4EBF7A5}" srcOrd="0" destOrd="0" parTransId="{421D91D7-B386-44DA-8212-AD99D947CBE4}" sibTransId="{C4DFCAF9-CAC0-49A7-AEE3-A22E2D7FC72D}"/>
    <dgm:cxn modelId="{19FE96D0-02F3-42AC-B0A8-F53926ECA90E}" srcId="{1B624CA3-F882-4855-9CA4-2E5BF1257D21}" destId="{8841FE50-488F-4AF2-827C-F93F9DFB7ED9}" srcOrd="0" destOrd="0" parTransId="{532ECBC2-86A5-4813-BA31-09C0A4FCD086}" sibTransId="{62CBBE4A-5716-44B4-A2E9-DB44A3DBA389}"/>
    <dgm:cxn modelId="{7A12F8D2-89AD-4D7C-98B7-F8EC12F43B99}" srcId="{3DB5A003-BBC6-4ECC-9503-F5859213DA52}" destId="{FC84A8AE-2D1D-4FD6-9B0A-A87AD46219B4}" srcOrd="0" destOrd="0" parTransId="{8A688B7B-046E-4DB1-B0D7-2F0BBDFF9808}" sibTransId="{83DB3DE8-C088-40E1-BD9E-69660C911D93}"/>
    <dgm:cxn modelId="{8E71C7E3-C45B-4297-8EF5-D87EB9932E8D}" srcId="{9244F983-C9C8-4034-9775-31AFE96418D2}" destId="{163B4674-6AD7-4FA2-A3D3-AE110443E29C}" srcOrd="0" destOrd="0" parTransId="{C1A4201C-32F8-4D1E-8FAD-422732817EB8}" sibTransId="{13F0CE69-FD84-41FA-9B6D-5ED434E09C96}"/>
    <dgm:cxn modelId="{8FF83FE4-6A81-4B9E-9CF6-CE0CE9C378E9}" type="presOf" srcId="{8841FE50-488F-4AF2-827C-F93F9DFB7ED9}" destId="{63572C1D-169B-4603-A313-DBEF28DDFAE1}" srcOrd="0" destOrd="0" presId="urn:microsoft.com/office/officeart/2024/3/layout/hArchList1"/>
    <dgm:cxn modelId="{B44E00EC-0FAE-4AE4-ABE1-A268EC216B4B}" type="presOf" srcId="{3DB5A003-BBC6-4ECC-9503-F5859213DA52}" destId="{49CA3215-8CD2-4EAA-9F6D-0B3C3D1E2E54}" srcOrd="0" destOrd="0" presId="urn:microsoft.com/office/officeart/2024/3/layout/hArchList1"/>
    <dgm:cxn modelId="{42484BEE-8BDE-4C0D-99E0-AEFC8FC1CC48}" type="presOf" srcId="{70B2C7B7-A192-4DCD-9437-8B764404D305}" destId="{3B30690E-2FCB-4B17-BCC5-71D67C4CB2A4}" srcOrd="0" destOrd="0" presId="urn:microsoft.com/office/officeart/2024/3/layout/hArchList1"/>
    <dgm:cxn modelId="{218741F0-8D26-4395-AD2D-56A565FD9AF1}" type="presOf" srcId="{4C8213EE-88CA-456A-A915-25008F6B6438}" destId="{38C9AD3A-7E95-4F75-9776-4487F246F8BF}" srcOrd="0" destOrd="0" presId="urn:microsoft.com/office/officeart/2024/3/layout/hArchList1"/>
    <dgm:cxn modelId="{FFC2E9F3-72AF-4837-B1EA-AD26E45C1FE8}" srcId="{F2754B0A-6E15-4B65-8741-53630B146FEC}" destId="{1B624CA3-F882-4855-9CA4-2E5BF1257D21}" srcOrd="3" destOrd="0" parTransId="{49EDC5C4-9A9B-49B6-A0A6-5BEA48B32537}" sibTransId="{B83121E1-A105-4979-BFFA-A33D05949B20}"/>
    <dgm:cxn modelId="{8A6D0356-ACA4-4F37-AAA8-1D5B2A456CB9}" type="presParOf" srcId="{FDC1C215-7608-4124-8F35-E58DAE7F5A72}" destId="{EB475144-1B2F-4032-9FA6-2FC57E48617D}" srcOrd="0" destOrd="0" presId="urn:microsoft.com/office/officeart/2024/3/layout/hArchList1"/>
    <dgm:cxn modelId="{55382C27-DAEA-413D-A992-39553866D716}" type="presParOf" srcId="{EB475144-1B2F-4032-9FA6-2FC57E48617D}" destId="{1BCE48D3-FF1F-47A0-8D7A-EEF4D56C12A8}" srcOrd="0" destOrd="0" presId="urn:microsoft.com/office/officeart/2024/3/layout/hArchList1"/>
    <dgm:cxn modelId="{96914AA7-34DA-45BD-BA20-90FD6606C700}" type="presParOf" srcId="{EB475144-1B2F-4032-9FA6-2FC57E48617D}" destId="{3B30690E-2FCB-4B17-BCC5-71D67C4CB2A4}" srcOrd="1" destOrd="0" presId="urn:microsoft.com/office/officeart/2024/3/layout/hArchList1"/>
    <dgm:cxn modelId="{5B3A385C-515A-4635-8CBD-0E150CCCAD93}" type="presParOf" srcId="{FDC1C215-7608-4124-8F35-E58DAE7F5A72}" destId="{FF09AD03-373E-4EDE-B219-3CADCD72D8BB}" srcOrd="1" destOrd="0" presId="urn:microsoft.com/office/officeart/2024/3/layout/hArchList1"/>
    <dgm:cxn modelId="{2D1EABB8-A5B0-44F4-A586-7C01694A57C0}" type="presParOf" srcId="{FDC1C215-7608-4124-8F35-E58DAE7F5A72}" destId="{A2D52093-7A74-4C75-B996-430D361F26E9}" srcOrd="2" destOrd="0" presId="urn:microsoft.com/office/officeart/2024/3/layout/hArchList1"/>
    <dgm:cxn modelId="{3F0960F3-9DC1-4F00-A8C9-CFF8F37F403C}" type="presParOf" srcId="{A2D52093-7A74-4C75-B996-430D361F26E9}" destId="{13D69A59-AF8F-46DC-AA11-B22D09D9D0D8}" srcOrd="0" destOrd="0" presId="urn:microsoft.com/office/officeart/2024/3/layout/hArchList1"/>
    <dgm:cxn modelId="{C09754E3-744E-49FC-9710-1013C982DC63}" type="presParOf" srcId="{A2D52093-7A74-4C75-B996-430D361F26E9}" destId="{12E8C7C3-1055-4021-A253-EB44A1090552}" srcOrd="1" destOrd="0" presId="urn:microsoft.com/office/officeart/2024/3/layout/hArchList1"/>
    <dgm:cxn modelId="{50F55FD2-636C-4CE8-A565-656D496D9DDA}" type="presParOf" srcId="{FDC1C215-7608-4124-8F35-E58DAE7F5A72}" destId="{38C9AD3A-7E95-4F75-9776-4487F246F8BF}" srcOrd="3" destOrd="0" presId="urn:microsoft.com/office/officeart/2024/3/layout/hArchList1"/>
    <dgm:cxn modelId="{0908DB82-42D4-485B-AB7D-A3232050B706}" type="presParOf" srcId="{FDC1C215-7608-4124-8F35-E58DAE7F5A72}" destId="{4586D8D2-CE5A-46FE-AD98-E6F3EB302233}" srcOrd="4" destOrd="0" presId="urn:microsoft.com/office/officeart/2024/3/layout/hArchList1"/>
    <dgm:cxn modelId="{346D7120-8B53-4B91-8C14-AE35193D2838}" type="presParOf" srcId="{4586D8D2-CE5A-46FE-AD98-E6F3EB302233}" destId="{49CA3215-8CD2-4EAA-9F6D-0B3C3D1E2E54}" srcOrd="0" destOrd="0" presId="urn:microsoft.com/office/officeart/2024/3/layout/hArchList1"/>
    <dgm:cxn modelId="{ACFB9D08-23FB-4325-AB50-1FAF0313D8FB}" type="presParOf" srcId="{4586D8D2-CE5A-46FE-AD98-E6F3EB302233}" destId="{EC9E5AB1-8956-4277-B617-010823A82D69}" srcOrd="1" destOrd="0" presId="urn:microsoft.com/office/officeart/2024/3/layout/hArchList1"/>
    <dgm:cxn modelId="{4C27BBE8-9036-413B-A55F-093788A9764A}" type="presParOf" srcId="{FDC1C215-7608-4124-8F35-E58DAE7F5A72}" destId="{8D45B1FB-F5F6-457F-928B-B4C9BCDDC5E4}" srcOrd="5" destOrd="0" presId="urn:microsoft.com/office/officeart/2024/3/layout/hArchList1"/>
    <dgm:cxn modelId="{3EDAEBAD-5797-4C41-81C7-F68BE1DD2E2D}" type="presParOf" srcId="{FDC1C215-7608-4124-8F35-E58DAE7F5A72}" destId="{10A4A502-DA5D-462F-8A4F-1B9640937470}" srcOrd="6" destOrd="0" presId="urn:microsoft.com/office/officeart/2024/3/layout/hArchList1"/>
    <dgm:cxn modelId="{3C775FA1-2D20-4558-BD3A-3ACCA8D9D7D2}" type="presParOf" srcId="{10A4A502-DA5D-462F-8A4F-1B9640937470}" destId="{1534AF63-B0CE-4C03-894B-2A6DE23269CA}" srcOrd="0" destOrd="0" presId="urn:microsoft.com/office/officeart/2024/3/layout/hArchList1"/>
    <dgm:cxn modelId="{2DCD69C5-43E3-4392-8926-5EEDDABA0242}" type="presParOf" srcId="{10A4A502-DA5D-462F-8A4F-1B9640937470}" destId="{63572C1D-169B-4603-A313-DBEF28DDFAE1}"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29901DF-8E29-4533-AE34-D8DCECAF9BB4}"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E89C2F4A-2D83-4282-8A05-EE710A3F5547}">
      <dgm:prSet/>
      <dgm:spPr/>
      <dgm:t>
        <a:bodyPr/>
        <a:lstStyle/>
        <a:p>
          <a:pPr>
            <a:lnSpc>
              <a:spcPct val="100000"/>
            </a:lnSpc>
            <a:defRPr b="1"/>
          </a:pPr>
          <a:r>
            <a:rPr lang="pt-PT" noProof="0" dirty="0"/>
            <a:t>Aprendizados do Projeto</a:t>
          </a:r>
        </a:p>
      </dgm:t>
    </dgm:pt>
    <dgm:pt modelId="{9312DF24-37D3-46DB-9145-864908D86570}" type="parTrans" cxnId="{145450D9-D378-467D-B7DD-E1F1C49461B4}">
      <dgm:prSet/>
      <dgm:spPr/>
      <dgm:t>
        <a:bodyPr/>
        <a:lstStyle/>
        <a:p>
          <a:endParaRPr lang="en-US"/>
        </a:p>
      </dgm:t>
    </dgm:pt>
    <dgm:pt modelId="{6D6ADA0A-6375-473A-9D7A-C10621A12D9E}" type="sibTrans" cxnId="{145450D9-D378-467D-B7DD-E1F1C49461B4}">
      <dgm:prSet/>
      <dgm:spPr/>
      <dgm:t>
        <a:bodyPr/>
        <a:lstStyle/>
        <a:p>
          <a:pPr>
            <a:lnSpc>
              <a:spcPct val="100000"/>
            </a:lnSpc>
            <a:defRPr b="1"/>
          </a:pPr>
          <a:endParaRPr lang="en-US"/>
        </a:p>
      </dgm:t>
    </dgm:pt>
    <dgm:pt modelId="{93841532-E0CF-4DA4-8A89-E142362B050E}">
      <dgm:prSet/>
      <dgm:spPr/>
      <dgm:t>
        <a:bodyPr/>
        <a:lstStyle/>
        <a:p>
          <a:pPr>
            <a:lnSpc>
              <a:spcPct val="100000"/>
            </a:lnSpc>
          </a:pPr>
          <a:r>
            <a:rPr lang="pt-PT" noProof="0" dirty="0"/>
            <a:t>Destaca-se a importância de arquitetura planejada, escolha de tecnologias e comunicação eficiente no projeto.</a:t>
          </a:r>
        </a:p>
      </dgm:t>
    </dgm:pt>
    <dgm:pt modelId="{1B766E6D-32F1-4434-8DBB-34AFC33522FB}" type="parTrans" cxnId="{53A191C5-820E-43FF-94A3-B759B4EF019F}">
      <dgm:prSet/>
      <dgm:spPr/>
      <dgm:t>
        <a:bodyPr/>
        <a:lstStyle/>
        <a:p>
          <a:endParaRPr lang="en-US"/>
        </a:p>
      </dgm:t>
    </dgm:pt>
    <dgm:pt modelId="{72F9EA48-9553-45FF-9296-5FE029B48BF0}" type="sibTrans" cxnId="{53A191C5-820E-43FF-94A3-B759B4EF019F}">
      <dgm:prSet/>
      <dgm:spPr/>
      <dgm:t>
        <a:bodyPr/>
        <a:lstStyle/>
        <a:p>
          <a:endParaRPr lang="en-US"/>
        </a:p>
      </dgm:t>
    </dgm:pt>
    <dgm:pt modelId="{85CCDE85-65C5-4B6A-8563-E53EAC4C067E}">
      <dgm:prSet/>
      <dgm:spPr/>
      <dgm:t>
        <a:bodyPr/>
        <a:lstStyle/>
        <a:p>
          <a:pPr>
            <a:lnSpc>
              <a:spcPct val="100000"/>
            </a:lnSpc>
            <a:defRPr b="1"/>
          </a:pPr>
          <a:r>
            <a:rPr lang="pt-PT" noProof="0" dirty="0"/>
            <a:t>Fase de Testes e Qualidade</a:t>
          </a:r>
        </a:p>
      </dgm:t>
    </dgm:pt>
    <dgm:pt modelId="{8119E6EE-B94F-4E27-B097-C17A6EEF762E}" type="parTrans" cxnId="{18A75FA5-7606-41DB-A2D4-D6F046C0C0C4}">
      <dgm:prSet/>
      <dgm:spPr/>
      <dgm:t>
        <a:bodyPr/>
        <a:lstStyle/>
        <a:p>
          <a:endParaRPr lang="en-US"/>
        </a:p>
      </dgm:t>
    </dgm:pt>
    <dgm:pt modelId="{075D7F0E-6DC5-4710-B324-56E7C0149E74}" type="sibTrans" cxnId="{18A75FA5-7606-41DB-A2D4-D6F046C0C0C4}">
      <dgm:prSet/>
      <dgm:spPr/>
      <dgm:t>
        <a:bodyPr/>
        <a:lstStyle/>
        <a:p>
          <a:pPr>
            <a:lnSpc>
              <a:spcPct val="100000"/>
            </a:lnSpc>
            <a:defRPr b="1"/>
          </a:pPr>
          <a:endParaRPr lang="en-US"/>
        </a:p>
      </dgm:t>
    </dgm:pt>
    <dgm:pt modelId="{7DAED5FA-3DDD-4EF7-8343-24E1890F8D1B}">
      <dgm:prSet/>
      <dgm:spPr/>
      <dgm:t>
        <a:bodyPr/>
        <a:lstStyle/>
        <a:p>
          <a:pPr>
            <a:lnSpc>
              <a:spcPct val="100000"/>
            </a:lnSpc>
          </a:pPr>
          <a:r>
            <a:rPr lang="pt-PT" noProof="0" dirty="0"/>
            <a:t>Testes revelaram a necessidade de estratégias robustas para garantir qualidade e desempenho adequados.</a:t>
          </a:r>
        </a:p>
      </dgm:t>
    </dgm:pt>
    <dgm:pt modelId="{F437C96B-BA57-43DE-B401-9A6C17D4BDF6}" type="parTrans" cxnId="{E3F41324-AD94-4089-A7F1-AC3041E12516}">
      <dgm:prSet/>
      <dgm:spPr/>
      <dgm:t>
        <a:bodyPr/>
        <a:lstStyle/>
        <a:p>
          <a:endParaRPr lang="en-US"/>
        </a:p>
      </dgm:t>
    </dgm:pt>
    <dgm:pt modelId="{0938556E-2771-426F-83DD-8486EC36F1AA}" type="sibTrans" cxnId="{E3F41324-AD94-4089-A7F1-AC3041E12516}">
      <dgm:prSet/>
      <dgm:spPr/>
      <dgm:t>
        <a:bodyPr/>
        <a:lstStyle/>
        <a:p>
          <a:endParaRPr lang="en-US"/>
        </a:p>
      </dgm:t>
    </dgm:pt>
    <dgm:pt modelId="{765243F0-DE25-4F6A-A409-96DC91C80E82}">
      <dgm:prSet/>
      <dgm:spPr/>
      <dgm:t>
        <a:bodyPr/>
        <a:lstStyle/>
        <a:p>
          <a:pPr>
            <a:lnSpc>
              <a:spcPct val="100000"/>
            </a:lnSpc>
            <a:defRPr b="1"/>
          </a:pPr>
          <a:r>
            <a:rPr lang="pt-PT" noProof="0" dirty="0"/>
            <a:t>Reconhecimento de Limitações</a:t>
          </a:r>
        </a:p>
      </dgm:t>
    </dgm:pt>
    <dgm:pt modelId="{7A784C38-9360-4B68-8377-811D0C459ED4}" type="parTrans" cxnId="{FD780F9A-618D-4FF2-A197-66547DEEB21F}">
      <dgm:prSet/>
      <dgm:spPr/>
      <dgm:t>
        <a:bodyPr/>
        <a:lstStyle/>
        <a:p>
          <a:endParaRPr lang="en-US"/>
        </a:p>
      </dgm:t>
    </dgm:pt>
    <dgm:pt modelId="{B4598DCD-DBCA-455B-A483-29E7E0DF374D}" type="sibTrans" cxnId="{FD780F9A-618D-4FF2-A197-66547DEEB21F}">
      <dgm:prSet/>
      <dgm:spPr/>
      <dgm:t>
        <a:bodyPr/>
        <a:lstStyle/>
        <a:p>
          <a:pPr>
            <a:lnSpc>
              <a:spcPct val="100000"/>
            </a:lnSpc>
            <a:defRPr b="1"/>
          </a:pPr>
          <a:endParaRPr lang="en-US"/>
        </a:p>
      </dgm:t>
    </dgm:pt>
    <dgm:pt modelId="{F30CF911-B207-4A45-8DE2-8E8FF72BB99F}">
      <dgm:prSet/>
      <dgm:spPr/>
      <dgm:t>
        <a:bodyPr/>
        <a:lstStyle/>
        <a:p>
          <a:pPr>
            <a:lnSpc>
              <a:spcPct val="100000"/>
            </a:lnSpc>
          </a:pPr>
          <a:r>
            <a:rPr lang="pt-PT" noProof="0" dirty="0"/>
            <a:t>Identificação de restrições de recursos e desafios na integração que impactam o projeto.</a:t>
          </a:r>
        </a:p>
      </dgm:t>
    </dgm:pt>
    <dgm:pt modelId="{DD10A09D-51F3-40BA-A60F-2570FCDDC263}" type="parTrans" cxnId="{F41B8380-996D-41DD-8188-C945A37D146F}">
      <dgm:prSet/>
      <dgm:spPr/>
      <dgm:t>
        <a:bodyPr/>
        <a:lstStyle/>
        <a:p>
          <a:endParaRPr lang="en-US"/>
        </a:p>
      </dgm:t>
    </dgm:pt>
    <dgm:pt modelId="{73E92627-E639-4847-B6E1-D8DD941F143A}" type="sibTrans" cxnId="{F41B8380-996D-41DD-8188-C945A37D146F}">
      <dgm:prSet/>
      <dgm:spPr/>
      <dgm:t>
        <a:bodyPr/>
        <a:lstStyle/>
        <a:p>
          <a:endParaRPr lang="en-US"/>
        </a:p>
      </dgm:t>
    </dgm:pt>
    <dgm:pt modelId="{AB81CF7A-C62D-47FD-B438-F6FA9474946B}">
      <dgm:prSet/>
      <dgm:spPr/>
      <dgm:t>
        <a:bodyPr/>
        <a:lstStyle/>
        <a:p>
          <a:pPr>
            <a:lnSpc>
              <a:spcPct val="100000"/>
            </a:lnSpc>
            <a:defRPr b="1"/>
          </a:pPr>
          <a:r>
            <a:rPr lang="pt-PT" noProof="0" dirty="0"/>
            <a:t>Próximos Passos</a:t>
          </a:r>
        </a:p>
      </dgm:t>
    </dgm:pt>
    <dgm:pt modelId="{F154B6CE-F0E0-4A81-81A3-56AA69F86745}" type="parTrans" cxnId="{C0DC22FD-57B6-4989-BD89-5DACEBC96AE9}">
      <dgm:prSet/>
      <dgm:spPr/>
      <dgm:t>
        <a:bodyPr/>
        <a:lstStyle/>
        <a:p>
          <a:endParaRPr lang="en-US"/>
        </a:p>
      </dgm:t>
    </dgm:pt>
    <dgm:pt modelId="{83176DC0-D070-456E-9119-AD73897A5B32}" type="sibTrans" cxnId="{C0DC22FD-57B6-4989-BD89-5DACEBC96AE9}">
      <dgm:prSet/>
      <dgm:spPr/>
      <dgm:t>
        <a:bodyPr/>
        <a:lstStyle/>
        <a:p>
          <a:endParaRPr lang="en-US"/>
        </a:p>
      </dgm:t>
    </dgm:pt>
    <dgm:pt modelId="{D6A6CDAD-2E69-4D78-845B-32A28F9C7F49}">
      <dgm:prSet/>
      <dgm:spPr/>
      <dgm:t>
        <a:bodyPr/>
        <a:lstStyle/>
        <a:p>
          <a:pPr>
            <a:lnSpc>
              <a:spcPct val="100000"/>
            </a:lnSpc>
          </a:pPr>
          <a:r>
            <a:rPr lang="pt-PT" noProof="0" dirty="0"/>
            <a:t>Expansão de funcionalidades, integração com novas plataformas e adoção de segurança avançada são planejadas.</a:t>
          </a:r>
        </a:p>
      </dgm:t>
    </dgm:pt>
    <dgm:pt modelId="{09F1E182-229C-4310-9C6B-671452762555}" type="parTrans" cxnId="{D97E0EFA-1170-4FF5-8C99-4B881160160B}">
      <dgm:prSet/>
      <dgm:spPr/>
      <dgm:t>
        <a:bodyPr/>
        <a:lstStyle/>
        <a:p>
          <a:endParaRPr lang="en-US"/>
        </a:p>
      </dgm:t>
    </dgm:pt>
    <dgm:pt modelId="{160EC55B-BEA1-4075-8D78-2A82BFC2C87E}" type="sibTrans" cxnId="{D97E0EFA-1170-4FF5-8C99-4B881160160B}">
      <dgm:prSet/>
      <dgm:spPr/>
      <dgm:t>
        <a:bodyPr/>
        <a:lstStyle/>
        <a:p>
          <a:endParaRPr lang="en-US"/>
        </a:p>
      </dgm:t>
    </dgm:pt>
    <dgm:pt modelId="{905DD623-1986-40A7-BFBA-2B5048567C53}" type="pres">
      <dgm:prSet presAssocID="{E29901DF-8E29-4533-AE34-D8DCECAF9BB4}" presName="Name0" presStyleCnt="0">
        <dgm:presLayoutVars>
          <dgm:dir/>
          <dgm:resizeHandles val="exact"/>
        </dgm:presLayoutVars>
      </dgm:prSet>
      <dgm:spPr/>
    </dgm:pt>
    <dgm:pt modelId="{E78297E2-871A-4DFA-A41E-C249E3905070}" type="pres">
      <dgm:prSet presAssocID="{E89C2F4A-2D83-4282-8A05-EE710A3F5547}" presName="compNode" presStyleCnt="0"/>
      <dgm:spPr/>
    </dgm:pt>
    <dgm:pt modelId="{BF987E61-5F3D-490A-99C6-26F948D2B266}" type="pres">
      <dgm:prSet presAssocID="{E89C2F4A-2D83-4282-8A05-EE710A3F5547}" presName="pictRect" presStyleLbl="revTx" presStyleIdx="0" presStyleCnt="8">
        <dgm:presLayoutVars>
          <dgm:chMax val="0"/>
          <dgm:bulletEnabled/>
        </dgm:presLayoutVars>
      </dgm:prSet>
      <dgm:spPr/>
    </dgm:pt>
    <dgm:pt modelId="{879E090A-7B16-4FCD-90C9-D9A166D78D7C}" type="pres">
      <dgm:prSet presAssocID="{E89C2F4A-2D83-4282-8A05-EE710A3F5547}" presName="textRect" presStyleLbl="revTx" presStyleIdx="1" presStyleCnt="8">
        <dgm:presLayoutVars>
          <dgm:bulletEnabled/>
        </dgm:presLayoutVars>
      </dgm:prSet>
      <dgm:spPr/>
    </dgm:pt>
    <dgm:pt modelId="{CBDED698-4480-4168-B653-E8D794F31C6E}" type="pres">
      <dgm:prSet presAssocID="{6D6ADA0A-6375-473A-9D7A-C10621A12D9E}" presName="sibTrans" presStyleLbl="sibTrans2D1" presStyleIdx="0" presStyleCnt="0"/>
      <dgm:spPr/>
    </dgm:pt>
    <dgm:pt modelId="{46BD91D0-EA26-444C-BF08-3A3E9676EBB2}" type="pres">
      <dgm:prSet presAssocID="{85CCDE85-65C5-4B6A-8563-E53EAC4C067E}" presName="compNode" presStyleCnt="0"/>
      <dgm:spPr/>
    </dgm:pt>
    <dgm:pt modelId="{41C772FA-255C-4D3C-A389-A31C5F63D325}" type="pres">
      <dgm:prSet presAssocID="{85CCDE85-65C5-4B6A-8563-E53EAC4C067E}" presName="pictRect" presStyleLbl="revTx" presStyleIdx="2" presStyleCnt="8">
        <dgm:presLayoutVars>
          <dgm:chMax val="0"/>
          <dgm:bulletEnabled/>
        </dgm:presLayoutVars>
      </dgm:prSet>
      <dgm:spPr/>
    </dgm:pt>
    <dgm:pt modelId="{D67F8DA1-FDC9-47E3-AE85-E7DF48D8E3EC}" type="pres">
      <dgm:prSet presAssocID="{85CCDE85-65C5-4B6A-8563-E53EAC4C067E}" presName="textRect" presStyleLbl="revTx" presStyleIdx="3" presStyleCnt="8">
        <dgm:presLayoutVars>
          <dgm:bulletEnabled/>
        </dgm:presLayoutVars>
      </dgm:prSet>
      <dgm:spPr/>
    </dgm:pt>
    <dgm:pt modelId="{DC2349FE-6337-4B72-96D0-5408D1BE0F87}" type="pres">
      <dgm:prSet presAssocID="{075D7F0E-6DC5-4710-B324-56E7C0149E74}" presName="sibTrans" presStyleLbl="sibTrans2D1" presStyleIdx="0" presStyleCnt="0"/>
      <dgm:spPr/>
    </dgm:pt>
    <dgm:pt modelId="{0B4FA20F-9655-4FEB-9C8B-9840F1F82C6A}" type="pres">
      <dgm:prSet presAssocID="{765243F0-DE25-4F6A-A409-96DC91C80E82}" presName="compNode" presStyleCnt="0"/>
      <dgm:spPr/>
    </dgm:pt>
    <dgm:pt modelId="{9F214435-B851-41D3-91F8-1E7ABE704356}" type="pres">
      <dgm:prSet presAssocID="{765243F0-DE25-4F6A-A409-96DC91C80E82}" presName="pictRect" presStyleLbl="revTx" presStyleIdx="4" presStyleCnt="8">
        <dgm:presLayoutVars>
          <dgm:chMax val="0"/>
          <dgm:bulletEnabled/>
        </dgm:presLayoutVars>
      </dgm:prSet>
      <dgm:spPr/>
    </dgm:pt>
    <dgm:pt modelId="{56C61221-459F-4E36-B21D-DF1791BF9DE7}" type="pres">
      <dgm:prSet presAssocID="{765243F0-DE25-4F6A-A409-96DC91C80E82}" presName="textRect" presStyleLbl="revTx" presStyleIdx="5" presStyleCnt="8">
        <dgm:presLayoutVars>
          <dgm:bulletEnabled/>
        </dgm:presLayoutVars>
      </dgm:prSet>
      <dgm:spPr/>
    </dgm:pt>
    <dgm:pt modelId="{EE053ECF-5790-416F-B357-DEAA236C0F2F}" type="pres">
      <dgm:prSet presAssocID="{B4598DCD-DBCA-455B-A483-29E7E0DF374D}" presName="sibTrans" presStyleLbl="sibTrans2D1" presStyleIdx="0" presStyleCnt="0"/>
      <dgm:spPr/>
    </dgm:pt>
    <dgm:pt modelId="{7BBB6F9E-BAB3-42F7-807F-4A9AF6047D28}" type="pres">
      <dgm:prSet presAssocID="{AB81CF7A-C62D-47FD-B438-F6FA9474946B}" presName="compNode" presStyleCnt="0"/>
      <dgm:spPr/>
    </dgm:pt>
    <dgm:pt modelId="{386E0391-ECA3-4D3D-935E-A03DE5FA1848}" type="pres">
      <dgm:prSet presAssocID="{AB81CF7A-C62D-47FD-B438-F6FA9474946B}" presName="pictRect" presStyleLbl="revTx" presStyleIdx="6" presStyleCnt="8">
        <dgm:presLayoutVars>
          <dgm:chMax val="0"/>
          <dgm:bulletEnabled/>
        </dgm:presLayoutVars>
      </dgm:prSet>
      <dgm:spPr/>
    </dgm:pt>
    <dgm:pt modelId="{F6FEE502-F034-4240-AD86-A32E78216339}" type="pres">
      <dgm:prSet presAssocID="{AB81CF7A-C62D-47FD-B438-F6FA9474946B}" presName="textRect" presStyleLbl="revTx" presStyleIdx="7" presStyleCnt="8">
        <dgm:presLayoutVars>
          <dgm:bulletEnabled/>
        </dgm:presLayoutVars>
      </dgm:prSet>
      <dgm:spPr/>
    </dgm:pt>
  </dgm:ptLst>
  <dgm:cxnLst>
    <dgm:cxn modelId="{C2EB0C06-74CC-4D0D-9440-5E8A3D94979E}" type="presOf" srcId="{85CCDE85-65C5-4B6A-8563-E53EAC4C067E}" destId="{41C772FA-255C-4D3C-A389-A31C5F63D325}" srcOrd="0" destOrd="0" presId="urn:microsoft.com/office/officeart/2024/3/layout/hArchList1"/>
    <dgm:cxn modelId="{F0BB200C-1EAC-4993-B9A0-7065587ED8DC}" type="presOf" srcId="{E89C2F4A-2D83-4282-8A05-EE710A3F5547}" destId="{BF987E61-5F3D-490A-99C6-26F948D2B266}" srcOrd="0" destOrd="0" presId="urn:microsoft.com/office/officeart/2024/3/layout/hArchList1"/>
    <dgm:cxn modelId="{E3F41324-AD94-4089-A7F1-AC3041E12516}" srcId="{85CCDE85-65C5-4B6A-8563-E53EAC4C067E}" destId="{7DAED5FA-3DDD-4EF7-8343-24E1890F8D1B}" srcOrd="0" destOrd="0" parTransId="{F437C96B-BA57-43DE-B401-9A6C17D4BDF6}" sibTransId="{0938556E-2771-426F-83DD-8486EC36F1AA}"/>
    <dgm:cxn modelId="{7D00B63C-DE90-4FA9-A442-6437956CDDD2}" type="presOf" srcId="{93841532-E0CF-4DA4-8A89-E142362B050E}" destId="{879E090A-7B16-4FCD-90C9-D9A166D78D7C}" srcOrd="0" destOrd="0" presId="urn:microsoft.com/office/officeart/2024/3/layout/hArchList1"/>
    <dgm:cxn modelId="{B624B443-5411-4565-93F5-992F8F6E4D42}" type="presOf" srcId="{6D6ADA0A-6375-473A-9D7A-C10621A12D9E}" destId="{CBDED698-4480-4168-B653-E8D794F31C6E}" srcOrd="0" destOrd="0" presId="urn:microsoft.com/office/officeart/2024/3/layout/hArchList1"/>
    <dgm:cxn modelId="{12E7CA48-530F-4A7C-8698-42EB97A84C62}" type="presOf" srcId="{075D7F0E-6DC5-4710-B324-56E7C0149E74}" destId="{DC2349FE-6337-4B72-96D0-5408D1BE0F87}" srcOrd="0" destOrd="0" presId="urn:microsoft.com/office/officeart/2024/3/layout/hArchList1"/>
    <dgm:cxn modelId="{0892A152-8FAC-4C71-A3DB-651BA1F9EAD5}" type="presOf" srcId="{E29901DF-8E29-4533-AE34-D8DCECAF9BB4}" destId="{905DD623-1986-40A7-BFBA-2B5048567C53}" srcOrd="0" destOrd="0" presId="urn:microsoft.com/office/officeart/2024/3/layout/hArchList1"/>
    <dgm:cxn modelId="{F41B8380-996D-41DD-8188-C945A37D146F}" srcId="{765243F0-DE25-4F6A-A409-96DC91C80E82}" destId="{F30CF911-B207-4A45-8DE2-8E8FF72BB99F}" srcOrd="0" destOrd="0" parTransId="{DD10A09D-51F3-40BA-A60F-2570FCDDC263}" sibTransId="{73E92627-E639-4847-B6E1-D8DD941F143A}"/>
    <dgm:cxn modelId="{AE408C83-FFE5-41E2-A023-35D9A5743238}" type="presOf" srcId="{F30CF911-B207-4A45-8DE2-8E8FF72BB99F}" destId="{56C61221-459F-4E36-B21D-DF1791BF9DE7}" srcOrd="0" destOrd="0" presId="urn:microsoft.com/office/officeart/2024/3/layout/hArchList1"/>
    <dgm:cxn modelId="{FD780F9A-618D-4FF2-A197-66547DEEB21F}" srcId="{E29901DF-8E29-4533-AE34-D8DCECAF9BB4}" destId="{765243F0-DE25-4F6A-A409-96DC91C80E82}" srcOrd="2" destOrd="0" parTransId="{7A784C38-9360-4B68-8377-811D0C459ED4}" sibTransId="{B4598DCD-DBCA-455B-A483-29E7E0DF374D}"/>
    <dgm:cxn modelId="{87191BA5-19B4-4921-A10C-75566BAAB87A}" type="presOf" srcId="{7DAED5FA-3DDD-4EF7-8343-24E1890F8D1B}" destId="{D67F8DA1-FDC9-47E3-AE85-E7DF48D8E3EC}" srcOrd="0" destOrd="0" presId="urn:microsoft.com/office/officeart/2024/3/layout/hArchList1"/>
    <dgm:cxn modelId="{18A75FA5-7606-41DB-A2D4-D6F046C0C0C4}" srcId="{E29901DF-8E29-4533-AE34-D8DCECAF9BB4}" destId="{85CCDE85-65C5-4B6A-8563-E53EAC4C067E}" srcOrd="1" destOrd="0" parTransId="{8119E6EE-B94F-4E27-B097-C17A6EEF762E}" sibTransId="{075D7F0E-6DC5-4710-B324-56E7C0149E74}"/>
    <dgm:cxn modelId="{D0B7C2A8-49CF-4B45-96CB-D4AE738EE5B4}" type="presOf" srcId="{AB81CF7A-C62D-47FD-B438-F6FA9474946B}" destId="{386E0391-ECA3-4D3D-935E-A03DE5FA1848}" srcOrd="0" destOrd="0" presId="urn:microsoft.com/office/officeart/2024/3/layout/hArchList1"/>
    <dgm:cxn modelId="{A2C34DB0-53DD-4E9A-A339-C048D4463022}" type="presOf" srcId="{D6A6CDAD-2E69-4D78-845B-32A28F9C7F49}" destId="{F6FEE502-F034-4240-AD86-A32E78216339}" srcOrd="0" destOrd="0" presId="urn:microsoft.com/office/officeart/2024/3/layout/hArchList1"/>
    <dgm:cxn modelId="{3B83A7C2-D99E-409C-9839-09D1E9E2AFFB}" type="presOf" srcId="{765243F0-DE25-4F6A-A409-96DC91C80E82}" destId="{9F214435-B851-41D3-91F8-1E7ABE704356}" srcOrd="0" destOrd="0" presId="urn:microsoft.com/office/officeart/2024/3/layout/hArchList1"/>
    <dgm:cxn modelId="{53A191C5-820E-43FF-94A3-B759B4EF019F}" srcId="{E89C2F4A-2D83-4282-8A05-EE710A3F5547}" destId="{93841532-E0CF-4DA4-8A89-E142362B050E}" srcOrd="0" destOrd="0" parTransId="{1B766E6D-32F1-4434-8DBB-34AFC33522FB}" sibTransId="{72F9EA48-9553-45FF-9296-5FE029B48BF0}"/>
    <dgm:cxn modelId="{145450D9-D378-467D-B7DD-E1F1C49461B4}" srcId="{E29901DF-8E29-4533-AE34-D8DCECAF9BB4}" destId="{E89C2F4A-2D83-4282-8A05-EE710A3F5547}" srcOrd="0" destOrd="0" parTransId="{9312DF24-37D3-46DB-9145-864908D86570}" sibTransId="{6D6ADA0A-6375-473A-9D7A-C10621A12D9E}"/>
    <dgm:cxn modelId="{38160FF4-5498-40AD-B027-96FDE5FD6D23}" type="presOf" srcId="{B4598DCD-DBCA-455B-A483-29E7E0DF374D}" destId="{EE053ECF-5790-416F-B357-DEAA236C0F2F}" srcOrd="0" destOrd="0" presId="urn:microsoft.com/office/officeart/2024/3/layout/hArchList1"/>
    <dgm:cxn modelId="{D97E0EFA-1170-4FF5-8C99-4B881160160B}" srcId="{AB81CF7A-C62D-47FD-B438-F6FA9474946B}" destId="{D6A6CDAD-2E69-4D78-845B-32A28F9C7F49}" srcOrd="0" destOrd="0" parTransId="{09F1E182-229C-4310-9C6B-671452762555}" sibTransId="{160EC55B-BEA1-4075-8D78-2A82BFC2C87E}"/>
    <dgm:cxn modelId="{C0DC22FD-57B6-4989-BD89-5DACEBC96AE9}" srcId="{E29901DF-8E29-4533-AE34-D8DCECAF9BB4}" destId="{AB81CF7A-C62D-47FD-B438-F6FA9474946B}" srcOrd="3" destOrd="0" parTransId="{F154B6CE-F0E0-4A81-81A3-56AA69F86745}" sibTransId="{83176DC0-D070-456E-9119-AD73897A5B32}"/>
    <dgm:cxn modelId="{0CDAC9D7-B756-4FAF-B195-1FCC44D3EADD}" type="presParOf" srcId="{905DD623-1986-40A7-BFBA-2B5048567C53}" destId="{E78297E2-871A-4DFA-A41E-C249E3905070}" srcOrd="0" destOrd="0" presId="urn:microsoft.com/office/officeart/2024/3/layout/hArchList1"/>
    <dgm:cxn modelId="{38467550-DD8B-4384-8FFA-20BB26EBAC74}" type="presParOf" srcId="{E78297E2-871A-4DFA-A41E-C249E3905070}" destId="{BF987E61-5F3D-490A-99C6-26F948D2B266}" srcOrd="0" destOrd="0" presId="urn:microsoft.com/office/officeart/2024/3/layout/hArchList1"/>
    <dgm:cxn modelId="{0E2BBD9E-2459-4BA0-AAE7-CEF0F902E0EE}" type="presParOf" srcId="{E78297E2-871A-4DFA-A41E-C249E3905070}" destId="{879E090A-7B16-4FCD-90C9-D9A166D78D7C}" srcOrd="1" destOrd="0" presId="urn:microsoft.com/office/officeart/2024/3/layout/hArchList1"/>
    <dgm:cxn modelId="{1934BCC1-C99F-4B75-8FEC-AFC023C57804}" type="presParOf" srcId="{905DD623-1986-40A7-BFBA-2B5048567C53}" destId="{CBDED698-4480-4168-B653-E8D794F31C6E}" srcOrd="1" destOrd="0" presId="urn:microsoft.com/office/officeart/2024/3/layout/hArchList1"/>
    <dgm:cxn modelId="{6E36DEE7-1C6E-479D-81B7-22F3E0923993}" type="presParOf" srcId="{905DD623-1986-40A7-BFBA-2B5048567C53}" destId="{46BD91D0-EA26-444C-BF08-3A3E9676EBB2}" srcOrd="2" destOrd="0" presId="urn:microsoft.com/office/officeart/2024/3/layout/hArchList1"/>
    <dgm:cxn modelId="{4FEE4197-E4B6-4D2D-99FB-EE49250F5AB2}" type="presParOf" srcId="{46BD91D0-EA26-444C-BF08-3A3E9676EBB2}" destId="{41C772FA-255C-4D3C-A389-A31C5F63D325}" srcOrd="0" destOrd="0" presId="urn:microsoft.com/office/officeart/2024/3/layout/hArchList1"/>
    <dgm:cxn modelId="{09EC22DE-21A5-4636-B2D6-A66A41363E6B}" type="presParOf" srcId="{46BD91D0-EA26-444C-BF08-3A3E9676EBB2}" destId="{D67F8DA1-FDC9-47E3-AE85-E7DF48D8E3EC}" srcOrd="1" destOrd="0" presId="urn:microsoft.com/office/officeart/2024/3/layout/hArchList1"/>
    <dgm:cxn modelId="{8C94E6DF-863B-4EDE-856F-64F1FEC6B16F}" type="presParOf" srcId="{905DD623-1986-40A7-BFBA-2B5048567C53}" destId="{DC2349FE-6337-4B72-96D0-5408D1BE0F87}" srcOrd="3" destOrd="0" presId="urn:microsoft.com/office/officeart/2024/3/layout/hArchList1"/>
    <dgm:cxn modelId="{6EEF4C64-03D6-4C6B-AAF8-A2301FE4F7C0}" type="presParOf" srcId="{905DD623-1986-40A7-BFBA-2B5048567C53}" destId="{0B4FA20F-9655-4FEB-9C8B-9840F1F82C6A}" srcOrd="4" destOrd="0" presId="urn:microsoft.com/office/officeart/2024/3/layout/hArchList1"/>
    <dgm:cxn modelId="{8272A27A-5713-4EA3-8BA1-BD6480A38D38}" type="presParOf" srcId="{0B4FA20F-9655-4FEB-9C8B-9840F1F82C6A}" destId="{9F214435-B851-41D3-91F8-1E7ABE704356}" srcOrd="0" destOrd="0" presId="urn:microsoft.com/office/officeart/2024/3/layout/hArchList1"/>
    <dgm:cxn modelId="{E0B3E0FC-B2B4-404F-8CA4-1C083AD2E687}" type="presParOf" srcId="{0B4FA20F-9655-4FEB-9C8B-9840F1F82C6A}" destId="{56C61221-459F-4E36-B21D-DF1791BF9DE7}" srcOrd="1" destOrd="0" presId="urn:microsoft.com/office/officeart/2024/3/layout/hArchList1"/>
    <dgm:cxn modelId="{E755C54A-A455-4285-AADC-C8806177C917}" type="presParOf" srcId="{905DD623-1986-40A7-BFBA-2B5048567C53}" destId="{EE053ECF-5790-416F-B357-DEAA236C0F2F}" srcOrd="5" destOrd="0" presId="urn:microsoft.com/office/officeart/2024/3/layout/hArchList1"/>
    <dgm:cxn modelId="{704CBD7C-BAD8-4647-BD8F-26126BDE9112}" type="presParOf" srcId="{905DD623-1986-40A7-BFBA-2B5048567C53}" destId="{7BBB6F9E-BAB3-42F7-807F-4A9AF6047D28}" srcOrd="6" destOrd="0" presId="urn:microsoft.com/office/officeart/2024/3/layout/hArchList1"/>
    <dgm:cxn modelId="{1E2BF807-FA17-4DF1-A46B-064EE4072B70}" type="presParOf" srcId="{7BBB6F9E-BAB3-42F7-807F-4A9AF6047D28}" destId="{386E0391-ECA3-4D3D-935E-A03DE5FA1848}" srcOrd="0" destOrd="0" presId="urn:microsoft.com/office/officeart/2024/3/layout/hArchList1"/>
    <dgm:cxn modelId="{4D08BF65-0D21-4CAA-8691-BD5EC2B1BDF8}" type="presParOf" srcId="{7BBB6F9E-BAB3-42F7-807F-4A9AF6047D28}" destId="{F6FEE502-F034-4240-AD86-A32E78216339}"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926E61-5DAE-49BE-86E8-257CDD3B7950}">
      <dsp:nvSpPr>
        <dsp:cNvPr id="0" name=""/>
        <dsp:cNvSpPr/>
      </dsp:nvSpPr>
      <dsp:spPr>
        <a:xfrm>
          <a:off x="0" y="0"/>
          <a:ext cx="3899283"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Tomás Freitas	</a:t>
          </a:r>
        </a:p>
      </dsp:txBody>
      <dsp:txXfrm>
        <a:off x="0" y="0"/>
        <a:ext cx="3899283" cy="396652"/>
      </dsp:txXfrm>
    </dsp:sp>
    <dsp:sp modelId="{B0D85C79-9C70-4F76-9150-76DAC43E6EEE}">
      <dsp:nvSpPr>
        <dsp:cNvPr id="0" name=""/>
        <dsp:cNvSpPr/>
      </dsp:nvSpPr>
      <dsp:spPr>
        <a:xfrm>
          <a:off x="0" y="396652"/>
          <a:ext cx="3899283"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pt-PT" sz="1400" kern="1200" noProof="0" dirty="0"/>
            <a:t>Desenvolvimento CI/CD.</a:t>
          </a:r>
        </a:p>
        <a:p>
          <a:pPr marL="0" lvl="0" indent="0" algn="l" defTabSz="622300">
            <a:lnSpc>
              <a:spcPct val="100000"/>
            </a:lnSpc>
            <a:spcBef>
              <a:spcPct val="0"/>
            </a:spcBef>
            <a:spcAft>
              <a:spcPct val="35000"/>
            </a:spcAft>
            <a:buNone/>
          </a:pPr>
          <a:r>
            <a:rPr lang="pt-PT" sz="1400" kern="1200" noProof="0" dirty="0"/>
            <a:t>Integração </a:t>
          </a:r>
          <a:r>
            <a:rPr lang="pt-PT" sz="1400" kern="1200" noProof="0" dirty="0" err="1"/>
            <a:t>Prometheus</a:t>
          </a:r>
          <a:r>
            <a:rPr lang="pt-PT" sz="1400" kern="1200" noProof="0" dirty="0"/>
            <a:t>.</a:t>
          </a:r>
        </a:p>
        <a:p>
          <a:pPr marL="0" lvl="0" indent="0" algn="l" defTabSz="622300">
            <a:lnSpc>
              <a:spcPct val="100000"/>
            </a:lnSpc>
            <a:spcBef>
              <a:spcPct val="0"/>
            </a:spcBef>
            <a:spcAft>
              <a:spcPct val="35000"/>
            </a:spcAft>
            <a:buNone/>
          </a:pPr>
          <a:r>
            <a:rPr lang="pt-PT" sz="1400" kern="1200" noProof="0" dirty="0"/>
            <a:t>Desenvolvimento de métricas.</a:t>
          </a:r>
        </a:p>
      </dsp:txBody>
      <dsp:txXfrm>
        <a:off x="0" y="396652"/>
        <a:ext cx="3899283" cy="3569874"/>
      </dsp:txXfrm>
    </dsp:sp>
    <dsp:sp modelId="{5E228431-832C-42F0-87B7-6E235F55D971}">
      <dsp:nvSpPr>
        <dsp:cNvPr id="0" name=""/>
        <dsp:cNvSpPr/>
      </dsp:nvSpPr>
      <dsp:spPr>
        <a:xfrm>
          <a:off x="4289212" y="0"/>
          <a:ext cx="3899283"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Pedro Jaques</a:t>
          </a:r>
        </a:p>
      </dsp:txBody>
      <dsp:txXfrm>
        <a:off x="4289212" y="0"/>
        <a:ext cx="3899283" cy="396652"/>
      </dsp:txXfrm>
    </dsp:sp>
    <dsp:sp modelId="{D1E43E41-7814-42AD-B6A1-0A95DD2F3590}">
      <dsp:nvSpPr>
        <dsp:cNvPr id="0" name=""/>
        <dsp:cNvSpPr/>
      </dsp:nvSpPr>
      <dsp:spPr>
        <a:xfrm>
          <a:off x="4289212" y="396652"/>
          <a:ext cx="3899283"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pt-PT" sz="1400" kern="1200" noProof="0" dirty="0"/>
            <a:t>Desenvolvimento da comunicação produtor consumidor.</a:t>
          </a:r>
        </a:p>
        <a:p>
          <a:pPr marL="0" lvl="0" indent="0" algn="l" defTabSz="622300">
            <a:lnSpc>
              <a:spcPct val="100000"/>
            </a:lnSpc>
            <a:spcBef>
              <a:spcPct val="0"/>
            </a:spcBef>
            <a:spcAft>
              <a:spcPct val="35000"/>
            </a:spcAft>
            <a:buNone/>
          </a:pPr>
          <a:endParaRPr lang="pt-PT" sz="1400" kern="1200" noProof="0" dirty="0"/>
        </a:p>
        <a:p>
          <a:pPr marL="0" lvl="0" indent="0" algn="l" defTabSz="622300">
            <a:lnSpc>
              <a:spcPct val="100000"/>
            </a:lnSpc>
            <a:spcBef>
              <a:spcPct val="0"/>
            </a:spcBef>
            <a:spcAft>
              <a:spcPct val="35000"/>
            </a:spcAft>
            <a:buNone/>
          </a:pPr>
          <a:r>
            <a:rPr lang="pt-PT" sz="1400" kern="1200" noProof="0" dirty="0"/>
            <a:t>Documentação do projeto.</a:t>
          </a:r>
        </a:p>
      </dsp:txBody>
      <dsp:txXfrm>
        <a:off x="4289212" y="396652"/>
        <a:ext cx="3899283" cy="356987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1D5BB9-D158-41D6-A886-CEEAF5D4217B}">
      <dsp:nvSpPr>
        <dsp:cNvPr id="0" name=""/>
        <dsp:cNvSpPr/>
      </dsp:nvSpPr>
      <dsp:spPr>
        <a:xfrm>
          <a:off x="0" y="0"/>
          <a:ext cx="1903650"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Produtor</a:t>
          </a:r>
        </a:p>
      </dsp:txBody>
      <dsp:txXfrm>
        <a:off x="0" y="0"/>
        <a:ext cx="1903650" cy="396652"/>
      </dsp:txXfrm>
    </dsp:sp>
    <dsp:sp modelId="{F4B434B4-A24E-4243-9A2A-685A250A5AEC}">
      <dsp:nvSpPr>
        <dsp:cNvPr id="0" name=""/>
        <dsp:cNvSpPr/>
      </dsp:nvSpPr>
      <dsp:spPr>
        <a:xfrm>
          <a:off x="0" y="396652"/>
          <a:ext cx="1903650"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just" defTabSz="622300">
            <a:lnSpc>
              <a:spcPct val="100000"/>
            </a:lnSpc>
            <a:spcBef>
              <a:spcPct val="0"/>
            </a:spcBef>
            <a:spcAft>
              <a:spcPct val="35000"/>
            </a:spcAft>
            <a:buNone/>
          </a:pPr>
          <a:r>
            <a:rPr lang="pt-PT" sz="1400" kern="1200" noProof="0" dirty="0"/>
            <a:t>É responsável pela leitura de ficheiros GPX e publicação de eventos em formato JSON em </a:t>
          </a:r>
          <a:r>
            <a:rPr lang="pt-PT" sz="1400" kern="1200" noProof="0" dirty="0" err="1"/>
            <a:t>exchanges</a:t>
          </a:r>
          <a:r>
            <a:rPr lang="pt-PT" sz="1400" kern="1200" noProof="0" dirty="0"/>
            <a:t> </a:t>
          </a:r>
          <a:r>
            <a:rPr lang="pt-PT" sz="1400" kern="1200" noProof="0" dirty="0" err="1"/>
            <a:t>RabbitMQ</a:t>
          </a:r>
          <a:r>
            <a:rPr lang="pt-PT" sz="1400" kern="1200" noProof="0" dirty="0"/>
            <a:t> do tipo </a:t>
          </a:r>
          <a:r>
            <a:rPr lang="pt-PT" sz="1400" kern="1200" noProof="0" dirty="0" err="1"/>
            <a:t>fanout</a:t>
          </a:r>
          <a:r>
            <a:rPr lang="pt-PT" sz="1400" kern="1200" noProof="0" dirty="0"/>
            <a:t> com nome </a:t>
          </a:r>
          <a:r>
            <a:rPr lang="pt-PT" sz="1400" kern="1200" noProof="0" dirty="0" err="1"/>
            <a:t>race</a:t>
          </a:r>
          <a:r>
            <a:rPr lang="pt-PT" sz="1400" kern="1200" noProof="0" dirty="0"/>
            <a:t>-&lt;</a:t>
          </a:r>
          <a:r>
            <a:rPr lang="pt-PT" sz="1400" kern="1200" noProof="0" dirty="0" err="1"/>
            <a:t>gpx</a:t>
          </a:r>
          <a:r>
            <a:rPr lang="pt-PT" sz="1400" kern="1200" noProof="0" dirty="0"/>
            <a:t>&gt;. Cada atleta corre num </a:t>
          </a:r>
          <a:r>
            <a:rPr lang="pt-PT" sz="1400" kern="1200" noProof="0" dirty="0" err="1"/>
            <a:t>thread</a:t>
          </a:r>
          <a:r>
            <a:rPr lang="pt-PT" sz="1400" kern="1200" noProof="0" dirty="0"/>
            <a:t> próprio com variação de velocidade.</a:t>
          </a:r>
        </a:p>
      </dsp:txBody>
      <dsp:txXfrm>
        <a:off x="0" y="396652"/>
        <a:ext cx="1903650" cy="3569874"/>
      </dsp:txXfrm>
    </dsp:sp>
    <dsp:sp modelId="{48533E56-D0D5-4196-96FD-BC48DFA93FF1}">
      <dsp:nvSpPr>
        <dsp:cNvPr id="0" name=""/>
        <dsp:cNvSpPr/>
      </dsp:nvSpPr>
      <dsp:spPr>
        <a:xfrm>
          <a:off x="2094015" y="0"/>
          <a:ext cx="1903650"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Consumidor</a:t>
          </a:r>
        </a:p>
      </dsp:txBody>
      <dsp:txXfrm>
        <a:off x="2094015" y="0"/>
        <a:ext cx="1903650" cy="396652"/>
      </dsp:txXfrm>
    </dsp:sp>
    <dsp:sp modelId="{84156222-9B7B-4021-A225-EAA72CC6FCCA}">
      <dsp:nvSpPr>
        <dsp:cNvPr id="0" name=""/>
        <dsp:cNvSpPr/>
      </dsp:nvSpPr>
      <dsp:spPr>
        <a:xfrm>
          <a:off x="2094015" y="396652"/>
          <a:ext cx="1903650"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just" defTabSz="622300">
            <a:lnSpc>
              <a:spcPct val="100000"/>
            </a:lnSpc>
            <a:spcBef>
              <a:spcPct val="0"/>
            </a:spcBef>
            <a:spcAft>
              <a:spcPct val="35000"/>
            </a:spcAft>
            <a:buNone/>
          </a:pPr>
          <a:r>
            <a:rPr lang="pt-PT" sz="1400" kern="1200" noProof="0" dirty="0"/>
            <a:t>Implementado com </a:t>
          </a:r>
          <a:r>
            <a:rPr lang="pt-PT" sz="1400" kern="1200" noProof="0" dirty="0" err="1"/>
            <a:t>FastAPI</a:t>
          </a:r>
          <a:r>
            <a:rPr lang="pt-PT" sz="1400" kern="1200" noProof="0" dirty="0"/>
            <a:t> que consome de uma </a:t>
          </a:r>
          <a:r>
            <a:rPr lang="pt-PT" sz="1400" kern="1200" noProof="0" dirty="0" err="1"/>
            <a:t>queue</a:t>
          </a:r>
          <a:r>
            <a:rPr lang="pt-PT" sz="1400" kern="1200" noProof="0" dirty="0"/>
            <a:t> do </a:t>
          </a:r>
          <a:r>
            <a:rPr lang="pt-PT" sz="1400" kern="1200" noProof="0" dirty="0" err="1"/>
            <a:t>backend</a:t>
          </a:r>
          <a:r>
            <a:rPr lang="pt-PT" sz="1400" kern="1200" noProof="0" dirty="0"/>
            <a:t> e difunde eventos via </a:t>
          </a:r>
          <a:r>
            <a:rPr lang="pt-PT" sz="1400" kern="1200" noProof="0" dirty="0" err="1"/>
            <a:t>WebSocket</a:t>
          </a:r>
          <a:r>
            <a:rPr lang="pt-PT" sz="1400" kern="1200" noProof="0" dirty="0"/>
            <a:t> . Expõe métricas </a:t>
          </a:r>
          <a:r>
            <a:rPr lang="pt-PT" sz="1400" kern="1200" noProof="0" dirty="0" err="1"/>
            <a:t>Prometheus</a:t>
          </a:r>
          <a:r>
            <a:rPr lang="pt-PT" sz="1400" kern="1200" noProof="0" dirty="0"/>
            <a:t> contando mensagens, conexões e envios.</a:t>
          </a:r>
        </a:p>
      </dsp:txBody>
      <dsp:txXfrm>
        <a:off x="2094015" y="396652"/>
        <a:ext cx="1903650" cy="3569874"/>
      </dsp:txXfrm>
    </dsp:sp>
    <dsp:sp modelId="{953CD609-D06F-4C32-A9F3-9FB2E040CB39}">
      <dsp:nvSpPr>
        <dsp:cNvPr id="0" name=""/>
        <dsp:cNvSpPr/>
      </dsp:nvSpPr>
      <dsp:spPr>
        <a:xfrm>
          <a:off x="4188030" y="0"/>
          <a:ext cx="1903650"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err="1"/>
            <a:t>Frontend</a:t>
          </a:r>
          <a:endParaRPr lang="pt-PT" sz="1800" kern="1200" noProof="0" dirty="0"/>
        </a:p>
      </dsp:txBody>
      <dsp:txXfrm>
        <a:off x="4188030" y="0"/>
        <a:ext cx="1903650" cy="396652"/>
      </dsp:txXfrm>
    </dsp:sp>
    <dsp:sp modelId="{425937C8-C955-4843-B241-ECBAEC615C6F}">
      <dsp:nvSpPr>
        <dsp:cNvPr id="0" name=""/>
        <dsp:cNvSpPr/>
      </dsp:nvSpPr>
      <dsp:spPr>
        <a:xfrm>
          <a:off x="4188030" y="396652"/>
          <a:ext cx="1903650"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just" defTabSz="622300">
            <a:lnSpc>
              <a:spcPct val="100000"/>
            </a:lnSpc>
            <a:spcBef>
              <a:spcPct val="0"/>
            </a:spcBef>
            <a:spcAft>
              <a:spcPct val="35000"/>
            </a:spcAft>
            <a:buNone/>
          </a:pPr>
          <a:r>
            <a:rPr lang="pt-PT" sz="1400" kern="1200" noProof="0" dirty="0"/>
            <a:t>Desenvolvido com HTML/JS com </a:t>
          </a:r>
          <a:r>
            <a:rPr lang="pt-PT" sz="1400" kern="1200" noProof="0" dirty="0" err="1"/>
            <a:t>Leaflet</a:t>
          </a:r>
          <a:r>
            <a:rPr lang="pt-PT" sz="1400" kern="1200" noProof="0" dirty="0"/>
            <a:t> que carrega ficheiros GPX locais, mantém múltiplas </a:t>
          </a:r>
          <a:r>
            <a:rPr lang="pt-PT" sz="1400" kern="1200" noProof="0" dirty="0" err="1"/>
            <a:t>WebSocket</a:t>
          </a:r>
          <a:r>
            <a:rPr lang="pt-PT" sz="1400" kern="1200" noProof="0" dirty="0"/>
            <a:t> (uma por corrida ou </a:t>
          </a:r>
          <a:r>
            <a:rPr lang="pt-PT" sz="1400" kern="1200" noProof="0" dirty="0" err="1"/>
            <a:t>all</a:t>
          </a:r>
          <a:r>
            <a:rPr lang="pt-PT" sz="1400" kern="1200" noProof="0" dirty="0"/>
            <a:t>) e mostra marcadores e </a:t>
          </a:r>
          <a:r>
            <a:rPr lang="pt-PT" sz="1400" kern="1200" noProof="0" dirty="0" err="1"/>
            <a:t>leaderboard</a:t>
          </a:r>
          <a:r>
            <a:rPr lang="pt-PT" sz="1400" kern="1200" noProof="0" dirty="0"/>
            <a:t> em tempo real.</a:t>
          </a:r>
        </a:p>
      </dsp:txBody>
      <dsp:txXfrm>
        <a:off x="4188030" y="396652"/>
        <a:ext cx="1903650" cy="3569874"/>
      </dsp:txXfrm>
    </dsp:sp>
    <dsp:sp modelId="{B8A0172C-4221-4449-9139-9B1D7023E7F7}">
      <dsp:nvSpPr>
        <dsp:cNvPr id="0" name=""/>
        <dsp:cNvSpPr/>
      </dsp:nvSpPr>
      <dsp:spPr>
        <a:xfrm>
          <a:off x="6282046" y="0"/>
          <a:ext cx="1903650"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err="1"/>
            <a:t>RabbitMQ</a:t>
          </a:r>
          <a:endParaRPr lang="pt-PT" sz="1800" kern="1200" noProof="0" dirty="0"/>
        </a:p>
      </dsp:txBody>
      <dsp:txXfrm>
        <a:off x="6282046" y="0"/>
        <a:ext cx="1903650" cy="396652"/>
      </dsp:txXfrm>
    </dsp:sp>
    <dsp:sp modelId="{A5E42196-92D4-B443-B20F-FB52B377EEF3}">
      <dsp:nvSpPr>
        <dsp:cNvPr id="0" name=""/>
        <dsp:cNvSpPr/>
      </dsp:nvSpPr>
      <dsp:spPr>
        <a:xfrm>
          <a:off x="6282046" y="396652"/>
          <a:ext cx="1903650"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just" defTabSz="622300">
            <a:lnSpc>
              <a:spcPct val="100000"/>
            </a:lnSpc>
            <a:spcBef>
              <a:spcPct val="0"/>
            </a:spcBef>
            <a:spcAft>
              <a:spcPct val="35000"/>
            </a:spcAft>
            <a:buNone/>
          </a:pPr>
          <a:r>
            <a:rPr lang="pt-PT" sz="1400" kern="1200" noProof="0" dirty="0"/>
            <a:t>Broker de mensagens. O simulador declara </a:t>
          </a:r>
          <a:r>
            <a:rPr lang="pt-PT" sz="1400" kern="1200" noProof="0" dirty="0" err="1"/>
            <a:t>exchanges</a:t>
          </a:r>
          <a:r>
            <a:rPr lang="pt-PT" sz="1400" kern="1200" noProof="0" dirty="0"/>
            <a:t> </a:t>
          </a:r>
          <a:r>
            <a:rPr lang="pt-PT" sz="1400" kern="1200" noProof="0" dirty="0" err="1"/>
            <a:t>fanout</a:t>
          </a:r>
          <a:r>
            <a:rPr lang="pt-PT" sz="1400" kern="1200" noProof="0" dirty="0"/>
            <a:t> por corrida, o </a:t>
          </a:r>
          <a:r>
            <a:rPr lang="pt-PT" sz="1400" kern="1200" noProof="0" dirty="0" err="1"/>
            <a:t>backend</a:t>
          </a:r>
          <a:r>
            <a:rPr lang="pt-PT" sz="1400" kern="1200" noProof="0" dirty="0"/>
            <a:t> cria uma </a:t>
          </a:r>
          <a:r>
            <a:rPr lang="pt-PT" sz="1400" kern="1200" noProof="0" dirty="0" err="1"/>
            <a:t>queue</a:t>
          </a:r>
          <a:r>
            <a:rPr lang="pt-PT" sz="1400" kern="1200" noProof="0" dirty="0"/>
            <a:t> durável e faz </a:t>
          </a:r>
          <a:r>
            <a:rPr lang="pt-PT" sz="1400" kern="1200" noProof="0" dirty="0" err="1"/>
            <a:t>bind</a:t>
          </a:r>
          <a:r>
            <a:rPr lang="pt-PT" sz="1400" kern="1200" noProof="0" dirty="0"/>
            <a:t> automático a todas as </a:t>
          </a:r>
          <a:r>
            <a:rPr lang="pt-PT" sz="1400" kern="1200" noProof="0" dirty="0" err="1"/>
            <a:t>exchanges</a:t>
          </a:r>
          <a:r>
            <a:rPr lang="pt-PT" sz="1400" kern="1200" noProof="0" dirty="0"/>
            <a:t> de utilizador.</a:t>
          </a:r>
        </a:p>
      </dsp:txBody>
      <dsp:txXfrm>
        <a:off x="6282046" y="396652"/>
        <a:ext cx="1903650" cy="356987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CA2CBE-E808-4F58-9798-1899E38D36F6}">
      <dsp:nvSpPr>
        <dsp:cNvPr id="0" name=""/>
        <dsp:cNvSpPr/>
      </dsp:nvSpPr>
      <dsp:spPr>
        <a:xfrm>
          <a:off x="0" y="0"/>
          <a:ext cx="2557030"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Produtor</a:t>
          </a:r>
        </a:p>
      </dsp:txBody>
      <dsp:txXfrm>
        <a:off x="0" y="0"/>
        <a:ext cx="2557030" cy="396652"/>
      </dsp:txXfrm>
    </dsp:sp>
    <dsp:sp modelId="{920BEEE7-D326-4ED3-8C9D-01E9A2FF12F2}">
      <dsp:nvSpPr>
        <dsp:cNvPr id="0" name=""/>
        <dsp:cNvSpPr/>
      </dsp:nvSpPr>
      <dsp:spPr>
        <a:xfrm>
          <a:off x="0" y="396652"/>
          <a:ext cx="2557030"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noProof="0" dirty="0"/>
            <a:t>Python 3.9+</a:t>
          </a:r>
        </a:p>
        <a:p>
          <a:pPr marL="0" lvl="0" indent="0" algn="l" defTabSz="622300">
            <a:lnSpc>
              <a:spcPct val="100000"/>
            </a:lnSpc>
            <a:spcBef>
              <a:spcPct val="0"/>
            </a:spcBef>
            <a:spcAft>
              <a:spcPct val="35000"/>
            </a:spcAft>
            <a:buNone/>
          </a:pPr>
          <a:r>
            <a:rPr lang="en-US" sz="1400" kern="1200" noProof="0" dirty="0" err="1"/>
            <a:t>Bibliotecas</a:t>
          </a:r>
          <a:r>
            <a:rPr lang="en-US" sz="1400" kern="1200" noProof="0" dirty="0"/>
            <a:t> </a:t>
          </a:r>
          <a:r>
            <a:rPr lang="en-US" sz="1400" kern="1200" noProof="0" dirty="0" err="1"/>
            <a:t>principais</a:t>
          </a:r>
          <a:r>
            <a:rPr lang="en-US" sz="1400" kern="1200" noProof="0" dirty="0"/>
            <a:t>: pika (RabbitMQ), </a:t>
          </a:r>
          <a:r>
            <a:rPr lang="en-US" sz="1400" kern="1200" noProof="0" dirty="0" err="1"/>
            <a:t>gpxpy</a:t>
          </a:r>
          <a:r>
            <a:rPr lang="en-US" sz="1400" kern="1200" noProof="0" dirty="0"/>
            <a:t>, threading/time, random</a:t>
          </a:r>
          <a:endParaRPr lang="pt-PT" sz="1400" kern="1200" noProof="0" dirty="0"/>
        </a:p>
      </dsp:txBody>
      <dsp:txXfrm>
        <a:off x="0" y="396652"/>
        <a:ext cx="2557030" cy="3569874"/>
      </dsp:txXfrm>
    </dsp:sp>
    <dsp:sp modelId="{5C84E263-878A-4945-85DF-080B6AFA6278}">
      <dsp:nvSpPr>
        <dsp:cNvPr id="0" name=""/>
        <dsp:cNvSpPr/>
      </dsp:nvSpPr>
      <dsp:spPr>
        <a:xfrm>
          <a:off x="2812733" y="0"/>
          <a:ext cx="2557030"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Consumidor</a:t>
          </a:r>
        </a:p>
      </dsp:txBody>
      <dsp:txXfrm>
        <a:off x="2812733" y="0"/>
        <a:ext cx="2557030" cy="396652"/>
      </dsp:txXfrm>
    </dsp:sp>
    <dsp:sp modelId="{A22BDF32-C6FB-4E4E-8046-2D44076141DA}">
      <dsp:nvSpPr>
        <dsp:cNvPr id="0" name=""/>
        <dsp:cNvSpPr/>
      </dsp:nvSpPr>
      <dsp:spPr>
        <a:xfrm>
          <a:off x="2812733" y="396652"/>
          <a:ext cx="2557030"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noProof="0" dirty="0"/>
            <a:t>Python 3.9+</a:t>
          </a:r>
          <a:endParaRPr lang="pt-PT" sz="1400" kern="1200" noProof="0" dirty="0"/>
        </a:p>
        <a:p>
          <a:pPr marL="0" lvl="0" indent="0" algn="l" defTabSz="622300">
            <a:lnSpc>
              <a:spcPct val="100000"/>
            </a:lnSpc>
            <a:spcBef>
              <a:spcPct val="0"/>
            </a:spcBef>
            <a:spcAft>
              <a:spcPct val="35000"/>
            </a:spcAft>
            <a:buNone/>
          </a:pPr>
          <a:r>
            <a:rPr lang="en-US" sz="1400" kern="1200" noProof="0" dirty="0"/>
            <a:t>Framework: FastAPI (async + </a:t>
          </a:r>
          <a:r>
            <a:rPr lang="en-US" sz="1400" kern="1200" noProof="0" dirty="0" err="1"/>
            <a:t>WebSockets</a:t>
          </a:r>
          <a:r>
            <a:rPr lang="en-US" sz="1400" kern="1200" noProof="0" dirty="0"/>
            <a:t>)</a:t>
          </a:r>
        </a:p>
        <a:p>
          <a:pPr marL="0" lvl="0" indent="0" algn="l" defTabSz="622300">
            <a:lnSpc>
              <a:spcPct val="100000"/>
            </a:lnSpc>
            <a:spcBef>
              <a:spcPct val="0"/>
            </a:spcBef>
            <a:spcAft>
              <a:spcPct val="35000"/>
            </a:spcAft>
            <a:buNone/>
          </a:pPr>
          <a:r>
            <a:rPr lang="en-US" sz="1400" kern="1200" noProof="0" dirty="0" err="1"/>
            <a:t>Bibliotecas</a:t>
          </a:r>
          <a:r>
            <a:rPr lang="en-US" sz="1400" kern="1200" noProof="0" dirty="0"/>
            <a:t> </a:t>
          </a:r>
          <a:r>
            <a:rPr lang="en-US" sz="1400" kern="1200" noProof="0" dirty="0" err="1"/>
            <a:t>principais</a:t>
          </a:r>
          <a:r>
            <a:rPr lang="en-US" sz="1400" kern="1200" noProof="0" dirty="0"/>
            <a:t>:</a:t>
          </a:r>
        </a:p>
        <a:p>
          <a:pPr marL="114300" lvl="1" indent="-114300" algn="l" defTabSz="533400">
            <a:lnSpc>
              <a:spcPct val="90000"/>
            </a:lnSpc>
            <a:spcBef>
              <a:spcPct val="0"/>
            </a:spcBef>
            <a:spcAft>
              <a:spcPct val="15000"/>
            </a:spcAft>
            <a:buChar char="•"/>
          </a:pPr>
          <a:r>
            <a:rPr lang="en-US" sz="1200" kern="1200" noProof="0" dirty="0" err="1"/>
            <a:t>aio_pika</a:t>
          </a:r>
          <a:r>
            <a:rPr lang="en-US" sz="1200" kern="1200" noProof="0" dirty="0"/>
            <a:t> (RabbitMQ </a:t>
          </a:r>
          <a:r>
            <a:rPr lang="en-US" sz="1200" kern="1200" noProof="0" dirty="0" err="1"/>
            <a:t>assíncrono</a:t>
          </a:r>
          <a:r>
            <a:rPr lang="en-US" sz="1200" kern="1200" noProof="0" dirty="0"/>
            <a:t>);</a:t>
          </a:r>
        </a:p>
        <a:p>
          <a:pPr marL="114300" lvl="1" indent="-114300" algn="l" defTabSz="533400">
            <a:lnSpc>
              <a:spcPct val="90000"/>
            </a:lnSpc>
            <a:spcBef>
              <a:spcPct val="0"/>
            </a:spcBef>
            <a:spcAft>
              <a:spcPct val="15000"/>
            </a:spcAft>
            <a:buChar char="•"/>
          </a:pPr>
          <a:r>
            <a:rPr lang="en-US" sz="1200" kern="1200" noProof="0" dirty="0" err="1"/>
            <a:t>aiohttp</a:t>
          </a:r>
          <a:r>
            <a:rPr lang="en-US" sz="1200" kern="1200" noProof="0" dirty="0"/>
            <a:t> (</a:t>
          </a:r>
          <a:r>
            <a:rPr lang="en-US" sz="1200" kern="1200" noProof="0" dirty="0" err="1"/>
            <a:t>descoberta</a:t>
          </a:r>
          <a:r>
            <a:rPr lang="en-US" sz="1200" kern="1200" noProof="0" dirty="0"/>
            <a:t> de exchanges);</a:t>
          </a:r>
        </a:p>
        <a:p>
          <a:pPr marL="114300" lvl="1" indent="-114300" algn="l" defTabSz="533400">
            <a:lnSpc>
              <a:spcPct val="90000"/>
            </a:lnSpc>
            <a:spcBef>
              <a:spcPct val="0"/>
            </a:spcBef>
            <a:spcAft>
              <a:spcPct val="15000"/>
            </a:spcAft>
            <a:buChar char="•"/>
          </a:pPr>
          <a:r>
            <a:rPr lang="en-US" sz="1200" kern="1200" noProof="0" dirty="0" err="1"/>
            <a:t>prometheus_fastapi_instrumentator</a:t>
          </a:r>
          <a:endParaRPr lang="en-US" sz="1200" kern="1200" noProof="0" dirty="0"/>
        </a:p>
        <a:p>
          <a:pPr marL="114300" lvl="1" indent="-114300" algn="l" defTabSz="533400">
            <a:lnSpc>
              <a:spcPct val="90000"/>
            </a:lnSpc>
            <a:spcBef>
              <a:spcPct val="0"/>
            </a:spcBef>
            <a:spcAft>
              <a:spcPct val="15000"/>
            </a:spcAft>
            <a:buChar char="•"/>
          </a:pPr>
          <a:r>
            <a:rPr lang="en-US" sz="1200" kern="1200" noProof="0" dirty="0" err="1"/>
            <a:t>prometheus_client</a:t>
          </a:r>
          <a:r>
            <a:rPr lang="en-US" sz="1200" kern="1200" noProof="0" dirty="0"/>
            <a:t> (</a:t>
          </a:r>
          <a:r>
            <a:rPr lang="en-US" sz="1200" kern="1200" noProof="0" dirty="0" err="1"/>
            <a:t>métricas</a:t>
          </a:r>
          <a:r>
            <a:rPr lang="en-US" sz="1200" kern="1200" noProof="0" dirty="0"/>
            <a:t>)</a:t>
          </a:r>
        </a:p>
      </dsp:txBody>
      <dsp:txXfrm>
        <a:off x="2812733" y="396652"/>
        <a:ext cx="2557030" cy="3569874"/>
      </dsp:txXfrm>
    </dsp:sp>
    <dsp:sp modelId="{102B6BBA-B604-4A97-95C5-00FB60A6446D}">
      <dsp:nvSpPr>
        <dsp:cNvPr id="0" name=""/>
        <dsp:cNvSpPr/>
      </dsp:nvSpPr>
      <dsp:spPr>
        <a:xfrm>
          <a:off x="5625467" y="0"/>
          <a:ext cx="2557030" cy="39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err="1"/>
            <a:t>Frontend</a:t>
          </a:r>
          <a:endParaRPr lang="pt-PT" sz="1800" kern="1200" noProof="0" dirty="0"/>
        </a:p>
      </dsp:txBody>
      <dsp:txXfrm>
        <a:off x="5625467" y="0"/>
        <a:ext cx="2557030" cy="396652"/>
      </dsp:txXfrm>
    </dsp:sp>
    <dsp:sp modelId="{813A2246-B13B-4603-85EE-69F76AD51310}">
      <dsp:nvSpPr>
        <dsp:cNvPr id="0" name=""/>
        <dsp:cNvSpPr/>
      </dsp:nvSpPr>
      <dsp:spPr>
        <a:xfrm>
          <a:off x="5625467" y="396652"/>
          <a:ext cx="2557030" cy="35698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5240" rIns="15240" bIns="15240" numCol="1" spcCol="1270" anchor="t" anchorCtr="0">
          <a:noAutofit/>
        </a:bodyPr>
        <a:lstStyle/>
        <a:p>
          <a:pPr marL="0" lvl="0" indent="0" algn="l" defTabSz="622300">
            <a:lnSpc>
              <a:spcPct val="100000"/>
            </a:lnSpc>
            <a:spcBef>
              <a:spcPct val="0"/>
            </a:spcBef>
            <a:spcAft>
              <a:spcPct val="35000"/>
            </a:spcAft>
            <a:buNone/>
          </a:pPr>
          <a:r>
            <a:rPr lang="en-US" sz="1400" kern="1200" noProof="0" dirty="0"/>
            <a:t>HTML5, CSS3, JavaScript (vanilla)</a:t>
          </a:r>
          <a:endParaRPr lang="pt-PT" sz="1400" kern="1200" noProof="0" dirty="0"/>
        </a:p>
        <a:p>
          <a:pPr marL="0" lvl="0" indent="0" algn="l" defTabSz="622300">
            <a:lnSpc>
              <a:spcPct val="100000"/>
            </a:lnSpc>
            <a:spcBef>
              <a:spcPct val="0"/>
            </a:spcBef>
            <a:spcAft>
              <a:spcPct val="35000"/>
            </a:spcAft>
            <a:buNone/>
          </a:pPr>
          <a:r>
            <a:rPr lang="en-US" sz="1400" kern="1200" noProof="0" dirty="0" err="1"/>
            <a:t>Bibliotecas</a:t>
          </a:r>
          <a:r>
            <a:rPr lang="en-US" sz="1400" kern="1200" noProof="0" dirty="0"/>
            <a:t>:</a:t>
          </a:r>
        </a:p>
        <a:p>
          <a:pPr marL="114300" lvl="1" indent="-114300" algn="l" defTabSz="533400">
            <a:lnSpc>
              <a:spcPct val="90000"/>
            </a:lnSpc>
            <a:spcBef>
              <a:spcPct val="0"/>
            </a:spcBef>
            <a:spcAft>
              <a:spcPct val="15000"/>
            </a:spcAft>
            <a:buChar char="•"/>
          </a:pPr>
          <a:r>
            <a:rPr lang="en-US" sz="1200" kern="1200" noProof="0" dirty="0" err="1"/>
            <a:t>Leaflet.js</a:t>
          </a:r>
          <a:r>
            <a:rPr lang="en-US" sz="1200" kern="1200" noProof="0" dirty="0"/>
            <a:t>: Visualização de mapas interativos</a:t>
          </a:r>
        </a:p>
        <a:p>
          <a:pPr marL="114300" lvl="1" indent="-114300" algn="l" defTabSz="533400">
            <a:lnSpc>
              <a:spcPct val="90000"/>
            </a:lnSpc>
            <a:spcBef>
              <a:spcPct val="0"/>
            </a:spcBef>
            <a:spcAft>
              <a:spcPct val="15000"/>
            </a:spcAft>
            <a:buChar char="•"/>
          </a:pPr>
          <a:r>
            <a:rPr lang="en-US" sz="1200" kern="1200" noProof="0" dirty="0"/>
            <a:t>OpenStreetMap: Tiles de </a:t>
          </a:r>
          <a:r>
            <a:rPr lang="en-US" sz="1200" kern="1200" noProof="0" dirty="0" err="1"/>
            <a:t>mapa</a:t>
          </a:r>
          <a:endParaRPr lang="en-US" sz="1200" kern="1200" noProof="0" dirty="0"/>
        </a:p>
      </dsp:txBody>
      <dsp:txXfrm>
        <a:off x="5625467" y="396652"/>
        <a:ext cx="2557030" cy="356987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8522E71-9B97-4408-89B0-5B56F5725FF6}">
      <dsp:nvSpPr>
        <dsp:cNvPr id="0" name=""/>
        <dsp:cNvSpPr/>
      </dsp:nvSpPr>
      <dsp:spPr>
        <a:xfrm>
          <a:off x="0" y="0"/>
          <a:ext cx="1903650" cy="6588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defRPr b="1"/>
          </a:pPr>
          <a:r>
            <a:rPr lang="pt-PT" sz="1400" kern="1200" noProof="0" dirty="0"/>
            <a:t>Comunicação Síncrona com </a:t>
          </a:r>
          <a:r>
            <a:rPr lang="pt-PT" sz="1400" kern="1200" noProof="0" dirty="0" err="1"/>
            <a:t>APIs</a:t>
          </a:r>
          <a:r>
            <a:rPr lang="pt-PT" sz="1400" kern="1200" noProof="0" dirty="0"/>
            <a:t> REST</a:t>
          </a:r>
        </a:p>
      </dsp:txBody>
      <dsp:txXfrm>
        <a:off x="0" y="0"/>
        <a:ext cx="1903650" cy="658858"/>
      </dsp:txXfrm>
    </dsp:sp>
    <dsp:sp modelId="{86B5E1DC-59F0-48B0-857F-679563625FA0}">
      <dsp:nvSpPr>
        <dsp:cNvPr id="0" name=""/>
        <dsp:cNvSpPr/>
      </dsp:nvSpPr>
      <dsp:spPr>
        <a:xfrm>
          <a:off x="0" y="658858"/>
          <a:ext cx="1903650" cy="32050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970" rIns="13970" bIns="13970" numCol="1" spcCol="1270" anchor="t" anchorCtr="0">
          <a:noAutofit/>
        </a:bodyPr>
        <a:lstStyle/>
        <a:p>
          <a:pPr marL="0" lvl="0" indent="0" algn="l" defTabSz="488950">
            <a:lnSpc>
              <a:spcPct val="100000"/>
            </a:lnSpc>
            <a:spcBef>
              <a:spcPct val="0"/>
            </a:spcBef>
            <a:spcAft>
              <a:spcPct val="35000"/>
            </a:spcAft>
            <a:buNone/>
          </a:pPr>
          <a:r>
            <a:rPr lang="pt-PT" sz="1100" kern="1200" noProof="0" dirty="0" err="1"/>
            <a:t>APIs</a:t>
          </a:r>
          <a:r>
            <a:rPr lang="pt-PT" sz="1100" kern="1200" noProof="0" dirty="0"/>
            <a:t> REST são utilizadas para comunicação síncrona, permitindo troca padronizada de informações entre módulos do sistema.</a:t>
          </a:r>
        </a:p>
      </dsp:txBody>
      <dsp:txXfrm>
        <a:off x="0" y="658858"/>
        <a:ext cx="1903650" cy="3205066"/>
      </dsp:txXfrm>
    </dsp:sp>
    <dsp:sp modelId="{7134C525-8CCD-4108-AF01-96286A5A0E05}">
      <dsp:nvSpPr>
        <dsp:cNvPr id="0" name=""/>
        <dsp:cNvSpPr/>
      </dsp:nvSpPr>
      <dsp:spPr>
        <a:xfrm>
          <a:off x="2094015" y="0"/>
          <a:ext cx="1903650" cy="6588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defRPr b="1"/>
          </a:pPr>
          <a:r>
            <a:rPr lang="pt-PT" sz="1400" kern="1200" noProof="0" dirty="0" err="1"/>
            <a:t>Mensageria</a:t>
          </a:r>
          <a:r>
            <a:rPr lang="pt-PT" sz="1400" kern="1200" noProof="0" dirty="0"/>
            <a:t> Assíncrona e Tolerância a Falhas</a:t>
          </a:r>
        </a:p>
      </dsp:txBody>
      <dsp:txXfrm>
        <a:off x="2094015" y="0"/>
        <a:ext cx="1903650" cy="658858"/>
      </dsp:txXfrm>
    </dsp:sp>
    <dsp:sp modelId="{1F303D58-5C0E-441C-AD6F-0CB810D3C9E8}">
      <dsp:nvSpPr>
        <dsp:cNvPr id="0" name=""/>
        <dsp:cNvSpPr/>
      </dsp:nvSpPr>
      <dsp:spPr>
        <a:xfrm>
          <a:off x="2094015" y="658858"/>
          <a:ext cx="1903650" cy="32050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970" rIns="13970" bIns="13970" numCol="1" spcCol="1270" anchor="t" anchorCtr="0">
          <a:noAutofit/>
        </a:bodyPr>
        <a:lstStyle/>
        <a:p>
          <a:pPr marL="0" lvl="0" indent="0" algn="l" defTabSz="488950">
            <a:lnSpc>
              <a:spcPct val="100000"/>
            </a:lnSpc>
            <a:spcBef>
              <a:spcPct val="0"/>
            </a:spcBef>
            <a:spcAft>
              <a:spcPct val="35000"/>
            </a:spcAft>
            <a:buNone/>
          </a:pPr>
          <a:r>
            <a:rPr lang="pt-PT" sz="1100" kern="1200" noProof="0" dirty="0" err="1"/>
            <a:t>Mensageria</a:t>
          </a:r>
          <a:r>
            <a:rPr lang="pt-PT" sz="1100" kern="1200" noProof="0" dirty="0"/>
            <a:t> com </a:t>
          </a:r>
          <a:r>
            <a:rPr lang="pt-PT" sz="1100" kern="1200" noProof="0" dirty="0" err="1"/>
            <a:t>RabbitMQ</a:t>
          </a:r>
          <a:r>
            <a:rPr lang="pt-PT" sz="1100" kern="1200" noProof="0" dirty="0"/>
            <a:t> ou Kafka garante alta disponibilidade e tolerância a falhas em sistemas distribuídos.</a:t>
          </a:r>
        </a:p>
      </dsp:txBody>
      <dsp:txXfrm>
        <a:off x="2094015" y="658858"/>
        <a:ext cx="1903650" cy="3205066"/>
      </dsp:txXfrm>
    </dsp:sp>
    <dsp:sp modelId="{FC0ED944-368A-4995-9904-DDDEE2178AA9}">
      <dsp:nvSpPr>
        <dsp:cNvPr id="0" name=""/>
        <dsp:cNvSpPr/>
      </dsp:nvSpPr>
      <dsp:spPr>
        <a:xfrm>
          <a:off x="4188030" y="0"/>
          <a:ext cx="1903650" cy="6588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defRPr b="1"/>
          </a:pPr>
          <a:r>
            <a:rPr lang="pt-PT" sz="1400" kern="1200" noProof="0" dirty="0"/>
            <a:t>Protocolos e Formatos de Dados</a:t>
          </a:r>
        </a:p>
      </dsp:txBody>
      <dsp:txXfrm>
        <a:off x="4188030" y="0"/>
        <a:ext cx="1903650" cy="658858"/>
      </dsp:txXfrm>
    </dsp:sp>
    <dsp:sp modelId="{C0D7DB82-4CD9-4C38-A5E9-D88A21934649}">
      <dsp:nvSpPr>
        <dsp:cNvPr id="0" name=""/>
        <dsp:cNvSpPr/>
      </dsp:nvSpPr>
      <dsp:spPr>
        <a:xfrm>
          <a:off x="4188030" y="658858"/>
          <a:ext cx="1903650" cy="32050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970" rIns="13970" bIns="13970" numCol="1" spcCol="1270" anchor="t" anchorCtr="0">
          <a:noAutofit/>
        </a:bodyPr>
        <a:lstStyle/>
        <a:p>
          <a:pPr marL="0" lvl="0" indent="0" algn="l" defTabSz="488950">
            <a:lnSpc>
              <a:spcPct val="100000"/>
            </a:lnSpc>
            <a:spcBef>
              <a:spcPct val="0"/>
            </a:spcBef>
            <a:spcAft>
              <a:spcPct val="35000"/>
            </a:spcAft>
            <a:buNone/>
          </a:pPr>
          <a:r>
            <a:rPr lang="pt-PT" sz="1100" kern="1200" noProof="0" dirty="0"/>
            <a:t>HTTP e </a:t>
          </a:r>
          <a:r>
            <a:rPr lang="pt-PT" sz="1100" kern="1200" noProof="0" dirty="0" err="1"/>
            <a:t>gRPC</a:t>
          </a:r>
          <a:r>
            <a:rPr lang="pt-PT" sz="1100" kern="1200" noProof="0" dirty="0"/>
            <a:t> são protocolos importantes; JSON e </a:t>
          </a:r>
          <a:r>
            <a:rPr lang="pt-PT" sz="1100" kern="1200" noProof="0" dirty="0" err="1"/>
            <a:t>Protobuf</a:t>
          </a:r>
          <a:r>
            <a:rPr lang="pt-PT" sz="1100" kern="1200" noProof="0" dirty="0"/>
            <a:t> garantem compatibilidade entre sistemas heterogêneos.</a:t>
          </a:r>
        </a:p>
      </dsp:txBody>
      <dsp:txXfrm>
        <a:off x="4188030" y="658858"/>
        <a:ext cx="1903650" cy="3205066"/>
      </dsp:txXfrm>
    </dsp:sp>
    <dsp:sp modelId="{FAC51E88-3A0B-4943-AA5F-B65D2569CF62}">
      <dsp:nvSpPr>
        <dsp:cNvPr id="0" name=""/>
        <dsp:cNvSpPr/>
      </dsp:nvSpPr>
      <dsp:spPr>
        <a:xfrm>
          <a:off x="6282046" y="0"/>
          <a:ext cx="1903650" cy="6588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defRPr b="1"/>
          </a:pPr>
          <a:r>
            <a:rPr lang="pt-PT" sz="1400" kern="1200" noProof="0" dirty="0"/>
            <a:t>Segurança na Comunicação</a:t>
          </a:r>
        </a:p>
      </dsp:txBody>
      <dsp:txXfrm>
        <a:off x="6282046" y="0"/>
        <a:ext cx="1903650" cy="658858"/>
      </dsp:txXfrm>
    </dsp:sp>
    <dsp:sp modelId="{884F2AAD-69F3-4622-8778-AAA1DFAFB465}">
      <dsp:nvSpPr>
        <dsp:cNvPr id="0" name=""/>
        <dsp:cNvSpPr/>
      </dsp:nvSpPr>
      <dsp:spPr>
        <a:xfrm>
          <a:off x="6282046" y="658858"/>
          <a:ext cx="1903650" cy="32050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970" rIns="13970" bIns="13970" numCol="1" spcCol="1270" anchor="t" anchorCtr="0">
          <a:noAutofit/>
        </a:bodyPr>
        <a:lstStyle/>
        <a:p>
          <a:pPr marL="0" lvl="0" indent="0" algn="l" defTabSz="488950">
            <a:lnSpc>
              <a:spcPct val="100000"/>
            </a:lnSpc>
            <a:spcBef>
              <a:spcPct val="0"/>
            </a:spcBef>
            <a:spcAft>
              <a:spcPct val="35000"/>
            </a:spcAft>
            <a:buNone/>
          </a:pPr>
          <a:r>
            <a:rPr lang="pt-PT" sz="1100" kern="1200" noProof="0" dirty="0"/>
            <a:t>Autenticação via </a:t>
          </a:r>
          <a:r>
            <a:rPr lang="pt-PT" sz="1100" kern="1200" noProof="0" dirty="0" err="1"/>
            <a:t>tokens</a:t>
          </a:r>
          <a:r>
            <a:rPr lang="pt-PT" sz="1100" kern="1200" noProof="0" dirty="0"/>
            <a:t> e criptografia TLS protegem dados sensíveis durante a comunicação entre componentes.</a:t>
          </a:r>
        </a:p>
      </dsp:txBody>
      <dsp:txXfrm>
        <a:off x="6282046" y="658858"/>
        <a:ext cx="1903650" cy="320506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B74EB7E-FC61-4D7C-8CB2-3DCACDEAD087}">
      <dsp:nvSpPr>
        <dsp:cNvPr id="0" name=""/>
        <dsp:cNvSpPr/>
      </dsp:nvSpPr>
      <dsp:spPr>
        <a:xfrm>
          <a:off x="0" y="0"/>
          <a:ext cx="1903650" cy="5790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Testes Unitários</a:t>
          </a:r>
        </a:p>
      </dsp:txBody>
      <dsp:txXfrm>
        <a:off x="0" y="0"/>
        <a:ext cx="1903650" cy="579056"/>
      </dsp:txXfrm>
    </dsp:sp>
    <dsp:sp modelId="{2CD84C69-24C5-40A5-BDF7-87A4680829D7}">
      <dsp:nvSpPr>
        <dsp:cNvPr id="0" name=""/>
        <dsp:cNvSpPr/>
      </dsp:nvSpPr>
      <dsp:spPr>
        <a:xfrm>
          <a:off x="0" y="579056"/>
          <a:ext cx="1903650" cy="33874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pt-PT" sz="1400" kern="1200" noProof="0" dirty="0"/>
            <a:t>Testes unitários validam funcionalidades de componentes isolados para garantir operação correta de cada módulo.</a:t>
          </a:r>
        </a:p>
      </dsp:txBody>
      <dsp:txXfrm>
        <a:off x="0" y="579056"/>
        <a:ext cx="1903650" cy="3387470"/>
      </dsp:txXfrm>
    </dsp:sp>
    <dsp:sp modelId="{1D0E58E6-A173-4781-AEC8-6139745296FD}">
      <dsp:nvSpPr>
        <dsp:cNvPr id="0" name=""/>
        <dsp:cNvSpPr/>
      </dsp:nvSpPr>
      <dsp:spPr>
        <a:xfrm>
          <a:off x="2094015" y="0"/>
          <a:ext cx="1903650" cy="5790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Testes de Integração</a:t>
          </a:r>
        </a:p>
      </dsp:txBody>
      <dsp:txXfrm>
        <a:off x="2094015" y="0"/>
        <a:ext cx="1903650" cy="579056"/>
      </dsp:txXfrm>
    </dsp:sp>
    <dsp:sp modelId="{02684695-E410-416E-B9A5-E4D5D4D0D3A7}">
      <dsp:nvSpPr>
        <dsp:cNvPr id="0" name=""/>
        <dsp:cNvSpPr/>
      </dsp:nvSpPr>
      <dsp:spPr>
        <a:xfrm>
          <a:off x="2094015" y="579056"/>
          <a:ext cx="1903650" cy="33874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pt-PT" sz="1400" kern="1200" noProof="0" dirty="0"/>
            <a:t>Testes de integração verificam se múltiplos componentes funcionam corretamente quando combinados no sistema.</a:t>
          </a:r>
        </a:p>
      </dsp:txBody>
      <dsp:txXfrm>
        <a:off x="2094015" y="579056"/>
        <a:ext cx="1903650" cy="3387470"/>
      </dsp:txXfrm>
    </dsp:sp>
    <dsp:sp modelId="{A3395AD4-0A76-4D6F-961A-FCFD762600C7}">
      <dsp:nvSpPr>
        <dsp:cNvPr id="0" name=""/>
        <dsp:cNvSpPr/>
      </dsp:nvSpPr>
      <dsp:spPr>
        <a:xfrm>
          <a:off x="4188030" y="0"/>
          <a:ext cx="1903650" cy="5790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Testes de Carga</a:t>
          </a:r>
        </a:p>
      </dsp:txBody>
      <dsp:txXfrm>
        <a:off x="4188030" y="0"/>
        <a:ext cx="1903650" cy="579056"/>
      </dsp:txXfrm>
    </dsp:sp>
    <dsp:sp modelId="{BB085638-33E3-47DF-A5CB-75E65A030D01}">
      <dsp:nvSpPr>
        <dsp:cNvPr id="0" name=""/>
        <dsp:cNvSpPr/>
      </dsp:nvSpPr>
      <dsp:spPr>
        <a:xfrm>
          <a:off x="4188030" y="579056"/>
          <a:ext cx="1903650" cy="33874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pt-PT" sz="1400" kern="1200" noProof="0" dirty="0"/>
            <a:t>Testes de carga avaliam desempenho do sistema sob condições extremas para garantir estabilidade e escalabilidade.</a:t>
          </a:r>
        </a:p>
      </dsp:txBody>
      <dsp:txXfrm>
        <a:off x="4188030" y="579056"/>
        <a:ext cx="1903650" cy="3387470"/>
      </dsp:txXfrm>
    </dsp:sp>
    <dsp:sp modelId="{18311165-1E52-4A73-AC08-43644252F223}">
      <dsp:nvSpPr>
        <dsp:cNvPr id="0" name=""/>
        <dsp:cNvSpPr/>
      </dsp:nvSpPr>
      <dsp:spPr>
        <a:xfrm>
          <a:off x="6282046" y="0"/>
          <a:ext cx="1903650" cy="5790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pt-PT" sz="1800" kern="1200" noProof="0" dirty="0"/>
            <a:t>Automatização e Métricas</a:t>
          </a:r>
        </a:p>
      </dsp:txBody>
      <dsp:txXfrm>
        <a:off x="6282046" y="0"/>
        <a:ext cx="1903650" cy="579056"/>
      </dsp:txXfrm>
    </dsp:sp>
    <dsp:sp modelId="{25581A22-9FF7-4C05-9356-82CB9C01F6DD}">
      <dsp:nvSpPr>
        <dsp:cNvPr id="0" name=""/>
        <dsp:cNvSpPr/>
      </dsp:nvSpPr>
      <dsp:spPr>
        <a:xfrm>
          <a:off x="6282046" y="579056"/>
          <a:ext cx="1903650" cy="33874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pt-PT" sz="1400" kern="1200" noProof="0" dirty="0"/>
            <a:t>Ferramentas como </a:t>
          </a:r>
          <a:r>
            <a:rPr lang="pt-PT" sz="1400" kern="1200" noProof="0" dirty="0" err="1"/>
            <a:t>JUnit</a:t>
          </a:r>
          <a:r>
            <a:rPr lang="pt-PT" sz="1400" kern="1200" noProof="0" dirty="0"/>
            <a:t>, </a:t>
          </a:r>
          <a:r>
            <a:rPr lang="pt-PT" sz="1400" kern="1200" noProof="0" dirty="0" err="1"/>
            <a:t>PyTest</a:t>
          </a:r>
          <a:r>
            <a:rPr lang="pt-PT" sz="1400" kern="1200" noProof="0" dirty="0"/>
            <a:t> e </a:t>
          </a:r>
          <a:r>
            <a:rPr lang="pt-PT" sz="1400" kern="1200" noProof="0" dirty="0" err="1"/>
            <a:t>Selenium</a:t>
          </a:r>
          <a:r>
            <a:rPr lang="pt-PT" sz="1400" kern="1200" noProof="0" dirty="0"/>
            <a:t> automatizam testes, aumentando eficiência e definindo métricas claras de avaliação.</a:t>
          </a:r>
        </a:p>
      </dsp:txBody>
      <dsp:txXfrm>
        <a:off x="6282046" y="579056"/>
        <a:ext cx="1903650" cy="338747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CE48D3-FF1F-47A0-8D7A-EEF4D56C12A8}">
      <dsp:nvSpPr>
        <dsp:cNvPr id="0" name=""/>
        <dsp:cNvSpPr/>
      </dsp:nvSpPr>
      <dsp:spPr>
        <a:xfrm>
          <a:off x="0" y="0"/>
          <a:ext cx="1903650" cy="5106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0320" rIns="20320" bIns="20320" numCol="1" spcCol="1270" anchor="t" anchorCtr="0">
          <a:noAutofit/>
        </a:bodyPr>
        <a:lstStyle/>
        <a:p>
          <a:pPr marL="0" lvl="0" indent="0" algn="l" defTabSz="711200">
            <a:lnSpc>
              <a:spcPct val="100000"/>
            </a:lnSpc>
            <a:spcBef>
              <a:spcPct val="0"/>
            </a:spcBef>
            <a:spcAft>
              <a:spcPct val="35000"/>
            </a:spcAft>
            <a:buNone/>
            <a:defRPr b="1"/>
          </a:pPr>
          <a:r>
            <a:rPr lang="pt-PT" sz="1600" kern="1200" noProof="0" dirty="0"/>
            <a:t>Métricas Quantitativas</a:t>
          </a:r>
        </a:p>
      </dsp:txBody>
      <dsp:txXfrm>
        <a:off x="0" y="0"/>
        <a:ext cx="1903650" cy="510655"/>
      </dsp:txXfrm>
    </dsp:sp>
    <dsp:sp modelId="{3B30690E-2FCB-4B17-BCC5-71D67C4CB2A4}">
      <dsp:nvSpPr>
        <dsp:cNvPr id="0" name=""/>
        <dsp:cNvSpPr/>
      </dsp:nvSpPr>
      <dsp:spPr>
        <a:xfrm>
          <a:off x="0" y="510655"/>
          <a:ext cx="1903650" cy="32050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5240" rIns="15240" bIns="15240" numCol="1" spcCol="1270" anchor="t" anchorCtr="0">
          <a:noAutofit/>
        </a:bodyPr>
        <a:lstStyle/>
        <a:p>
          <a:pPr marL="0" lvl="0" indent="0" algn="l" defTabSz="533400">
            <a:lnSpc>
              <a:spcPct val="100000"/>
            </a:lnSpc>
            <a:spcBef>
              <a:spcPct val="0"/>
            </a:spcBef>
            <a:spcAft>
              <a:spcPct val="35000"/>
            </a:spcAft>
            <a:buNone/>
          </a:pPr>
          <a:r>
            <a:rPr lang="pt-PT" sz="1200" kern="1200" noProof="0" dirty="0"/>
            <a:t>Apresentar tempo médio de resposta, taxa de sucesso e consumo de memória comparados a metas definidas inicialmente.</a:t>
          </a:r>
        </a:p>
      </dsp:txBody>
      <dsp:txXfrm>
        <a:off x="0" y="510655"/>
        <a:ext cx="1903650" cy="3205066"/>
      </dsp:txXfrm>
    </dsp:sp>
    <dsp:sp modelId="{13D69A59-AF8F-46DC-AA11-B22D09D9D0D8}">
      <dsp:nvSpPr>
        <dsp:cNvPr id="0" name=""/>
        <dsp:cNvSpPr/>
      </dsp:nvSpPr>
      <dsp:spPr>
        <a:xfrm>
          <a:off x="2094015" y="0"/>
          <a:ext cx="1903650" cy="5106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0320" rIns="20320" bIns="20320" numCol="1" spcCol="1270" anchor="t" anchorCtr="0">
          <a:noAutofit/>
        </a:bodyPr>
        <a:lstStyle/>
        <a:p>
          <a:pPr marL="0" lvl="0" indent="0" algn="l" defTabSz="711200">
            <a:lnSpc>
              <a:spcPct val="100000"/>
            </a:lnSpc>
            <a:spcBef>
              <a:spcPct val="0"/>
            </a:spcBef>
            <a:spcAft>
              <a:spcPct val="35000"/>
            </a:spcAft>
            <a:buNone/>
            <a:defRPr b="1"/>
          </a:pPr>
          <a:r>
            <a:rPr lang="pt-PT" sz="1600" kern="1200" noProof="0" dirty="0"/>
            <a:t>Análise de Tendências</a:t>
          </a:r>
        </a:p>
      </dsp:txBody>
      <dsp:txXfrm>
        <a:off x="2094015" y="0"/>
        <a:ext cx="1903650" cy="510655"/>
      </dsp:txXfrm>
    </dsp:sp>
    <dsp:sp modelId="{12E8C7C3-1055-4021-A253-EB44A1090552}">
      <dsp:nvSpPr>
        <dsp:cNvPr id="0" name=""/>
        <dsp:cNvSpPr/>
      </dsp:nvSpPr>
      <dsp:spPr>
        <a:xfrm>
          <a:off x="2094015" y="510655"/>
          <a:ext cx="1903650" cy="32050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5240" rIns="15240" bIns="15240" numCol="1" spcCol="1270" anchor="t" anchorCtr="0">
          <a:noAutofit/>
        </a:bodyPr>
        <a:lstStyle/>
        <a:p>
          <a:pPr marL="0" lvl="0" indent="0" algn="l" defTabSz="533400">
            <a:lnSpc>
              <a:spcPct val="100000"/>
            </a:lnSpc>
            <a:spcBef>
              <a:spcPct val="0"/>
            </a:spcBef>
            <a:spcAft>
              <a:spcPct val="35000"/>
            </a:spcAft>
            <a:buNone/>
          </a:pPr>
          <a:r>
            <a:rPr lang="pt-PT" sz="1200" kern="1200" noProof="0" dirty="0"/>
            <a:t>Gráficos e tabelas ilustram melhorias após otimizações e identificam gargalos no sistema.</a:t>
          </a:r>
        </a:p>
      </dsp:txBody>
      <dsp:txXfrm>
        <a:off x="2094015" y="510655"/>
        <a:ext cx="1903650" cy="3205066"/>
      </dsp:txXfrm>
    </dsp:sp>
    <dsp:sp modelId="{49CA3215-8CD2-4EAA-9F6D-0B3C3D1E2E54}">
      <dsp:nvSpPr>
        <dsp:cNvPr id="0" name=""/>
        <dsp:cNvSpPr/>
      </dsp:nvSpPr>
      <dsp:spPr>
        <a:xfrm>
          <a:off x="4188030" y="0"/>
          <a:ext cx="1903650" cy="5106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0320" rIns="20320" bIns="20320" numCol="1" spcCol="1270" anchor="t" anchorCtr="0">
          <a:noAutofit/>
        </a:bodyPr>
        <a:lstStyle/>
        <a:p>
          <a:pPr marL="0" lvl="0" indent="0" algn="l" defTabSz="711200">
            <a:lnSpc>
              <a:spcPct val="100000"/>
            </a:lnSpc>
            <a:spcBef>
              <a:spcPct val="0"/>
            </a:spcBef>
            <a:spcAft>
              <a:spcPct val="35000"/>
            </a:spcAft>
            <a:buNone/>
            <a:defRPr b="1"/>
          </a:pPr>
          <a:r>
            <a:rPr lang="pt-PT" sz="1600" kern="1200" noProof="0" dirty="0"/>
            <a:t>Análise de Falhas e Soluções</a:t>
          </a:r>
        </a:p>
      </dsp:txBody>
      <dsp:txXfrm>
        <a:off x="4188030" y="0"/>
        <a:ext cx="1903650" cy="510655"/>
      </dsp:txXfrm>
    </dsp:sp>
    <dsp:sp modelId="{EC9E5AB1-8956-4277-B617-010823A82D69}">
      <dsp:nvSpPr>
        <dsp:cNvPr id="0" name=""/>
        <dsp:cNvSpPr/>
      </dsp:nvSpPr>
      <dsp:spPr>
        <a:xfrm>
          <a:off x="4188030" y="510655"/>
          <a:ext cx="1903650" cy="32050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5240" rIns="15240" bIns="15240" numCol="1" spcCol="1270" anchor="t" anchorCtr="0">
          <a:noAutofit/>
        </a:bodyPr>
        <a:lstStyle/>
        <a:p>
          <a:pPr marL="0" lvl="0" indent="0" algn="l" defTabSz="533400">
            <a:lnSpc>
              <a:spcPct val="100000"/>
            </a:lnSpc>
            <a:spcBef>
              <a:spcPct val="0"/>
            </a:spcBef>
            <a:spcAft>
              <a:spcPct val="35000"/>
            </a:spcAft>
            <a:buNone/>
          </a:pPr>
          <a:r>
            <a:rPr lang="pt-PT" sz="1200" kern="1200" noProof="0" dirty="0"/>
            <a:t>Identificar causas de falhas e sugerir ajustes na arquitetura ou otimização de código para melhorias.</a:t>
          </a:r>
        </a:p>
      </dsp:txBody>
      <dsp:txXfrm>
        <a:off x="4188030" y="510655"/>
        <a:ext cx="1903650" cy="3205066"/>
      </dsp:txXfrm>
    </dsp:sp>
    <dsp:sp modelId="{1534AF63-B0CE-4C03-894B-2A6DE23269CA}">
      <dsp:nvSpPr>
        <dsp:cNvPr id="0" name=""/>
        <dsp:cNvSpPr/>
      </dsp:nvSpPr>
      <dsp:spPr>
        <a:xfrm>
          <a:off x="6282046" y="0"/>
          <a:ext cx="1903650" cy="5106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0320" rIns="20320" bIns="20320" numCol="1" spcCol="1270" anchor="t" anchorCtr="0">
          <a:noAutofit/>
        </a:bodyPr>
        <a:lstStyle/>
        <a:p>
          <a:pPr marL="0" lvl="0" indent="0" algn="l" defTabSz="711200">
            <a:lnSpc>
              <a:spcPct val="100000"/>
            </a:lnSpc>
            <a:spcBef>
              <a:spcPct val="0"/>
            </a:spcBef>
            <a:spcAft>
              <a:spcPct val="35000"/>
            </a:spcAft>
            <a:buNone/>
            <a:defRPr b="1"/>
          </a:pPr>
          <a:r>
            <a:rPr lang="pt-PT" sz="1600" kern="1200" noProof="0" dirty="0"/>
            <a:t>Credibilidade e Viabilidade</a:t>
          </a:r>
        </a:p>
      </dsp:txBody>
      <dsp:txXfrm>
        <a:off x="6282046" y="0"/>
        <a:ext cx="1903650" cy="510655"/>
      </dsp:txXfrm>
    </dsp:sp>
    <dsp:sp modelId="{63572C1D-169B-4603-A313-DBEF28DDFAE1}">
      <dsp:nvSpPr>
        <dsp:cNvPr id="0" name=""/>
        <dsp:cNvSpPr/>
      </dsp:nvSpPr>
      <dsp:spPr>
        <a:xfrm>
          <a:off x="6282046" y="510655"/>
          <a:ext cx="1903650" cy="32050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5240" rIns="15240" bIns="15240" numCol="1" spcCol="1270" anchor="t" anchorCtr="0">
          <a:noAutofit/>
        </a:bodyPr>
        <a:lstStyle/>
        <a:p>
          <a:pPr marL="0" lvl="0" indent="0" algn="l" defTabSz="533400">
            <a:lnSpc>
              <a:spcPct val="100000"/>
            </a:lnSpc>
            <a:spcBef>
              <a:spcPct val="0"/>
            </a:spcBef>
            <a:spcAft>
              <a:spcPct val="35000"/>
            </a:spcAft>
            <a:buNone/>
          </a:pPr>
          <a:r>
            <a:rPr lang="pt-PT" sz="1200" kern="1200" noProof="0" dirty="0"/>
            <a:t>Apresentação clara dos resultados reforça a credibilidade do projeto e comprova sua viabilidade técnica.</a:t>
          </a:r>
        </a:p>
      </dsp:txBody>
      <dsp:txXfrm>
        <a:off x="6282046" y="510655"/>
        <a:ext cx="1903650" cy="320506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987E61-5F3D-490A-99C6-26F948D2B266}">
      <dsp:nvSpPr>
        <dsp:cNvPr id="0" name=""/>
        <dsp:cNvSpPr/>
      </dsp:nvSpPr>
      <dsp:spPr>
        <a:xfrm>
          <a:off x="0" y="0"/>
          <a:ext cx="1903650" cy="5448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1590" rIns="21590" bIns="21590" numCol="1" spcCol="1270" anchor="t" anchorCtr="0">
          <a:noAutofit/>
        </a:bodyPr>
        <a:lstStyle/>
        <a:p>
          <a:pPr marL="0" lvl="0" indent="0" algn="l" defTabSz="755650">
            <a:lnSpc>
              <a:spcPct val="100000"/>
            </a:lnSpc>
            <a:spcBef>
              <a:spcPct val="0"/>
            </a:spcBef>
            <a:spcAft>
              <a:spcPct val="35000"/>
            </a:spcAft>
            <a:buNone/>
            <a:defRPr b="1"/>
          </a:pPr>
          <a:r>
            <a:rPr lang="pt-PT" sz="1700" kern="1200" noProof="0" dirty="0"/>
            <a:t>Aprendizados do Projeto</a:t>
          </a:r>
        </a:p>
      </dsp:txBody>
      <dsp:txXfrm>
        <a:off x="0" y="0"/>
        <a:ext cx="1903650" cy="544855"/>
      </dsp:txXfrm>
    </dsp:sp>
    <dsp:sp modelId="{879E090A-7B16-4FCD-90C9-D9A166D78D7C}">
      <dsp:nvSpPr>
        <dsp:cNvPr id="0" name=""/>
        <dsp:cNvSpPr/>
      </dsp:nvSpPr>
      <dsp:spPr>
        <a:xfrm>
          <a:off x="0" y="544855"/>
          <a:ext cx="1903650" cy="33874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6510" rIns="16510" bIns="16510" numCol="1" spcCol="1270" anchor="t" anchorCtr="0">
          <a:noAutofit/>
        </a:bodyPr>
        <a:lstStyle/>
        <a:p>
          <a:pPr marL="0" lvl="0" indent="0" algn="l" defTabSz="577850">
            <a:lnSpc>
              <a:spcPct val="100000"/>
            </a:lnSpc>
            <a:spcBef>
              <a:spcPct val="0"/>
            </a:spcBef>
            <a:spcAft>
              <a:spcPct val="35000"/>
            </a:spcAft>
            <a:buNone/>
          </a:pPr>
          <a:r>
            <a:rPr lang="pt-PT" sz="1300" kern="1200" noProof="0" dirty="0"/>
            <a:t>Destaca-se a importância de arquitetura planejada, escolha de tecnologias e comunicação eficiente no projeto.</a:t>
          </a:r>
        </a:p>
      </dsp:txBody>
      <dsp:txXfrm>
        <a:off x="0" y="544855"/>
        <a:ext cx="1903650" cy="3387470"/>
      </dsp:txXfrm>
    </dsp:sp>
    <dsp:sp modelId="{41C772FA-255C-4D3C-A389-A31C5F63D325}">
      <dsp:nvSpPr>
        <dsp:cNvPr id="0" name=""/>
        <dsp:cNvSpPr/>
      </dsp:nvSpPr>
      <dsp:spPr>
        <a:xfrm>
          <a:off x="2094015" y="0"/>
          <a:ext cx="1903650" cy="5448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1590" rIns="21590" bIns="21590" numCol="1" spcCol="1270" anchor="t" anchorCtr="0">
          <a:noAutofit/>
        </a:bodyPr>
        <a:lstStyle/>
        <a:p>
          <a:pPr marL="0" lvl="0" indent="0" algn="l" defTabSz="755650">
            <a:lnSpc>
              <a:spcPct val="100000"/>
            </a:lnSpc>
            <a:spcBef>
              <a:spcPct val="0"/>
            </a:spcBef>
            <a:spcAft>
              <a:spcPct val="35000"/>
            </a:spcAft>
            <a:buNone/>
            <a:defRPr b="1"/>
          </a:pPr>
          <a:r>
            <a:rPr lang="pt-PT" sz="1700" kern="1200" noProof="0" dirty="0"/>
            <a:t>Fase de Testes e Qualidade</a:t>
          </a:r>
        </a:p>
      </dsp:txBody>
      <dsp:txXfrm>
        <a:off x="2094015" y="0"/>
        <a:ext cx="1903650" cy="544855"/>
      </dsp:txXfrm>
    </dsp:sp>
    <dsp:sp modelId="{D67F8DA1-FDC9-47E3-AE85-E7DF48D8E3EC}">
      <dsp:nvSpPr>
        <dsp:cNvPr id="0" name=""/>
        <dsp:cNvSpPr/>
      </dsp:nvSpPr>
      <dsp:spPr>
        <a:xfrm>
          <a:off x="2094015" y="544855"/>
          <a:ext cx="1903650" cy="33874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6510" rIns="16510" bIns="16510" numCol="1" spcCol="1270" anchor="t" anchorCtr="0">
          <a:noAutofit/>
        </a:bodyPr>
        <a:lstStyle/>
        <a:p>
          <a:pPr marL="0" lvl="0" indent="0" algn="l" defTabSz="577850">
            <a:lnSpc>
              <a:spcPct val="100000"/>
            </a:lnSpc>
            <a:spcBef>
              <a:spcPct val="0"/>
            </a:spcBef>
            <a:spcAft>
              <a:spcPct val="35000"/>
            </a:spcAft>
            <a:buNone/>
          </a:pPr>
          <a:r>
            <a:rPr lang="pt-PT" sz="1300" kern="1200" noProof="0" dirty="0"/>
            <a:t>Testes revelaram a necessidade de estratégias robustas para garantir qualidade e desempenho adequados.</a:t>
          </a:r>
        </a:p>
      </dsp:txBody>
      <dsp:txXfrm>
        <a:off x="2094015" y="544855"/>
        <a:ext cx="1903650" cy="3387470"/>
      </dsp:txXfrm>
    </dsp:sp>
    <dsp:sp modelId="{9F214435-B851-41D3-91F8-1E7ABE704356}">
      <dsp:nvSpPr>
        <dsp:cNvPr id="0" name=""/>
        <dsp:cNvSpPr/>
      </dsp:nvSpPr>
      <dsp:spPr>
        <a:xfrm>
          <a:off x="4188030" y="0"/>
          <a:ext cx="1903650" cy="5448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1590" rIns="21590" bIns="21590" numCol="1" spcCol="1270" anchor="t" anchorCtr="0">
          <a:noAutofit/>
        </a:bodyPr>
        <a:lstStyle/>
        <a:p>
          <a:pPr marL="0" lvl="0" indent="0" algn="l" defTabSz="755650">
            <a:lnSpc>
              <a:spcPct val="100000"/>
            </a:lnSpc>
            <a:spcBef>
              <a:spcPct val="0"/>
            </a:spcBef>
            <a:spcAft>
              <a:spcPct val="35000"/>
            </a:spcAft>
            <a:buNone/>
            <a:defRPr b="1"/>
          </a:pPr>
          <a:r>
            <a:rPr lang="pt-PT" sz="1700" kern="1200" noProof="0" dirty="0"/>
            <a:t>Reconhecimento de Limitações</a:t>
          </a:r>
        </a:p>
      </dsp:txBody>
      <dsp:txXfrm>
        <a:off x="4188030" y="0"/>
        <a:ext cx="1903650" cy="544855"/>
      </dsp:txXfrm>
    </dsp:sp>
    <dsp:sp modelId="{56C61221-459F-4E36-B21D-DF1791BF9DE7}">
      <dsp:nvSpPr>
        <dsp:cNvPr id="0" name=""/>
        <dsp:cNvSpPr/>
      </dsp:nvSpPr>
      <dsp:spPr>
        <a:xfrm>
          <a:off x="4188030" y="544855"/>
          <a:ext cx="1903650" cy="33874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6510" rIns="16510" bIns="16510" numCol="1" spcCol="1270" anchor="t" anchorCtr="0">
          <a:noAutofit/>
        </a:bodyPr>
        <a:lstStyle/>
        <a:p>
          <a:pPr marL="0" lvl="0" indent="0" algn="l" defTabSz="577850">
            <a:lnSpc>
              <a:spcPct val="100000"/>
            </a:lnSpc>
            <a:spcBef>
              <a:spcPct val="0"/>
            </a:spcBef>
            <a:spcAft>
              <a:spcPct val="35000"/>
            </a:spcAft>
            <a:buNone/>
          </a:pPr>
          <a:r>
            <a:rPr lang="pt-PT" sz="1300" kern="1200" noProof="0" dirty="0"/>
            <a:t>Identificação de restrições de recursos e desafios na integração que impactam o projeto.</a:t>
          </a:r>
        </a:p>
      </dsp:txBody>
      <dsp:txXfrm>
        <a:off x="4188030" y="544855"/>
        <a:ext cx="1903650" cy="3387470"/>
      </dsp:txXfrm>
    </dsp:sp>
    <dsp:sp modelId="{386E0391-ECA3-4D3D-935E-A03DE5FA1848}">
      <dsp:nvSpPr>
        <dsp:cNvPr id="0" name=""/>
        <dsp:cNvSpPr/>
      </dsp:nvSpPr>
      <dsp:spPr>
        <a:xfrm>
          <a:off x="6282046" y="0"/>
          <a:ext cx="1903650" cy="5448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1590" rIns="21590" bIns="21590" numCol="1" spcCol="1270" anchor="t" anchorCtr="0">
          <a:noAutofit/>
        </a:bodyPr>
        <a:lstStyle/>
        <a:p>
          <a:pPr marL="0" lvl="0" indent="0" algn="l" defTabSz="755650">
            <a:lnSpc>
              <a:spcPct val="100000"/>
            </a:lnSpc>
            <a:spcBef>
              <a:spcPct val="0"/>
            </a:spcBef>
            <a:spcAft>
              <a:spcPct val="35000"/>
            </a:spcAft>
            <a:buNone/>
            <a:defRPr b="1"/>
          </a:pPr>
          <a:r>
            <a:rPr lang="pt-PT" sz="1700" kern="1200" noProof="0" dirty="0"/>
            <a:t>Próximos Passos</a:t>
          </a:r>
        </a:p>
      </dsp:txBody>
      <dsp:txXfrm>
        <a:off x="6282046" y="0"/>
        <a:ext cx="1903650" cy="544855"/>
      </dsp:txXfrm>
    </dsp:sp>
    <dsp:sp modelId="{F6FEE502-F034-4240-AD86-A32E78216339}">
      <dsp:nvSpPr>
        <dsp:cNvPr id="0" name=""/>
        <dsp:cNvSpPr/>
      </dsp:nvSpPr>
      <dsp:spPr>
        <a:xfrm>
          <a:off x="6282046" y="544855"/>
          <a:ext cx="1903650" cy="33874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6510" rIns="16510" bIns="16510" numCol="1" spcCol="1270" anchor="t" anchorCtr="0">
          <a:noAutofit/>
        </a:bodyPr>
        <a:lstStyle/>
        <a:p>
          <a:pPr marL="0" lvl="0" indent="0" algn="l" defTabSz="577850">
            <a:lnSpc>
              <a:spcPct val="100000"/>
            </a:lnSpc>
            <a:spcBef>
              <a:spcPct val="0"/>
            </a:spcBef>
            <a:spcAft>
              <a:spcPct val="35000"/>
            </a:spcAft>
            <a:buNone/>
          </a:pPr>
          <a:r>
            <a:rPr lang="pt-PT" sz="1300" kern="1200" noProof="0" dirty="0"/>
            <a:t>Expansão de funcionalidades, integração com novas plataformas e adoção de segurança avançada são planejadas.</a:t>
          </a:r>
        </a:p>
      </dsp:txBody>
      <dsp:txXfrm>
        <a:off x="6282046" y="544855"/>
        <a:ext cx="1903650" cy="3387470"/>
      </dsp:txXfrm>
    </dsp:sp>
  </dsp:spTree>
</dsp:drawing>
</file>

<file path=ppt/diagrams/layout1.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7.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a:extLst>
              <a:ext uri="{FF2B5EF4-FFF2-40B4-BE49-F238E27FC236}">
                <a16:creationId xmlns:a16="http://schemas.microsoft.com/office/drawing/2014/main" id="{1FFB14B2-CD52-9E84-B3E7-49A90F3A72A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Espaço Reservado para Data 2">
            <a:extLst>
              <a:ext uri="{FF2B5EF4-FFF2-40B4-BE49-F238E27FC236}">
                <a16:creationId xmlns:a16="http://schemas.microsoft.com/office/drawing/2014/main" id="{76DAE5F9-C39F-2ECF-0C06-D0122807D4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F223FF85-4E34-4546-B772-76DFA4A6051B}" type="datetimeFigureOut">
              <a:rPr lang="en-US" smtClean="0"/>
              <a:t>1/8/26</a:t>
            </a:fld>
            <a:endParaRPr lang="en-US"/>
          </a:p>
        </p:txBody>
      </p:sp>
      <p:sp>
        <p:nvSpPr>
          <p:cNvPr id="4" name="Espaço Reservado para Rodapé 3">
            <a:extLst>
              <a:ext uri="{FF2B5EF4-FFF2-40B4-BE49-F238E27FC236}">
                <a16:creationId xmlns:a16="http://schemas.microsoft.com/office/drawing/2014/main" id="{D37F3243-F9C0-85BE-2E9C-191F612CFE8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5" name="Espaço Reservado para o Número do Slide 4">
            <a:extLst>
              <a:ext uri="{FF2B5EF4-FFF2-40B4-BE49-F238E27FC236}">
                <a16:creationId xmlns:a16="http://schemas.microsoft.com/office/drawing/2014/main" id="{6CEBE2E3-8654-B63F-B7D6-9549069476A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C1BF7180-4EDD-4E08-9775-7398C11D66ED}" type="slidenum">
              <a:rPr lang="en-US" smtClean="0"/>
              <a:t>‹#›</a:t>
            </a:fld>
            <a:endParaRPr lang="en-US"/>
          </a:p>
        </p:txBody>
      </p:sp>
    </p:spTree>
    <p:extLst>
      <p:ext uri="{BB962C8B-B14F-4D97-AF65-F5344CB8AC3E}">
        <p14:creationId xmlns:p14="http://schemas.microsoft.com/office/powerpoint/2010/main" val="2812143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1B5CC398-6116-4BD2-9FAD-9822FDA158BE}" type="datetimeFigureOut">
              <a:rPr lang="en-US" smtClean="0"/>
              <a:t>1/8/26</a:t>
            </a:fld>
            <a:endParaRPr lang="en-US"/>
          </a:p>
        </p:txBody>
      </p:sp>
      <p:sp>
        <p:nvSpPr>
          <p:cNvPr id="4" name="Espaço Reservado para Imagem do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n-US"/>
          </a:p>
        </p:txBody>
      </p:sp>
      <p:sp>
        <p:nvSpPr>
          <p:cNvPr id="5" name="Espaço Reservado para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7" name="Espaço Reservado para o Número do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38EFF46E-6B43-41F9-9272-B566D03A251C}" type="slidenum">
              <a:rPr lang="en-US" smtClean="0"/>
              <a:t>‹#›</a:t>
            </a:fld>
            <a:endParaRPr lang="en-US"/>
          </a:p>
        </p:txBody>
      </p:sp>
    </p:spTree>
    <p:extLst>
      <p:ext uri="{BB962C8B-B14F-4D97-AF65-F5344CB8AC3E}">
        <p14:creationId xmlns:p14="http://schemas.microsoft.com/office/powerpoint/2010/main" val="1916440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Os conteúdos gerados por IA poderão estar incorretos.
---
</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1</a:t>
            </a:fld>
            <a:endParaRPr lang="en-US"/>
          </a:p>
        </p:txBody>
      </p:sp>
    </p:spTree>
    <p:extLst>
      <p:ext uri="{BB962C8B-B14F-4D97-AF65-F5344CB8AC3E}">
        <p14:creationId xmlns:p14="http://schemas.microsoft.com/office/powerpoint/2010/main" val="5237426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Título do Projeto e Equipe</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2</a:t>
            </a:fld>
            <a:endParaRPr lang="en-US"/>
          </a:p>
        </p:txBody>
      </p:sp>
    </p:spTree>
    <p:extLst>
      <p:ext uri="{BB962C8B-B14F-4D97-AF65-F5344CB8AC3E}">
        <p14:creationId xmlns:p14="http://schemas.microsoft.com/office/powerpoint/2010/main" val="12102111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Este slide apresenta o título do projeto e a constituição do grupo responsável pelo desenvolvimento. É fundamental destacar o nome do projeto, que deve refletir sua essência e objetivo principal, como por exemplo, 'Sistema de Monitoramento IoT para Ambientes Industriais'. Em seguida, liste os integrantes do grupo, incluindo suas funções específicas, como desenvolvedor backend, especialista em arquitetura, responsável por testes e integração, e coordenador geral. Essa organização demonstra clareza na divisão de responsabilidades, essencial para o sucesso do projeto. Além disso, é interessante incluir informações complementares, como contatos ou perfis profissionais, para facilitar a comunicação entre os membros e com stakeholders externos. A apresentação da equipe também pode mencionar brevemente a motivação do projeto, contextualizando sua relevância no cenário atual, como a necessidade de automação, eficiência operacional ou integração tecnológica. Essa introdução cria uma base sólida para os próximos tópicos, transmitindo profissionalismo e organização desde o início.</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3</a:t>
            </a:fld>
            <a:endParaRPr lang="en-US"/>
          </a:p>
        </p:txBody>
      </p:sp>
    </p:spTree>
    <p:extLst>
      <p:ext uri="{BB962C8B-B14F-4D97-AF65-F5344CB8AC3E}">
        <p14:creationId xmlns:p14="http://schemas.microsoft.com/office/powerpoint/2010/main" val="9460146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Arquitetura Geral do Sistema, Opções de Implementação e Tecnologias, Mecanismos de Comunicação entre Componentes</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4</a:t>
            </a:fld>
            <a:endParaRPr lang="en-US"/>
          </a:p>
        </p:txBody>
      </p:sp>
    </p:spTree>
    <p:extLst>
      <p:ext uri="{BB962C8B-B14F-4D97-AF65-F5344CB8AC3E}">
        <p14:creationId xmlns:p14="http://schemas.microsoft.com/office/powerpoint/2010/main" val="39867308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 arquitetura geral do sistema define a estrutura e interação entre os componentes principais. Um diagrama arquitetural é essencial para ilustrar como módulos como interface do usuário, camada de aplicação, banco de dados e serviços externos se conectam. Por exemplo, em um sistema distribuído, pode-se adotar uma arquitetura baseada em microsserviços, onde cada serviço é independente e se comunica via APIs REST ou mensageria. Essa abordagem oferece escalabilidade e flexibilidade, permitindo atualizações sem comprometer todo o sistema. É importante detalhar os fluxos de dados, como a entrada de informações pelo front-end, processamento na camada lógica e persistência no banco de dados. Além disso, considere aspectos de segurança, como autenticação e criptografia, que devem estar integrados à arquitetura. A escolha da arquitetura deve ser justificada com base nos requisitos do projeto, como alta disponibilidade, tolerância a falhas e desempenho. Exemplos práticos incluem arquiteturas em nuvem utilizando serviços como AWS ou Azure, que oferecem recursos para balanceamento de carga e monitoramento contínuo.</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5</a:t>
            </a:fld>
            <a:endParaRPr lang="en-US"/>
          </a:p>
        </p:txBody>
      </p:sp>
    </p:spTree>
    <p:extLst>
      <p:ext uri="{BB962C8B-B14F-4D97-AF65-F5344CB8AC3E}">
        <p14:creationId xmlns:p14="http://schemas.microsoft.com/office/powerpoint/2010/main" val="17486088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As opções de implementação envolvem a seleção de linguagens, frameworks e ferramentas adequadas aos objetivos do projeto. Por exemplo, para aplicações web, pode-se optar por linguagens como Python ou JavaScript, utilizando frameworks como Django ou React. A escolha deve considerar fatores como curva de aprendizado, suporte da comunidade e compatibilidade com outros componentes. Além disso, é relevante mencionar ferramentas para controle de versão, como Git, e ambientes de desenvolvimento integrados (IDEs) que otimizam a produtividade. Outro ponto crucial é a integração com serviços externos, como APIs para autenticação ou plataformas de mensageria. A justificativa das escolhas deve estar alinhada aos requisitos funcionais e não funcionais, como desempenho, escalabilidade e segurança. Por exemplo, optar por um banco de dados relacional como PostgreSQL pode ser ideal para garantir consistência, enquanto soluções NoSQL como MongoDB são indicadas para alta flexibilidade. Essa análise demonstra planejamento estratégico e conhecimento técnico, reforçando a robustez da implementação.</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6</a:t>
            </a:fld>
            <a:endParaRPr lang="en-US"/>
          </a:p>
        </p:txBody>
      </p:sp>
    </p:spTree>
    <p:extLst>
      <p:ext uri="{BB962C8B-B14F-4D97-AF65-F5344CB8AC3E}">
        <p14:creationId xmlns:p14="http://schemas.microsoft.com/office/powerpoint/2010/main" val="5168315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Os mecanismos de comunicação entre componentes são fundamentais para garantir a interoperabilidade e eficiência do sistema. Em arquiteturas modernas, é comum utilizar APIs REST para comunicação síncrona, permitindo que diferentes módulos troquem informações de forma padronizada. Outra alternativa é a mensageria assíncrona, implementada com ferramentas como RabbitMQ ou Kafka, que asseguram alta disponibilidade e tolerância a falhas. A escolha do protocolo também é relevante: HTTP é amplamente utilizado, mas para aplicações que exigem baixa latência, pode-se optar por gRPC, que oferece comunicação binária mais eficiente. Além disso, é importante definir formatos de dados, como JSON ou Protobuf, garantindo compatibilidade entre sistemas heterogêneos. A implementação desses mecanismos deve considerar aspectos de segurança, como autenticação via tokens e criptografia TLS, para proteger dados sensíveis. Exemplos práticos incluem sistemas IoT que utilizam MQTT para comunicação leve entre dispositivos e servidores. Essa abordagem garante escalabilidade e robustez, atendendo às demandas de projetos complexos.</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7</a:t>
            </a:fld>
            <a:endParaRPr lang="en-US"/>
          </a:p>
        </p:txBody>
      </p:sp>
    </p:spTree>
    <p:extLst>
      <p:ext uri="{BB962C8B-B14F-4D97-AF65-F5344CB8AC3E}">
        <p14:creationId xmlns:p14="http://schemas.microsoft.com/office/powerpoint/2010/main" val="38359129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Estratégia e Tipos de Testes, Resultados Obtidos e Análise</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8</a:t>
            </a:fld>
            <a:endParaRPr lang="en-US"/>
          </a:p>
        </p:txBody>
      </p:sp>
    </p:spTree>
    <p:extLst>
      <p:ext uri="{BB962C8B-B14F-4D97-AF65-F5344CB8AC3E}">
        <p14:creationId xmlns:p14="http://schemas.microsoft.com/office/powerpoint/2010/main" val="36904210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 fase de testes é essencial para validar a qualidade e confiabilidade do sistema. A estratégia deve incluir testes unitários, que verificam a funcionalidade de componentes isolados, garantindo que cada módulo opere conforme esperado. Além disso, testes de integração asseguram que os diferentes componentes funcionem corretamente quando combinados, enquanto testes de carga avaliam o desempenho sob condições extremas. Ferramentas como JUnit, PyTest ou Selenium podem ser utilizadas para automatizar esses processos, aumentando a eficiência e reduzindo erros humanos. É importante definir métricas claras, como tempo de resposta, taxa de erros e consumo de recursos, para avaliar os resultados de forma objetiva. A documentação dos testes deve incluir casos de sucesso e falha, permitindo ajustes contínuos. Essa abordagem sistemática contribui para a entrega de um produto robusto e confiável, minimizando riscos e garantindo a satisfação do usuário final.</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9</a:t>
            </a:fld>
            <a:endParaRPr lang="en-US"/>
          </a:p>
        </p:txBody>
      </p:sp>
    </p:spTree>
    <p:extLst>
      <p:ext uri="{BB962C8B-B14F-4D97-AF65-F5344CB8AC3E}">
        <p14:creationId xmlns:p14="http://schemas.microsoft.com/office/powerpoint/2010/main" val="42439425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Os resultados obtidos após a execução dos testes fornecem insights valiosos sobre o desempenho e a estabilidade do sistema. É recomendável apresentar métricas quantitativas, como tempo médio de resposta, taxa de sucesso em requisições e consumo de memória, comparando-os com os objetivos definidos inicialmente. Gráficos e tabelas podem ilustrar tendências, como melhoria após otimizações ou gargalos identificados. Por exemplo, se o sistema manteve uma latência inferior a 200 ms sob carga de 1.000 usuários simultâneos, isso indica alta eficiência. Além disso, é importante analisar falhas ocorridas, identificando suas causas e propondo soluções, como ajustes na arquitetura ou otimização de código. Essa análise demonstra comprometimento com a qualidade e fornece base para futuras melhorias. A apresentação clara dos resultados reforça a credibilidade do projeto e evidencia sua viabilidade técnica.</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10</a:t>
            </a:fld>
            <a:endParaRPr lang="en-US"/>
          </a:p>
        </p:txBody>
      </p:sp>
    </p:spTree>
    <p:extLst>
      <p:ext uri="{BB962C8B-B14F-4D97-AF65-F5344CB8AC3E}">
        <p14:creationId xmlns:p14="http://schemas.microsoft.com/office/powerpoint/2010/main" val="9671829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Principais Aprendizados e Próximos Passos</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11</a:t>
            </a:fld>
            <a:endParaRPr lang="en-US"/>
          </a:p>
        </p:txBody>
      </p:sp>
    </p:spTree>
    <p:extLst>
      <p:ext uri="{BB962C8B-B14F-4D97-AF65-F5344CB8AC3E}">
        <p14:creationId xmlns:p14="http://schemas.microsoft.com/office/powerpoint/2010/main" val="28817875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 conclusão deve sintetizar os principais aprendizados adquiridos durante o desenvolvimento do projeto. Entre eles, destacam-se a importância de uma arquitetura bem planejada, a escolha criteriosa das tecnologias e a implementação de mecanismos de comunicação eficientes. Além disso, a fase de testes revelou a relevância de estratégias robustas para garantir qualidade e desempenho. É essencial reconhecer limitações encontradas, como restrições de recursos ou desafios na integração, e propor melhorias para versões futuras. Próximos passos podem incluir a expansão das funcionalidades, integração com novas plataformas ou adoção de práticas avançadas de segurança. Essa reflexão final demonstra maturidade técnica e visão estratégica, reforçando o valor do projeto e sua contribuição para o contexto em que se insere.</a:t>
            </a:r>
          </a:p>
        </p:txBody>
      </p:sp>
      <p:sp>
        <p:nvSpPr>
          <p:cNvPr id="4" name="Slide Number Placeholder 3"/>
          <p:cNvSpPr>
            <a:spLocks noGrp="1"/>
          </p:cNvSpPr>
          <p:nvPr>
            <p:ph type="sldNum" sz="quarter" idx="5"/>
          </p:nvPr>
        </p:nvSpPr>
        <p:spPr/>
        <p:txBody>
          <a:bodyPr/>
          <a:lstStyle/>
          <a:p>
            <a:pPr rtl="0"/>
            <a:fld id="{38EFF46E-6B43-41F9-9272-B566D03A251C}" type="slidenum">
              <a:rPr lang="en-US" smtClean="0"/>
              <a:t>12</a:t>
            </a:fld>
            <a:endParaRPr lang="en-US"/>
          </a:p>
        </p:txBody>
      </p:sp>
    </p:spTree>
    <p:extLst>
      <p:ext uri="{BB962C8B-B14F-4D97-AF65-F5344CB8AC3E}">
        <p14:creationId xmlns:p14="http://schemas.microsoft.com/office/powerpoint/2010/main" val="8996317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ítulo">
    <p:bg>
      <p:bgPr>
        <a:solidFill>
          <a:schemeClr val="tx2"/>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336E9A-8E96-CD8C-7598-F87632CD81CF}"/>
              </a:ext>
            </a:extLst>
          </p:cNvPr>
          <p:cNvSpPr>
            <a:spLocks noGrp="1"/>
          </p:cNvSpPr>
          <p:nvPr>
            <p:ph type="ctrTitle"/>
          </p:nvPr>
        </p:nvSpPr>
        <p:spPr>
          <a:xfrm>
            <a:off x="1577005" y="1016955"/>
            <a:ext cx="9140954" cy="3346590"/>
          </a:xfrm>
          <a:prstGeom prst="rect">
            <a:avLst/>
          </a:prstGeom>
        </p:spPr>
        <p:txBody>
          <a:bodyPr vert="horz" lIns="91440" tIns="45720" rIns="91440" bIns="45720" rtlCol="0" anchor="t">
            <a:normAutofit/>
          </a:bodyPr>
          <a:lstStyle>
            <a:lvl1pPr>
              <a:defRPr lang="en-US" sz="7200" cap="all" baseline="0" dirty="0">
                <a:solidFill>
                  <a:schemeClr val="bg1"/>
                </a:solidFill>
                <a:latin typeface="+mj-lt"/>
              </a:defRPr>
            </a:lvl1pPr>
          </a:lstStyle>
          <a:p>
            <a:pPr lvl="0" rtl="0"/>
            <a:r>
              <a:rPr lang="pt-br"/>
              <a:t>Clique para editar o estilo de título Mestre</a:t>
            </a:r>
          </a:p>
        </p:txBody>
      </p:sp>
      <p:sp>
        <p:nvSpPr>
          <p:cNvPr id="3" name="Subtítulo 2">
            <a:extLst>
              <a:ext uri="{FF2B5EF4-FFF2-40B4-BE49-F238E27FC236}">
                <a16:creationId xmlns:a16="http://schemas.microsoft.com/office/drawing/2014/main" id="{2BDC76B8-60F6-62D3-9F73-E81662203017}"/>
              </a:ext>
            </a:extLst>
          </p:cNvPr>
          <p:cNvSpPr>
            <a:spLocks noGrp="1"/>
          </p:cNvSpPr>
          <p:nvPr>
            <p:ph type="subTitle" idx="1"/>
          </p:nvPr>
        </p:nvSpPr>
        <p:spPr>
          <a:xfrm>
            <a:off x="3462963" y="4869030"/>
            <a:ext cx="7152030" cy="987254"/>
          </a:xfrm>
          <a:prstGeom prst="rect">
            <a:avLst/>
          </a:prstGeom>
        </p:spPr>
        <p:txBody>
          <a:bodyPr vert="horz" lIns="91440" tIns="45720" rIns="91440" bIns="45720" rtlCol="0" anchor="b">
            <a:normAutofit/>
          </a:bodyPr>
          <a:lstStyle>
            <a:lvl1pPr marL="0" indent="0">
              <a:buNone/>
              <a:defRPr lang="en-US" sz="2000" b="1" i="0" dirty="0">
                <a:solidFill>
                  <a:schemeClr val="bg1"/>
                </a:solidFill>
                <a:latin typeface="Arial" panose="020B0604020202020204" pitchFamily="34" charset="0"/>
                <a:cs typeface="Arial" panose="020B0604020202020204" pitchFamily="34" charset="0"/>
              </a:defRPr>
            </a:lvl1pPr>
          </a:lstStyle>
          <a:p>
            <a:pPr lvl="0" rtl="0"/>
            <a:r>
              <a:rPr lang="pt-br"/>
              <a:t>Clique para editar o estilo de subtítulo Mestre</a:t>
            </a:r>
            <a:endParaRPr lang="en-US" dirty="0"/>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533400" y="6492240"/>
            <a:ext cx="8582023" cy="365760"/>
          </a:xfrm>
          <a:prstGeom prst="rect">
            <a:avLst/>
          </a:prstGeom>
        </p:spPr>
        <p:txBody>
          <a:bodyPr rtlCol="0"/>
          <a:lstStyle>
            <a:lvl1pPr>
              <a:defRPr>
                <a:solidFill>
                  <a:schemeClr val="bg1"/>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9110041" y="6477000"/>
            <a:ext cx="1885955" cy="381000"/>
          </a:xfrm>
          <a:prstGeom prst="rect">
            <a:avLst/>
          </a:prstGeom>
        </p:spPr>
        <p:txBody>
          <a:bodyPr rtlCol="0"/>
          <a:lstStyle>
            <a:lvl1pPr>
              <a:defRPr>
                <a:solidFill>
                  <a:schemeClr val="bg1"/>
                </a:solidFill>
              </a:defRPr>
            </a:lvl1pPr>
          </a:lstStyle>
          <a:p>
            <a:pPr rtl="0"/>
            <a:r>
              <a:rPr lang="en-US"/>
              <a:t>17/09/2025</a:t>
            </a:r>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8" y="6492240"/>
            <a:ext cx="657221" cy="365761"/>
          </a:xfrm>
          <a:prstGeom prst="rect">
            <a:avLst/>
          </a:prstGeom>
        </p:spPr>
        <p:txBody>
          <a:bodyPr rtlCol="0"/>
          <a:lstStyle>
            <a:lvl1pPr>
              <a:defRPr>
                <a:solidFill>
                  <a:schemeClr val="bg1"/>
                </a:solidFill>
              </a:defRPr>
            </a:lvl1pPr>
          </a:lstStyle>
          <a:p>
            <a:pPr rtl="0"/>
            <a:fld id="{AEAA3239-9EA4-4A65-A281-97F994456D9F}" type="slidenum">
              <a:rPr lang="en-US" smtClean="0"/>
              <a:pPr/>
              <a:t>‹#›</a:t>
            </a:fld>
            <a:endParaRPr lang="en-US"/>
          </a:p>
        </p:txBody>
      </p:sp>
      <p:sp>
        <p:nvSpPr>
          <p:cNvPr id="7" name="Retângulo 6">
            <a:extLst>
              <a:ext uri="{FF2B5EF4-FFF2-40B4-BE49-F238E27FC236}">
                <a16:creationId xmlns:a16="http://schemas.microsoft.com/office/drawing/2014/main" id="{6631FF2A-9DA0-DC5C-0C53-91FDE15093DD}"/>
              </a:ext>
            </a:extLst>
          </p:cNvPr>
          <p:cNvSpPr/>
          <p:nvPr userDrawn="1"/>
        </p:nvSpPr>
        <p:spPr>
          <a:xfrm>
            <a:off x="9110040" y="6155911"/>
            <a:ext cx="3081959" cy="6400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8" name="Retângulo 7">
            <a:extLst>
              <a:ext uri="{FF2B5EF4-FFF2-40B4-BE49-F238E27FC236}">
                <a16:creationId xmlns:a16="http://schemas.microsoft.com/office/drawing/2014/main" id="{BCA4208E-B529-0934-86E0-24278D43C68A}"/>
              </a:ext>
            </a:extLst>
          </p:cNvPr>
          <p:cNvSpPr/>
          <p:nvPr userDrawn="1"/>
        </p:nvSpPr>
        <p:spPr>
          <a:xfrm>
            <a:off x="3467745" y="6155911"/>
            <a:ext cx="5642289"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23265794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údo">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533398" y="1016955"/>
            <a:ext cx="11125201" cy="746759"/>
          </a:xfrm>
          <a:prstGeom prst="rect">
            <a:avLst/>
          </a:prstGeom>
        </p:spPr>
        <p:txBody>
          <a:bodyPr rtlCol="0" anchor="t">
            <a:normAutofit/>
          </a:bodyPr>
          <a:lstStyle>
            <a:lvl1pPr>
              <a:defRPr sz="3600" cap="all" baseline="0"/>
            </a:lvl1pPr>
          </a:lstStyle>
          <a:p>
            <a:pPr rtl="0"/>
            <a:r>
              <a:rPr lang="pt-br"/>
              <a:t>Clique para editar o estilo de título Mestre</a:t>
            </a:r>
          </a:p>
        </p:txBody>
      </p:sp>
      <p:sp>
        <p:nvSpPr>
          <p:cNvPr id="3" name="Espaço Reservado para Conteúdo 2">
            <a:extLst>
              <a:ext uri="{FF2B5EF4-FFF2-40B4-BE49-F238E27FC236}">
                <a16:creationId xmlns:a16="http://schemas.microsoft.com/office/drawing/2014/main" id="{6C2DD052-3E45-E789-01F8-33250024ECBD}"/>
              </a:ext>
            </a:extLst>
          </p:cNvPr>
          <p:cNvSpPr>
            <a:spLocks noGrp="1"/>
          </p:cNvSpPr>
          <p:nvPr>
            <p:ph idx="1"/>
          </p:nvPr>
        </p:nvSpPr>
        <p:spPr>
          <a:xfrm>
            <a:off x="533398" y="1748474"/>
            <a:ext cx="11125202" cy="4728524"/>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7" name="Retângulo 6">
            <a:extLst>
              <a:ext uri="{FF2B5EF4-FFF2-40B4-BE49-F238E27FC236}">
                <a16:creationId xmlns:a16="http://schemas.microsoft.com/office/drawing/2014/main" id="{E5526932-58BC-3B05-A619-8FE2BA7973DD}"/>
              </a:ext>
            </a:extLst>
          </p:cNvPr>
          <p:cNvSpPr/>
          <p:nvPr userDrawn="1"/>
        </p:nvSpPr>
        <p:spPr>
          <a:xfrm>
            <a:off x="634030" y="565606"/>
            <a:ext cx="11557968"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9" name="Espaço Reservado para Rodapé 8">
            <a:extLst>
              <a:ext uri="{FF2B5EF4-FFF2-40B4-BE49-F238E27FC236}">
                <a16:creationId xmlns:a16="http://schemas.microsoft.com/office/drawing/2014/main" id="{E4751EC6-9764-CDDF-E8BC-793AD483E0A9}"/>
              </a:ext>
            </a:extLst>
          </p:cNvPr>
          <p:cNvSpPr>
            <a:spLocks noGrp="1"/>
          </p:cNvSpPr>
          <p:nvPr>
            <p:ph type="ftr" sz="quarter" idx="11"/>
          </p:nvPr>
        </p:nvSpPr>
        <p:spPr/>
        <p:txBody>
          <a:bodyPr rtlCol="0"/>
          <a:lstStyle/>
          <a:p>
            <a:pPr rtl="0"/>
            <a:r>
              <a:rPr lang="pt-br"/>
              <a:t>Título da apresentação</a:t>
            </a:r>
            <a:endParaRPr lang="en-US" dirty="0"/>
          </a:p>
        </p:txBody>
      </p:sp>
      <p:sp>
        <p:nvSpPr>
          <p:cNvPr id="8" name="Espaço Reservado para Data 7">
            <a:extLst>
              <a:ext uri="{FF2B5EF4-FFF2-40B4-BE49-F238E27FC236}">
                <a16:creationId xmlns:a16="http://schemas.microsoft.com/office/drawing/2014/main" id="{DA395EC9-5212-9F09-E9FA-0AB62AFB6D99}"/>
              </a:ext>
            </a:extLst>
          </p:cNvPr>
          <p:cNvSpPr>
            <a:spLocks noGrp="1"/>
          </p:cNvSpPr>
          <p:nvPr>
            <p:ph type="dt" sz="half" idx="10"/>
          </p:nvPr>
        </p:nvSpPr>
        <p:spPr/>
        <p:txBody>
          <a:bodyPr rtlCol="0"/>
          <a:lstStyle/>
          <a:p>
            <a:pPr rtl="0"/>
            <a:r>
              <a:rPr lang="en-US"/>
              <a:t>17/09/2025</a:t>
            </a:r>
            <a:endParaRPr lang="en-US" dirty="0"/>
          </a:p>
        </p:txBody>
      </p:sp>
      <p:sp>
        <p:nvSpPr>
          <p:cNvPr id="10" name="Espaço Reservado para o Número do Slide 9">
            <a:extLst>
              <a:ext uri="{FF2B5EF4-FFF2-40B4-BE49-F238E27FC236}">
                <a16:creationId xmlns:a16="http://schemas.microsoft.com/office/drawing/2014/main" id="{286E48EB-E81D-8C6A-DBE6-738017E5A734}"/>
              </a:ext>
            </a:extLst>
          </p:cNvPr>
          <p:cNvSpPr>
            <a:spLocks noGrp="1"/>
          </p:cNvSpPr>
          <p:nvPr>
            <p:ph type="sldNum" sz="quarter" idx="12"/>
          </p:nvPr>
        </p:nvSpPr>
        <p:spPr/>
        <p:txBody>
          <a:bodyPr rtlCol="0"/>
          <a:lstStyle/>
          <a:p>
            <a:pPr rtl="0"/>
            <a:fld id="{AEAA3239-9EA4-4A65-A281-97F994456D9F}" type="slidenum">
              <a:rPr lang="en-US" smtClean="0"/>
              <a:pPr/>
              <a:t>‹#›</a:t>
            </a:fld>
            <a:endParaRPr lang="en-US" dirty="0"/>
          </a:p>
        </p:txBody>
      </p:sp>
    </p:spTree>
    <p:extLst>
      <p:ext uri="{BB962C8B-B14F-4D97-AF65-F5344CB8AC3E}">
        <p14:creationId xmlns:p14="http://schemas.microsoft.com/office/powerpoint/2010/main" val="19680990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ítulo 2">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336E9A-8E96-CD8C-7598-F87632CD81CF}"/>
              </a:ext>
            </a:extLst>
          </p:cNvPr>
          <p:cNvSpPr>
            <a:spLocks noGrp="1"/>
          </p:cNvSpPr>
          <p:nvPr>
            <p:ph type="ctrTitle"/>
          </p:nvPr>
        </p:nvSpPr>
        <p:spPr>
          <a:xfrm>
            <a:off x="533399" y="1016955"/>
            <a:ext cx="10081590" cy="4107810"/>
          </a:xfrm>
          <a:prstGeom prst="rect">
            <a:avLst/>
          </a:prstGeom>
        </p:spPr>
        <p:txBody>
          <a:bodyPr vert="horz" lIns="91440" tIns="45720" rIns="91440" bIns="45720" rtlCol="0" anchor="t">
            <a:normAutofit/>
          </a:bodyPr>
          <a:lstStyle>
            <a:lvl1pPr>
              <a:defRPr lang="en-US" sz="7200" cap="all" baseline="0" dirty="0"/>
            </a:lvl1pPr>
          </a:lstStyle>
          <a:p>
            <a:pPr lvl="0" rtl="0"/>
            <a:r>
              <a:rPr lang="pt-br"/>
              <a:t>Clique para editar o estilo de título Mestre</a:t>
            </a:r>
          </a:p>
        </p:txBody>
      </p:sp>
      <p:sp>
        <p:nvSpPr>
          <p:cNvPr id="7" name="Subtítulo 2">
            <a:extLst>
              <a:ext uri="{FF2B5EF4-FFF2-40B4-BE49-F238E27FC236}">
                <a16:creationId xmlns:a16="http://schemas.microsoft.com/office/drawing/2014/main" id="{2930CEB7-507A-2133-3BE2-B0991FE7D41C}"/>
              </a:ext>
            </a:extLst>
          </p:cNvPr>
          <p:cNvSpPr>
            <a:spLocks noGrp="1"/>
          </p:cNvSpPr>
          <p:nvPr>
            <p:ph type="subTitle" idx="1"/>
          </p:nvPr>
        </p:nvSpPr>
        <p:spPr>
          <a:xfrm>
            <a:off x="533400" y="5512106"/>
            <a:ext cx="8077200" cy="799533"/>
          </a:xfrm>
          <a:prstGeom prst="rect">
            <a:avLst/>
          </a:prstGeom>
        </p:spPr>
        <p:txBody>
          <a:bodyPr vert="horz" lIns="91440" tIns="45720" rIns="91440" bIns="45720" rtlCol="0" anchor="b">
            <a:normAutofit/>
          </a:bodyPr>
          <a:lstStyle>
            <a:lvl1pPr marL="0" indent="0">
              <a:buNone/>
              <a:defRPr lang="en-US" sz="2000" b="1" i="0" dirty="0">
                <a:latin typeface="Arial" panose="020B0604020202020204" pitchFamily="34" charset="0"/>
                <a:cs typeface="Arial" panose="020B0604020202020204" pitchFamily="34" charset="0"/>
              </a:defRPr>
            </a:lvl1pPr>
          </a:lstStyle>
          <a:p>
            <a:pPr lvl="0" rtl="0"/>
            <a:r>
              <a:rPr lang="pt-br"/>
              <a:t>Clique para editar o estilo de subtítulo Mestre</a:t>
            </a:r>
            <a:endParaRPr lang="en-US" dirty="0"/>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533400" y="6492241"/>
            <a:ext cx="8582024" cy="365760"/>
          </a:xfrm>
          <a:prstGeom prst="rect">
            <a:avLst/>
          </a:prstGeom>
        </p:spPr>
        <p:txBody>
          <a:bodyPr rtlCol="0"/>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9110038" y="6492240"/>
            <a:ext cx="1885950" cy="365760"/>
          </a:xfrm>
          <a:prstGeom prst="rect">
            <a:avLst/>
          </a:prstGeom>
        </p:spPr>
        <p:txBody>
          <a:bodyPr rtlCol="0"/>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9" y="6492241"/>
            <a:ext cx="657222" cy="365760"/>
          </a:xfrm>
          <a:prstGeom prst="rect">
            <a:avLst/>
          </a:prstGeom>
        </p:spPr>
        <p:txBody>
          <a:bodyPr rtlCol="0"/>
          <a:lstStyle/>
          <a:p>
            <a:pPr rtl="0"/>
            <a:fld id="{AEAA3239-9EA4-4A65-A281-97F994456D9F}" type="slidenum">
              <a:rPr lang="en-US" smtClean="0"/>
              <a:t>‹#›</a:t>
            </a:fld>
            <a:endParaRPr lang="en-US" dirty="0"/>
          </a:p>
        </p:txBody>
      </p:sp>
      <p:sp>
        <p:nvSpPr>
          <p:cNvPr id="33" name="Retângulo 32">
            <a:extLst>
              <a:ext uri="{FF2B5EF4-FFF2-40B4-BE49-F238E27FC236}">
                <a16:creationId xmlns:a16="http://schemas.microsoft.com/office/drawing/2014/main" id="{53165057-EFFF-A71A-8F8B-BE52F9862DDA}"/>
              </a:ext>
            </a:extLst>
          </p:cNvPr>
          <p:cNvSpPr/>
          <p:nvPr userDrawn="1"/>
        </p:nvSpPr>
        <p:spPr>
          <a:xfrm>
            <a:off x="634030" y="565606"/>
            <a:ext cx="11557970"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16628131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ítulo 3">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9" name="Título 8">
            <a:extLst>
              <a:ext uri="{FF2B5EF4-FFF2-40B4-BE49-F238E27FC236}">
                <a16:creationId xmlns:a16="http://schemas.microsoft.com/office/drawing/2014/main" id="{0D84BC10-B3F5-D240-EE9E-FD483EA0C28D}"/>
              </a:ext>
            </a:extLst>
          </p:cNvPr>
          <p:cNvSpPr>
            <a:spLocks noGrp="1"/>
          </p:cNvSpPr>
          <p:nvPr>
            <p:ph type="title"/>
          </p:nvPr>
        </p:nvSpPr>
        <p:spPr>
          <a:xfrm>
            <a:off x="3462963" y="2971799"/>
            <a:ext cx="8229600" cy="3414423"/>
          </a:xfrm>
        </p:spPr>
        <p:txBody>
          <a:bodyPr rtlCol="0" anchor="b">
            <a:normAutofit/>
          </a:bodyPr>
          <a:lstStyle>
            <a:lvl1pPr>
              <a:defRPr sz="7200" cap="all" baseline="0"/>
            </a:lvl1pPr>
          </a:lstStyle>
          <a:p>
            <a:pPr rtl="0"/>
            <a:r>
              <a:rPr lang="pt-br"/>
              <a:t>Clique para editar o estilo de título Mestre</a:t>
            </a:r>
          </a:p>
        </p:txBody>
      </p:sp>
      <p:sp>
        <p:nvSpPr>
          <p:cNvPr id="12" name="Subtítulo 2">
            <a:extLst>
              <a:ext uri="{FF2B5EF4-FFF2-40B4-BE49-F238E27FC236}">
                <a16:creationId xmlns:a16="http://schemas.microsoft.com/office/drawing/2014/main" id="{6DDFAAAD-A24C-B422-BCF6-2575C836C476}"/>
              </a:ext>
            </a:extLst>
          </p:cNvPr>
          <p:cNvSpPr>
            <a:spLocks noGrp="1"/>
          </p:cNvSpPr>
          <p:nvPr>
            <p:ph type="subTitle" idx="1"/>
          </p:nvPr>
        </p:nvSpPr>
        <p:spPr>
          <a:xfrm>
            <a:off x="533400" y="1016955"/>
            <a:ext cx="7924797" cy="1128714"/>
          </a:xfrm>
          <a:prstGeom prst="rect">
            <a:avLst/>
          </a:prstGeom>
        </p:spPr>
        <p:txBody>
          <a:bodyPr vert="horz" lIns="91440" tIns="45720" rIns="91440" bIns="45720" rtlCol="0" anchor="t">
            <a:normAutofit/>
          </a:bodyPr>
          <a:lstStyle>
            <a:lvl1pPr marL="0" indent="0">
              <a:buNone/>
              <a:defRPr lang="en-US" sz="2000" b="1" i="0" dirty="0">
                <a:latin typeface="Arial" panose="020B0604020202020204" pitchFamily="34" charset="0"/>
                <a:cs typeface="Arial" panose="020B0604020202020204" pitchFamily="34" charset="0"/>
              </a:defRPr>
            </a:lvl1pPr>
          </a:lstStyle>
          <a:p>
            <a:pPr lvl="0" rtl="0"/>
            <a:r>
              <a:rPr lang="pt-br"/>
              <a:t>Clique para editar o estilo de subtítulo Mestre</a:t>
            </a:r>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533400" y="6477000"/>
            <a:ext cx="8576636" cy="381001"/>
          </a:xfrm>
          <a:prstGeom prst="rect">
            <a:avLst/>
          </a:prstGeom>
        </p:spPr>
        <p:txBody>
          <a:bodyPr rtlCol="0"/>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9110025" y="6476999"/>
            <a:ext cx="1885957" cy="381001"/>
          </a:xfrm>
          <a:prstGeom prst="rect">
            <a:avLst/>
          </a:prstGeom>
        </p:spPr>
        <p:txBody>
          <a:bodyPr rtlCol="0"/>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4" y="6477000"/>
            <a:ext cx="657226" cy="381001"/>
          </a:xfrm>
          <a:prstGeom prst="rect">
            <a:avLst/>
          </a:prstGeom>
        </p:spPr>
        <p:txBody>
          <a:bodyPr rtlCol="0"/>
          <a:lstStyle/>
          <a:p>
            <a:pPr rtl="0"/>
            <a:fld id="{AEAA3239-9EA4-4A65-A281-97F994456D9F}" type="slidenum">
              <a:rPr lang="en-US" smtClean="0"/>
              <a:t>‹#›</a:t>
            </a:fld>
            <a:endParaRPr lang="en-US" dirty="0"/>
          </a:p>
        </p:txBody>
      </p:sp>
      <p:sp>
        <p:nvSpPr>
          <p:cNvPr id="7" name="Retângulo 6">
            <a:extLst>
              <a:ext uri="{FF2B5EF4-FFF2-40B4-BE49-F238E27FC236}">
                <a16:creationId xmlns:a16="http://schemas.microsoft.com/office/drawing/2014/main" id="{7D5DF1A9-E718-252B-7EF1-E97806A4003A}"/>
              </a:ext>
            </a:extLst>
          </p:cNvPr>
          <p:cNvSpPr/>
          <p:nvPr userDrawn="1"/>
        </p:nvSpPr>
        <p:spPr>
          <a:xfrm>
            <a:off x="634034" y="568300"/>
            <a:ext cx="11557965"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74084035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ítulo com Imagem">
    <p:bg>
      <p:bgRef idx="1001">
        <a:schemeClr val="bg2"/>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336E9A-8E96-CD8C-7598-F87632CD81CF}"/>
              </a:ext>
            </a:extLst>
          </p:cNvPr>
          <p:cNvSpPr>
            <a:spLocks noGrp="1"/>
          </p:cNvSpPr>
          <p:nvPr>
            <p:ph type="ctrTitle"/>
          </p:nvPr>
        </p:nvSpPr>
        <p:spPr>
          <a:xfrm>
            <a:off x="533400" y="4572000"/>
            <a:ext cx="11125201" cy="1112520"/>
          </a:xfrm>
          <a:prstGeom prst="rect">
            <a:avLst/>
          </a:prstGeom>
        </p:spPr>
        <p:txBody>
          <a:bodyPr vert="horz" lIns="91440" tIns="45720" rIns="91440" bIns="45720" rtlCol="0" anchor="b">
            <a:noAutofit/>
          </a:bodyPr>
          <a:lstStyle>
            <a:lvl1pPr>
              <a:defRPr lang="en-US" sz="7200" cap="all" baseline="0" dirty="0">
                <a:solidFill>
                  <a:schemeClr val="tx1"/>
                </a:solidFill>
              </a:defRPr>
            </a:lvl1pPr>
          </a:lstStyle>
          <a:p>
            <a:pPr lvl="0" rtl="0"/>
            <a:r>
              <a:rPr lang="pt-br"/>
              <a:t>Clique para editar o estilo de título Mestre</a:t>
            </a:r>
          </a:p>
        </p:txBody>
      </p:sp>
      <p:sp>
        <p:nvSpPr>
          <p:cNvPr id="3" name="Subtítulo 2">
            <a:extLst>
              <a:ext uri="{FF2B5EF4-FFF2-40B4-BE49-F238E27FC236}">
                <a16:creationId xmlns:a16="http://schemas.microsoft.com/office/drawing/2014/main" id="{2BDC76B8-60F6-62D3-9F73-E81662203017}"/>
              </a:ext>
            </a:extLst>
          </p:cNvPr>
          <p:cNvSpPr>
            <a:spLocks noGrp="1"/>
          </p:cNvSpPr>
          <p:nvPr>
            <p:ph type="subTitle" idx="1"/>
          </p:nvPr>
        </p:nvSpPr>
        <p:spPr>
          <a:xfrm>
            <a:off x="533400" y="5715000"/>
            <a:ext cx="11125201" cy="533400"/>
          </a:xfrm>
          <a:prstGeom prst="rect">
            <a:avLst/>
          </a:prstGeom>
        </p:spPr>
        <p:txBody>
          <a:bodyPr vert="horz" lIns="91440" tIns="45720" rIns="91440" bIns="45720" rtlCol="0" anchor="t">
            <a:normAutofit/>
          </a:bodyPr>
          <a:lstStyle>
            <a:lvl1pPr marL="0" indent="0">
              <a:buNone/>
              <a:defRPr lang="en-US" sz="2000" b="1" i="0" dirty="0">
                <a:latin typeface="Arial" panose="020B0604020202020204" pitchFamily="34" charset="0"/>
                <a:cs typeface="Arial" panose="020B0604020202020204" pitchFamily="34" charset="0"/>
              </a:defRPr>
            </a:lvl1pPr>
          </a:lstStyle>
          <a:p>
            <a:pPr lvl="0" rtl="0"/>
            <a:r>
              <a:rPr lang="pt-br"/>
              <a:t>Clique para editar o estilo de subtítulo Mestre</a:t>
            </a:r>
            <a:endParaRPr lang="en-US" dirty="0"/>
          </a:p>
        </p:txBody>
      </p:sp>
      <p:sp>
        <p:nvSpPr>
          <p:cNvPr id="11" name="Espaço Reservado para Imagem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0" y="0"/>
            <a:ext cx="12191999" cy="3981764"/>
          </a:xfrm>
          <a:prstGeom prst="rect">
            <a:avLst/>
          </a:prstGeom>
          <a:blipFill dpi="0" rotWithShape="1">
            <a:blip r:embed="rId2">
              <a:alphaModFix amt="60000"/>
            </a:blip>
            <a:srcRect/>
            <a:stretch>
              <a:fillRect t="-419" b="-419"/>
            </a:stretch>
          </a:blipFill>
        </p:spPr>
        <p:txBody>
          <a:bodyPr rtlCol="0"/>
          <a:lstStyle>
            <a:lvl1pPr marL="0" indent="0">
              <a:buNone/>
              <a:defRPr/>
            </a:lvl1pPr>
          </a:lstStyle>
          <a:p>
            <a:pPr rtl="0"/>
            <a:r>
              <a:rPr lang="pt-br"/>
              <a:t> </a:t>
            </a:r>
          </a:p>
        </p:txBody>
      </p:sp>
      <p:sp>
        <p:nvSpPr>
          <p:cNvPr id="8" name="Espaço Reservado para Rodapé 7">
            <a:extLst>
              <a:ext uri="{FF2B5EF4-FFF2-40B4-BE49-F238E27FC236}">
                <a16:creationId xmlns:a16="http://schemas.microsoft.com/office/drawing/2014/main" id="{1B5B8C48-05E9-5280-3F6A-22F8BCBB477E}"/>
              </a:ext>
            </a:extLst>
          </p:cNvPr>
          <p:cNvSpPr>
            <a:spLocks noGrp="1"/>
          </p:cNvSpPr>
          <p:nvPr>
            <p:ph type="ftr" sz="quarter" idx="15"/>
          </p:nvPr>
        </p:nvSpPr>
        <p:spPr>
          <a:xfrm>
            <a:off x="533399" y="6477000"/>
            <a:ext cx="8576637"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7" name="Espaço Reservado para Data 6">
            <a:extLst>
              <a:ext uri="{FF2B5EF4-FFF2-40B4-BE49-F238E27FC236}">
                <a16:creationId xmlns:a16="http://schemas.microsoft.com/office/drawing/2014/main" id="{1AA6C9C7-A264-237A-7F3C-46E6A7A9646D}"/>
              </a:ext>
            </a:extLst>
          </p:cNvPr>
          <p:cNvSpPr>
            <a:spLocks noGrp="1"/>
          </p:cNvSpPr>
          <p:nvPr>
            <p:ph type="dt" sz="half" idx="14"/>
          </p:nvPr>
        </p:nvSpPr>
        <p:spPr>
          <a:xfrm>
            <a:off x="9110036" y="6476999"/>
            <a:ext cx="1880548" cy="381001"/>
          </a:xfrm>
          <a:prstGeom prst="rect">
            <a:avLst/>
          </a:prstGeom>
        </p:spPr>
        <p:txBody>
          <a:bodyPr rtlCol="0"/>
          <a:lstStyle>
            <a:lvl1pPr>
              <a:defRPr>
                <a:solidFill>
                  <a:schemeClr val="tx2"/>
                </a:solidFill>
              </a:defRPr>
            </a:lvl1pPr>
          </a:lstStyle>
          <a:p>
            <a:pPr rtl="0"/>
            <a:r>
              <a:rPr lang="en-US"/>
              <a:t>17/09/2025</a:t>
            </a:r>
            <a:endParaRPr lang="en-US" dirty="0"/>
          </a:p>
        </p:txBody>
      </p:sp>
      <p:sp>
        <p:nvSpPr>
          <p:cNvPr id="9" name="Espaço Reservado para o Número do Slide 8">
            <a:extLst>
              <a:ext uri="{FF2B5EF4-FFF2-40B4-BE49-F238E27FC236}">
                <a16:creationId xmlns:a16="http://schemas.microsoft.com/office/drawing/2014/main" id="{47BC820F-C031-6832-5CA0-B972903E0D5F}"/>
              </a:ext>
            </a:extLst>
          </p:cNvPr>
          <p:cNvSpPr>
            <a:spLocks noGrp="1"/>
          </p:cNvSpPr>
          <p:nvPr>
            <p:ph type="sldNum" sz="quarter" idx="16"/>
          </p:nvPr>
        </p:nvSpPr>
        <p:spPr>
          <a:xfrm>
            <a:off x="10995976" y="6477000"/>
            <a:ext cx="662624"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Tree>
    <p:extLst>
      <p:ext uri="{BB962C8B-B14F-4D97-AF65-F5344CB8AC3E}">
        <p14:creationId xmlns:p14="http://schemas.microsoft.com/office/powerpoint/2010/main" val="378638517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ítulo com Imagem 2">
    <p:bg>
      <p:bgPr>
        <a:solidFill>
          <a:schemeClr val="bg1"/>
        </a:solidFill>
        <a:effectLst/>
      </p:bgPr>
    </p:bg>
    <p:spTree>
      <p:nvGrpSpPr>
        <p:cNvPr id="1" name=""/>
        <p:cNvGrpSpPr/>
        <p:nvPr/>
      </p:nvGrpSpPr>
      <p:grpSpPr>
        <a:xfrm>
          <a:off x="0" y="0"/>
          <a:ext cx="0" cy="0"/>
          <a:chOff x="0" y="0"/>
          <a:chExt cx="0" cy="0"/>
        </a:xfrm>
      </p:grpSpPr>
      <p:sp>
        <p:nvSpPr>
          <p:cNvPr id="67" name="Retângulo 66">
            <a:extLst>
              <a:ext uri="{FF2B5EF4-FFF2-40B4-BE49-F238E27FC236}">
                <a16:creationId xmlns:a16="http://schemas.microsoft.com/office/drawing/2014/main" id="{9C059A73-AC6C-7029-5CFB-0E0B30AD317B}"/>
              </a:ext>
            </a:extLst>
          </p:cNvPr>
          <p:cNvSpPr/>
          <p:nvPr/>
        </p:nvSpPr>
        <p:spPr>
          <a:xfrm>
            <a:off x="6843095" y="0"/>
            <a:ext cx="5348905"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2" name="Título 1">
            <a:extLst>
              <a:ext uri="{FF2B5EF4-FFF2-40B4-BE49-F238E27FC236}">
                <a16:creationId xmlns:a16="http://schemas.microsoft.com/office/drawing/2014/main" id="{E4336E9A-8E96-CD8C-7598-F87632CD81CF}"/>
              </a:ext>
            </a:extLst>
          </p:cNvPr>
          <p:cNvSpPr>
            <a:spLocks noGrp="1"/>
          </p:cNvSpPr>
          <p:nvPr>
            <p:ph type="ctrTitle"/>
          </p:nvPr>
        </p:nvSpPr>
        <p:spPr>
          <a:xfrm>
            <a:off x="7224093" y="1016955"/>
            <a:ext cx="4434507" cy="3726810"/>
          </a:xfrm>
          <a:prstGeom prst="rect">
            <a:avLst/>
          </a:prstGeom>
        </p:spPr>
        <p:txBody>
          <a:bodyPr vert="horz" lIns="91440" tIns="45720" rIns="91440" bIns="45720" rtlCol="0" anchor="b">
            <a:normAutofit/>
          </a:bodyPr>
          <a:lstStyle>
            <a:lvl1pPr>
              <a:defRPr lang="en-US" sz="5000" cap="all" baseline="0" dirty="0">
                <a:solidFill>
                  <a:schemeClr val="bg1"/>
                </a:solidFill>
              </a:defRPr>
            </a:lvl1pPr>
          </a:lstStyle>
          <a:p>
            <a:pPr lvl="0" rtl="0"/>
            <a:r>
              <a:rPr lang="pt-br"/>
              <a:t>Clique para editar o estilo de título Mestre</a:t>
            </a:r>
          </a:p>
        </p:txBody>
      </p:sp>
      <p:sp>
        <p:nvSpPr>
          <p:cNvPr id="3" name="Subtítulo 2">
            <a:extLst>
              <a:ext uri="{FF2B5EF4-FFF2-40B4-BE49-F238E27FC236}">
                <a16:creationId xmlns:a16="http://schemas.microsoft.com/office/drawing/2014/main" id="{2BDC76B8-60F6-62D3-9F73-E81662203017}"/>
              </a:ext>
            </a:extLst>
          </p:cNvPr>
          <p:cNvSpPr>
            <a:spLocks noGrp="1"/>
          </p:cNvSpPr>
          <p:nvPr>
            <p:ph type="subTitle" idx="1"/>
          </p:nvPr>
        </p:nvSpPr>
        <p:spPr>
          <a:xfrm>
            <a:off x="7231247" y="5157623"/>
            <a:ext cx="4434506" cy="1090777"/>
          </a:xfrm>
          <a:prstGeom prst="rect">
            <a:avLst/>
          </a:prstGeom>
        </p:spPr>
        <p:txBody>
          <a:bodyPr vert="horz" lIns="91440" tIns="45720" rIns="91440" bIns="45720" rtlCol="0" anchor="b">
            <a:normAutofit/>
          </a:bodyPr>
          <a:lstStyle>
            <a:lvl1pPr marL="0" indent="0">
              <a:buNone/>
              <a:defRPr lang="en-US" sz="2000" b="1" i="0" dirty="0">
                <a:solidFill>
                  <a:schemeClr val="bg1"/>
                </a:solidFill>
                <a:latin typeface="Arial" panose="020B0604020202020204" pitchFamily="34" charset="0"/>
                <a:cs typeface="Arial" panose="020B0604020202020204" pitchFamily="34" charset="0"/>
              </a:defRPr>
            </a:lvl1pPr>
          </a:lstStyle>
          <a:p>
            <a:pPr lvl="0" rtl="0"/>
            <a:r>
              <a:rPr lang="pt-br"/>
              <a:t>Clique para editar o estilo de subtítulo Mestre</a:t>
            </a:r>
            <a:endParaRPr lang="en-US" dirty="0"/>
          </a:p>
        </p:txBody>
      </p:sp>
      <p:sp>
        <p:nvSpPr>
          <p:cNvPr id="8" name="Espaço Reservado para Imagem 7">
            <a:extLst>
              <a:ext uri="{FF2B5EF4-FFF2-40B4-BE49-F238E27FC236}">
                <a16:creationId xmlns:a16="http://schemas.microsoft.com/office/drawing/2014/main" id="{46973B1C-74EE-7F51-CF89-E132D793F5B5}"/>
              </a:ext>
            </a:extLst>
          </p:cNvPr>
          <p:cNvSpPr>
            <a:spLocks noGrp="1"/>
          </p:cNvSpPr>
          <p:nvPr>
            <p:ph type="pic" sz="quarter" idx="14" hasCustomPrompt="1"/>
          </p:nvPr>
        </p:nvSpPr>
        <p:spPr>
          <a:xfrm>
            <a:off x="0" y="0"/>
            <a:ext cx="6843095" cy="6858000"/>
          </a:xfrm>
          <a:custGeom>
            <a:avLst/>
            <a:gdLst>
              <a:gd name="connsiteX0" fmla="*/ 0 w 6843095"/>
              <a:gd name="connsiteY0" fmla="*/ 629614 h 6858000"/>
              <a:gd name="connsiteX1" fmla="*/ 6843095 w 6843095"/>
              <a:gd name="connsiteY1" fmla="*/ 629614 h 6858000"/>
              <a:gd name="connsiteX2" fmla="*/ 6843095 w 6843095"/>
              <a:gd name="connsiteY2" fmla="*/ 6858000 h 6858000"/>
              <a:gd name="connsiteX3" fmla="*/ 0 w 6843095"/>
              <a:gd name="connsiteY3" fmla="*/ 6858000 h 6858000"/>
              <a:gd name="connsiteX4" fmla="*/ 0 w 6843095"/>
              <a:gd name="connsiteY4" fmla="*/ 0 h 6858000"/>
              <a:gd name="connsiteX5" fmla="*/ 6843095 w 6843095"/>
              <a:gd name="connsiteY5" fmla="*/ 0 h 6858000"/>
              <a:gd name="connsiteX6" fmla="*/ 6843095 w 6843095"/>
              <a:gd name="connsiteY6" fmla="*/ 565606 h 6858000"/>
              <a:gd name="connsiteX7" fmla="*/ 0 w 6843095"/>
              <a:gd name="connsiteY7" fmla="*/ 56560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43095" h="6858000">
                <a:moveTo>
                  <a:pt x="0" y="629614"/>
                </a:moveTo>
                <a:lnTo>
                  <a:pt x="6843095" y="629614"/>
                </a:lnTo>
                <a:lnTo>
                  <a:pt x="6843095" y="6858000"/>
                </a:lnTo>
                <a:lnTo>
                  <a:pt x="0" y="6858000"/>
                </a:lnTo>
                <a:close/>
                <a:moveTo>
                  <a:pt x="0" y="0"/>
                </a:moveTo>
                <a:lnTo>
                  <a:pt x="6843095" y="0"/>
                </a:lnTo>
                <a:lnTo>
                  <a:pt x="6843095" y="565606"/>
                </a:lnTo>
                <a:lnTo>
                  <a:pt x="0" y="565606"/>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7224093" y="6477000"/>
            <a:ext cx="2828917" cy="381000"/>
          </a:xfrm>
          <a:prstGeom prst="rect">
            <a:avLst/>
          </a:prstGeom>
        </p:spPr>
        <p:txBody>
          <a:bodyPr rtlCol="0"/>
          <a:lstStyle>
            <a:lvl1pPr>
              <a:defRPr>
                <a:solidFill>
                  <a:schemeClr val="bg1"/>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10058398" y="6477000"/>
            <a:ext cx="937594" cy="381000"/>
          </a:xfrm>
          <a:prstGeom prst="rect">
            <a:avLst/>
          </a:prstGeom>
        </p:spPr>
        <p:txBody>
          <a:bodyPr rtlCol="0"/>
          <a:lstStyle>
            <a:lvl1pPr>
              <a:defRPr>
                <a:solidFill>
                  <a:schemeClr val="bg1"/>
                </a:solidFill>
                <a:effectLst/>
              </a:defRPr>
            </a:lvl1pPr>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4" y="6492876"/>
            <a:ext cx="657226" cy="365125"/>
          </a:xfrm>
          <a:prstGeom prst="rect">
            <a:avLst/>
          </a:prstGeom>
        </p:spPr>
        <p:txBody>
          <a:bodyPr rtlCol="0"/>
          <a:lstStyle>
            <a:lvl1pPr>
              <a:defRPr>
                <a:solidFill>
                  <a:schemeClr val="bg1"/>
                </a:solidFill>
              </a:defRPr>
            </a:lvl1pPr>
          </a:lstStyle>
          <a:p>
            <a:pPr rtl="0"/>
            <a:fld id="{AEAA3239-9EA4-4A65-A281-97F994456D9F}" type="slidenum">
              <a:rPr lang="en-US" smtClean="0"/>
              <a:pPr/>
              <a:t>‹#›</a:t>
            </a:fld>
            <a:endParaRPr lang="en-US" dirty="0"/>
          </a:p>
        </p:txBody>
      </p:sp>
      <p:sp>
        <p:nvSpPr>
          <p:cNvPr id="38" name="Retângulo 37">
            <a:extLst>
              <a:ext uri="{FF2B5EF4-FFF2-40B4-BE49-F238E27FC236}">
                <a16:creationId xmlns:a16="http://schemas.microsoft.com/office/drawing/2014/main" id="{632554D8-9DAA-D834-ABC8-240BBF9CA28F}"/>
              </a:ext>
            </a:extLst>
          </p:cNvPr>
          <p:cNvSpPr/>
          <p:nvPr/>
        </p:nvSpPr>
        <p:spPr>
          <a:xfrm>
            <a:off x="6843096" y="565606"/>
            <a:ext cx="4811394" cy="6400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50930062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ítulo com Imagem 3">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336E9A-8E96-CD8C-7598-F87632CD81CF}"/>
              </a:ext>
            </a:extLst>
          </p:cNvPr>
          <p:cNvSpPr>
            <a:spLocks noGrp="1"/>
          </p:cNvSpPr>
          <p:nvPr>
            <p:ph type="ctrTitle"/>
          </p:nvPr>
        </p:nvSpPr>
        <p:spPr>
          <a:xfrm>
            <a:off x="7786071" y="1016955"/>
            <a:ext cx="3872530" cy="3726811"/>
          </a:xfrm>
          <a:prstGeom prst="rect">
            <a:avLst/>
          </a:prstGeom>
        </p:spPr>
        <p:txBody>
          <a:bodyPr vert="horz" lIns="91440" tIns="45720" rIns="91440" bIns="45720" rtlCol="0" anchor="t">
            <a:normAutofit/>
          </a:bodyPr>
          <a:lstStyle>
            <a:lvl1pPr>
              <a:defRPr lang="en-US" sz="5000" cap="all" baseline="0" dirty="0">
                <a:solidFill>
                  <a:schemeClr val="tx2"/>
                </a:solidFill>
              </a:defRPr>
            </a:lvl1pPr>
          </a:lstStyle>
          <a:p>
            <a:pPr lvl="0" rtl="0"/>
            <a:r>
              <a:rPr lang="pt-br"/>
              <a:t>Clique para editar o estilo de título Mestre</a:t>
            </a:r>
          </a:p>
        </p:txBody>
      </p:sp>
      <p:sp>
        <p:nvSpPr>
          <p:cNvPr id="3" name="Subtítulo 2">
            <a:extLst>
              <a:ext uri="{FF2B5EF4-FFF2-40B4-BE49-F238E27FC236}">
                <a16:creationId xmlns:a16="http://schemas.microsoft.com/office/drawing/2014/main" id="{2BDC76B8-60F6-62D3-9F73-E81662203017}"/>
              </a:ext>
            </a:extLst>
          </p:cNvPr>
          <p:cNvSpPr>
            <a:spLocks noGrp="1"/>
          </p:cNvSpPr>
          <p:nvPr>
            <p:ph type="subTitle" idx="1"/>
          </p:nvPr>
        </p:nvSpPr>
        <p:spPr>
          <a:xfrm>
            <a:off x="7786071" y="5134926"/>
            <a:ext cx="3868420" cy="1113474"/>
          </a:xfrm>
          <a:prstGeom prst="rect">
            <a:avLst/>
          </a:prstGeom>
        </p:spPr>
        <p:txBody>
          <a:bodyPr vert="horz" lIns="91440" tIns="45720" rIns="91440" bIns="45720" rtlCol="0" anchor="b">
            <a:normAutofit/>
          </a:bodyPr>
          <a:lstStyle>
            <a:lvl1pPr marL="0" indent="0">
              <a:buNone/>
              <a:defRPr lang="en-US" sz="2000" b="1" i="0" dirty="0">
                <a:solidFill>
                  <a:schemeClr val="tx2"/>
                </a:solidFill>
                <a:latin typeface="Arial" panose="020B0604020202020204" pitchFamily="34" charset="0"/>
                <a:cs typeface="Arial" panose="020B0604020202020204" pitchFamily="34" charset="0"/>
              </a:defRPr>
            </a:lvl1pPr>
          </a:lstStyle>
          <a:p>
            <a:pPr lvl="0" rtl="0"/>
            <a:r>
              <a:rPr lang="pt-br"/>
              <a:t>Clique para editar o estilo de subtítulo Mestre</a:t>
            </a:r>
            <a:endParaRPr lang="en-US" dirty="0"/>
          </a:p>
        </p:txBody>
      </p:sp>
      <p:sp>
        <p:nvSpPr>
          <p:cNvPr id="10" name="Espaço Reservado para Imagem 9">
            <a:extLst>
              <a:ext uri="{FF2B5EF4-FFF2-40B4-BE49-F238E27FC236}">
                <a16:creationId xmlns:a16="http://schemas.microsoft.com/office/drawing/2014/main" id="{77BE7EAD-CCCA-EA7C-0263-265AA3E43C5E}"/>
              </a:ext>
            </a:extLst>
          </p:cNvPr>
          <p:cNvSpPr>
            <a:spLocks noGrp="1"/>
          </p:cNvSpPr>
          <p:nvPr>
            <p:ph type="pic" sz="quarter" idx="14" hasCustomPrompt="1"/>
          </p:nvPr>
        </p:nvSpPr>
        <p:spPr>
          <a:xfrm>
            <a:off x="0" y="0"/>
            <a:ext cx="7224095" cy="6858000"/>
          </a:xfrm>
          <a:custGeom>
            <a:avLst/>
            <a:gdLst>
              <a:gd name="connsiteX0" fmla="*/ 0 w 7224095"/>
              <a:gd name="connsiteY0" fmla="*/ 629614 h 6858000"/>
              <a:gd name="connsiteX1" fmla="*/ 7224095 w 7224095"/>
              <a:gd name="connsiteY1" fmla="*/ 629614 h 6858000"/>
              <a:gd name="connsiteX2" fmla="*/ 7224095 w 7224095"/>
              <a:gd name="connsiteY2" fmla="*/ 6858000 h 6858000"/>
              <a:gd name="connsiteX3" fmla="*/ 0 w 7224095"/>
              <a:gd name="connsiteY3" fmla="*/ 6858000 h 6858000"/>
              <a:gd name="connsiteX4" fmla="*/ 0 w 7224095"/>
              <a:gd name="connsiteY4" fmla="*/ 0 h 6858000"/>
              <a:gd name="connsiteX5" fmla="*/ 7224095 w 7224095"/>
              <a:gd name="connsiteY5" fmla="*/ 0 h 6858000"/>
              <a:gd name="connsiteX6" fmla="*/ 7224095 w 7224095"/>
              <a:gd name="connsiteY6" fmla="*/ 565606 h 6858000"/>
              <a:gd name="connsiteX7" fmla="*/ 0 w 7224095"/>
              <a:gd name="connsiteY7" fmla="*/ 56560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24095" h="6858000">
                <a:moveTo>
                  <a:pt x="0" y="629614"/>
                </a:moveTo>
                <a:lnTo>
                  <a:pt x="7224095" y="629614"/>
                </a:lnTo>
                <a:lnTo>
                  <a:pt x="7224095" y="6858000"/>
                </a:lnTo>
                <a:lnTo>
                  <a:pt x="0" y="6858000"/>
                </a:lnTo>
                <a:close/>
                <a:moveTo>
                  <a:pt x="0" y="0"/>
                </a:moveTo>
                <a:lnTo>
                  <a:pt x="7224095" y="0"/>
                </a:lnTo>
                <a:lnTo>
                  <a:pt x="7224095" y="565606"/>
                </a:lnTo>
                <a:lnTo>
                  <a:pt x="0" y="565606"/>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8167937" y="6476999"/>
            <a:ext cx="1895847"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10058402" y="6476999"/>
            <a:ext cx="937594" cy="381001"/>
          </a:xfrm>
          <a:prstGeom prst="rect">
            <a:avLst/>
          </a:prstGeom>
        </p:spPr>
        <p:txBody>
          <a:bodyPr rtlCol="0"/>
          <a:lstStyle>
            <a:lvl1pPr>
              <a:defRPr>
                <a:solidFill>
                  <a:schemeClr val="tx2"/>
                </a:solidFill>
                <a:effectLst/>
              </a:defRPr>
            </a:lvl1pPr>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8" y="6477000"/>
            <a:ext cx="657221"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9" name="Retângulo 8">
            <a:extLst>
              <a:ext uri="{FF2B5EF4-FFF2-40B4-BE49-F238E27FC236}">
                <a16:creationId xmlns:a16="http://schemas.microsoft.com/office/drawing/2014/main" id="{F879DE85-4541-95AA-B871-7CBAD2BA1550}"/>
              </a:ext>
            </a:extLst>
          </p:cNvPr>
          <p:cNvSpPr/>
          <p:nvPr userDrawn="1"/>
        </p:nvSpPr>
        <p:spPr>
          <a:xfrm>
            <a:off x="0" y="565606"/>
            <a:ext cx="11557970"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56769123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ítulo com imagem 4">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336E9A-8E96-CD8C-7598-F87632CD81CF}"/>
              </a:ext>
            </a:extLst>
          </p:cNvPr>
          <p:cNvSpPr>
            <a:spLocks noGrp="1"/>
          </p:cNvSpPr>
          <p:nvPr>
            <p:ph type="ctrTitle"/>
          </p:nvPr>
        </p:nvSpPr>
        <p:spPr>
          <a:xfrm>
            <a:off x="533400" y="1016955"/>
            <a:ext cx="4429126" cy="3331896"/>
          </a:xfrm>
          <a:prstGeom prst="rect">
            <a:avLst/>
          </a:prstGeom>
        </p:spPr>
        <p:txBody>
          <a:bodyPr vert="horz" lIns="91440" tIns="45720" rIns="91440" bIns="45720" rtlCol="0" anchor="t">
            <a:normAutofit/>
          </a:bodyPr>
          <a:lstStyle>
            <a:lvl1pPr>
              <a:defRPr lang="en-US" sz="5000" cap="all" baseline="0" dirty="0"/>
            </a:lvl1pPr>
          </a:lstStyle>
          <a:p>
            <a:pPr lvl="0" rtl="0"/>
            <a:r>
              <a:rPr lang="pt-br"/>
              <a:t>Clique para editar o estilo de título Mestre</a:t>
            </a:r>
          </a:p>
        </p:txBody>
      </p:sp>
      <p:sp>
        <p:nvSpPr>
          <p:cNvPr id="3" name="Subtítulo 2">
            <a:extLst>
              <a:ext uri="{FF2B5EF4-FFF2-40B4-BE49-F238E27FC236}">
                <a16:creationId xmlns:a16="http://schemas.microsoft.com/office/drawing/2014/main" id="{2BDC76B8-60F6-62D3-9F73-E81662203017}"/>
              </a:ext>
            </a:extLst>
          </p:cNvPr>
          <p:cNvSpPr>
            <a:spLocks noGrp="1"/>
          </p:cNvSpPr>
          <p:nvPr>
            <p:ph type="subTitle" idx="1"/>
          </p:nvPr>
        </p:nvSpPr>
        <p:spPr>
          <a:xfrm>
            <a:off x="533400" y="4846320"/>
            <a:ext cx="3174160" cy="1465319"/>
          </a:xfrm>
          <a:prstGeom prst="rect">
            <a:avLst/>
          </a:prstGeom>
        </p:spPr>
        <p:txBody>
          <a:bodyPr vert="horz" lIns="91440" tIns="45720" rIns="91440" bIns="45720" rtlCol="0" anchor="b">
            <a:normAutofit/>
          </a:bodyPr>
          <a:lstStyle>
            <a:lvl1pPr marL="0" indent="0">
              <a:buNone/>
              <a:defRPr lang="en-US" sz="2000" b="1" i="0" dirty="0">
                <a:latin typeface="Arial" panose="020B0604020202020204" pitchFamily="34" charset="0"/>
                <a:cs typeface="Arial" panose="020B0604020202020204" pitchFamily="34" charset="0"/>
              </a:defRPr>
            </a:lvl1pPr>
          </a:lstStyle>
          <a:p>
            <a:pPr lvl="0" rtl="0"/>
            <a:r>
              <a:rPr lang="pt-br"/>
              <a:t>Clique para editar o estilo de subtítulo Mestre</a:t>
            </a:r>
            <a:endParaRPr lang="en-US" dirty="0"/>
          </a:p>
        </p:txBody>
      </p:sp>
      <p:sp>
        <p:nvSpPr>
          <p:cNvPr id="8" name="Espaço Reservado para Rodapé 7">
            <a:extLst>
              <a:ext uri="{FF2B5EF4-FFF2-40B4-BE49-F238E27FC236}">
                <a16:creationId xmlns:a16="http://schemas.microsoft.com/office/drawing/2014/main" id="{9A6E6A4C-6C55-068A-43AA-78DB4D1D643B}"/>
              </a:ext>
            </a:extLst>
          </p:cNvPr>
          <p:cNvSpPr>
            <a:spLocks noGrp="1"/>
          </p:cNvSpPr>
          <p:nvPr>
            <p:ph type="ftr" sz="quarter" idx="15"/>
          </p:nvPr>
        </p:nvSpPr>
        <p:spPr>
          <a:xfrm>
            <a:off x="533400" y="6492240"/>
            <a:ext cx="2548562" cy="365760"/>
          </a:xfrm>
          <a:prstGeom prst="rect">
            <a:avLst/>
          </a:prstGeom>
        </p:spPr>
        <p:txBody>
          <a:bodyPr rtlCol="0"/>
          <a:lstStyle/>
          <a:p>
            <a:pPr rtl="0"/>
            <a:r>
              <a:rPr lang="pt-br"/>
              <a:t>Título da Apresentação</a:t>
            </a:r>
            <a:endParaRPr lang="en-US" dirty="0"/>
          </a:p>
        </p:txBody>
      </p:sp>
      <p:sp>
        <p:nvSpPr>
          <p:cNvPr id="7" name="Espaço Reservado para Data 6">
            <a:extLst>
              <a:ext uri="{FF2B5EF4-FFF2-40B4-BE49-F238E27FC236}">
                <a16:creationId xmlns:a16="http://schemas.microsoft.com/office/drawing/2014/main" id="{F991F941-2D53-CC10-7947-62237A245FE0}"/>
              </a:ext>
            </a:extLst>
          </p:cNvPr>
          <p:cNvSpPr>
            <a:spLocks noGrp="1"/>
          </p:cNvSpPr>
          <p:nvPr>
            <p:ph type="dt" sz="half" idx="14"/>
          </p:nvPr>
        </p:nvSpPr>
        <p:spPr>
          <a:xfrm>
            <a:off x="3076577" y="6492240"/>
            <a:ext cx="689944" cy="365760"/>
          </a:xfrm>
          <a:prstGeom prst="rect">
            <a:avLst/>
          </a:prstGeom>
        </p:spPr>
        <p:txBody>
          <a:bodyPr rtlCol="0"/>
          <a:lstStyle/>
          <a:p>
            <a:pPr rtl="0"/>
            <a:r>
              <a:rPr lang="en-US"/>
              <a:t>17/09/2025</a:t>
            </a:r>
            <a:endParaRPr lang="en-US" dirty="0"/>
          </a:p>
        </p:txBody>
      </p:sp>
      <p:sp>
        <p:nvSpPr>
          <p:cNvPr id="9" name="Espaço Reservado para o Número do Slide 8">
            <a:extLst>
              <a:ext uri="{FF2B5EF4-FFF2-40B4-BE49-F238E27FC236}">
                <a16:creationId xmlns:a16="http://schemas.microsoft.com/office/drawing/2014/main" id="{C1A2CCFF-14A7-08A8-4465-732CD8928728}"/>
              </a:ext>
            </a:extLst>
          </p:cNvPr>
          <p:cNvSpPr>
            <a:spLocks noGrp="1"/>
          </p:cNvSpPr>
          <p:nvPr>
            <p:ph type="sldNum" sz="quarter" idx="16"/>
          </p:nvPr>
        </p:nvSpPr>
        <p:spPr>
          <a:xfrm>
            <a:off x="3771906" y="6492240"/>
            <a:ext cx="628645" cy="365760"/>
          </a:xfrm>
          <a:prstGeom prst="rect">
            <a:avLst/>
          </a:prstGeom>
        </p:spPr>
        <p:txBody>
          <a:bodyPr rtlCol="0"/>
          <a:lstStyle/>
          <a:p>
            <a:pPr rtl="0"/>
            <a:fld id="{AEAA3239-9EA4-4A65-A281-97F994456D9F}" type="slidenum">
              <a:rPr lang="en-US" smtClean="0"/>
              <a:t>‹#›</a:t>
            </a:fld>
            <a:endParaRPr lang="en-US" dirty="0"/>
          </a:p>
        </p:txBody>
      </p:sp>
      <p:sp>
        <p:nvSpPr>
          <p:cNvPr id="35" name="Espaço Reservado para Imagem 34">
            <a:extLst>
              <a:ext uri="{FF2B5EF4-FFF2-40B4-BE49-F238E27FC236}">
                <a16:creationId xmlns:a16="http://schemas.microsoft.com/office/drawing/2014/main" id="{A08E6492-6236-5992-A07D-5116336E8427}"/>
              </a:ext>
            </a:extLst>
          </p:cNvPr>
          <p:cNvSpPr>
            <a:spLocks noGrp="1"/>
          </p:cNvSpPr>
          <p:nvPr>
            <p:ph type="pic" sz="quarter" idx="13" hasCustomPrompt="1"/>
          </p:nvPr>
        </p:nvSpPr>
        <p:spPr>
          <a:xfrm>
            <a:off x="5348910" y="0"/>
            <a:ext cx="6843089" cy="6858000"/>
          </a:xfrm>
          <a:custGeom>
            <a:avLst/>
            <a:gdLst>
              <a:gd name="connsiteX0" fmla="*/ 0 w 6843089"/>
              <a:gd name="connsiteY0" fmla="*/ 629614 h 6858000"/>
              <a:gd name="connsiteX1" fmla="*/ 6843089 w 6843089"/>
              <a:gd name="connsiteY1" fmla="*/ 629614 h 6858000"/>
              <a:gd name="connsiteX2" fmla="*/ 6843089 w 6843089"/>
              <a:gd name="connsiteY2" fmla="*/ 6858000 h 6858000"/>
              <a:gd name="connsiteX3" fmla="*/ 0 w 6843089"/>
              <a:gd name="connsiteY3" fmla="*/ 6858000 h 6858000"/>
              <a:gd name="connsiteX4" fmla="*/ 0 w 6843089"/>
              <a:gd name="connsiteY4" fmla="*/ 0 h 6858000"/>
              <a:gd name="connsiteX5" fmla="*/ 6843089 w 6843089"/>
              <a:gd name="connsiteY5" fmla="*/ 0 h 6858000"/>
              <a:gd name="connsiteX6" fmla="*/ 6843089 w 6843089"/>
              <a:gd name="connsiteY6" fmla="*/ 565606 h 6858000"/>
              <a:gd name="connsiteX7" fmla="*/ 0 w 6843089"/>
              <a:gd name="connsiteY7" fmla="*/ 56560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43089" h="6858000">
                <a:moveTo>
                  <a:pt x="0" y="629614"/>
                </a:moveTo>
                <a:lnTo>
                  <a:pt x="6843089" y="629614"/>
                </a:lnTo>
                <a:lnTo>
                  <a:pt x="6843089" y="6858000"/>
                </a:lnTo>
                <a:lnTo>
                  <a:pt x="0" y="6858000"/>
                </a:lnTo>
                <a:close/>
                <a:moveTo>
                  <a:pt x="0" y="0"/>
                </a:moveTo>
                <a:lnTo>
                  <a:pt x="6843089" y="0"/>
                </a:lnTo>
                <a:lnTo>
                  <a:pt x="6843089" y="565606"/>
                </a:lnTo>
                <a:lnTo>
                  <a:pt x="0" y="565606"/>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36" name="Retângulo 35">
            <a:extLst>
              <a:ext uri="{FF2B5EF4-FFF2-40B4-BE49-F238E27FC236}">
                <a16:creationId xmlns:a16="http://schemas.microsoft.com/office/drawing/2014/main" id="{AB9E1B0C-9687-1C2C-7103-072A38CFE3B8}"/>
              </a:ext>
            </a:extLst>
          </p:cNvPr>
          <p:cNvSpPr/>
          <p:nvPr/>
        </p:nvSpPr>
        <p:spPr>
          <a:xfrm>
            <a:off x="634030" y="565606"/>
            <a:ext cx="11557970"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84066391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ítulo com Imagem 5">
    <p:spTree>
      <p:nvGrpSpPr>
        <p:cNvPr id="1" name=""/>
        <p:cNvGrpSpPr/>
        <p:nvPr/>
      </p:nvGrpSpPr>
      <p:grpSpPr>
        <a:xfrm>
          <a:off x="0" y="0"/>
          <a:ext cx="0" cy="0"/>
          <a:chOff x="0" y="0"/>
          <a:chExt cx="0" cy="0"/>
        </a:xfrm>
      </p:grpSpPr>
      <p:sp>
        <p:nvSpPr>
          <p:cNvPr id="8" name="Título 7">
            <a:extLst>
              <a:ext uri="{FF2B5EF4-FFF2-40B4-BE49-F238E27FC236}">
                <a16:creationId xmlns:a16="http://schemas.microsoft.com/office/drawing/2014/main" id="{C79AA538-6584-1335-947D-99C9A0CA5A3D}"/>
              </a:ext>
            </a:extLst>
          </p:cNvPr>
          <p:cNvSpPr>
            <a:spLocks noGrp="1"/>
          </p:cNvSpPr>
          <p:nvPr>
            <p:ph type="title"/>
          </p:nvPr>
        </p:nvSpPr>
        <p:spPr>
          <a:xfrm>
            <a:off x="2128220" y="2689229"/>
            <a:ext cx="5101253" cy="3711571"/>
          </a:xfrm>
        </p:spPr>
        <p:txBody>
          <a:bodyPr rtlCol="0" anchor="b">
            <a:noAutofit/>
          </a:bodyPr>
          <a:lstStyle>
            <a:lvl1pPr>
              <a:defRPr sz="7200" cap="all" baseline="0"/>
            </a:lvl1pPr>
          </a:lstStyle>
          <a:p>
            <a:pPr rtl="0"/>
            <a:r>
              <a:rPr lang="pt-br"/>
              <a:t>Clique para editar o estilo de título Mestre</a:t>
            </a:r>
          </a:p>
        </p:txBody>
      </p:sp>
      <p:sp>
        <p:nvSpPr>
          <p:cNvPr id="11" name="Subtítulo 2">
            <a:extLst>
              <a:ext uri="{FF2B5EF4-FFF2-40B4-BE49-F238E27FC236}">
                <a16:creationId xmlns:a16="http://schemas.microsoft.com/office/drawing/2014/main" id="{0136D812-C006-B109-4529-F43530D92A6E}"/>
              </a:ext>
            </a:extLst>
          </p:cNvPr>
          <p:cNvSpPr>
            <a:spLocks noGrp="1"/>
          </p:cNvSpPr>
          <p:nvPr>
            <p:ph type="subTitle" idx="1"/>
          </p:nvPr>
        </p:nvSpPr>
        <p:spPr>
          <a:xfrm>
            <a:off x="533400" y="1016957"/>
            <a:ext cx="6685515" cy="731520"/>
          </a:xfrm>
          <a:prstGeom prst="rect">
            <a:avLst/>
          </a:prstGeom>
        </p:spPr>
        <p:txBody>
          <a:bodyPr vert="horz" lIns="91440" tIns="45720" rIns="91440" bIns="45720" rtlCol="0" anchor="t">
            <a:normAutofit/>
          </a:bodyPr>
          <a:lstStyle>
            <a:lvl1pPr marL="0" indent="0">
              <a:buNone/>
              <a:defRPr lang="en-US" sz="2000" b="1" i="0" dirty="0">
                <a:latin typeface="Arial" panose="020B0604020202020204" pitchFamily="34" charset="0"/>
                <a:cs typeface="Arial" panose="020B0604020202020204" pitchFamily="34" charset="0"/>
              </a:defRPr>
            </a:lvl1pPr>
          </a:lstStyle>
          <a:p>
            <a:pPr lvl="0" rtl="0"/>
            <a:r>
              <a:rPr lang="pt-br"/>
              <a:t>Clique para editar o estilo de subtítulo Mestre</a:t>
            </a:r>
            <a:endParaRPr lang="en-US" dirty="0"/>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533400" y="6477000"/>
            <a:ext cx="4815506" cy="381001"/>
          </a:xfrm>
          <a:prstGeom prst="rect">
            <a:avLst/>
          </a:prstGeom>
        </p:spPr>
        <p:txBody>
          <a:bodyPr rtlCol="0"/>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5343525" y="6476999"/>
            <a:ext cx="1212771" cy="381001"/>
          </a:xfrm>
          <a:prstGeom prst="rect">
            <a:avLst/>
          </a:prstGeom>
        </p:spPr>
        <p:txBody>
          <a:bodyPr rtlCol="0"/>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6561689" y="6477000"/>
            <a:ext cx="657226" cy="381001"/>
          </a:xfrm>
          <a:prstGeom prst="rect">
            <a:avLst/>
          </a:prstGeom>
        </p:spPr>
        <p:txBody>
          <a:bodyPr rtlCol="0"/>
          <a:lstStyle/>
          <a:p>
            <a:pPr rtl="0"/>
            <a:fld id="{AEAA3239-9EA4-4A65-A281-97F994456D9F}" type="slidenum">
              <a:rPr lang="en-US" smtClean="0"/>
              <a:t>‹#›</a:t>
            </a:fld>
            <a:endParaRPr lang="en-US" dirty="0"/>
          </a:p>
        </p:txBody>
      </p:sp>
      <p:sp>
        <p:nvSpPr>
          <p:cNvPr id="38" name="Espaço Reservado para Imagem 37">
            <a:extLst>
              <a:ext uri="{FF2B5EF4-FFF2-40B4-BE49-F238E27FC236}">
                <a16:creationId xmlns:a16="http://schemas.microsoft.com/office/drawing/2014/main" id="{64E68E40-D2D1-8DA8-1BBA-34E89F479DF7}"/>
              </a:ext>
            </a:extLst>
          </p:cNvPr>
          <p:cNvSpPr>
            <a:spLocks noGrp="1"/>
          </p:cNvSpPr>
          <p:nvPr>
            <p:ph type="pic" sz="quarter" idx="13" hasCustomPrompt="1"/>
          </p:nvPr>
        </p:nvSpPr>
        <p:spPr>
          <a:xfrm>
            <a:off x="7786070" y="-2"/>
            <a:ext cx="4405930" cy="6858001"/>
          </a:xfrm>
          <a:custGeom>
            <a:avLst/>
            <a:gdLst>
              <a:gd name="connsiteX0" fmla="*/ 0 w 4405930"/>
              <a:gd name="connsiteY0" fmla="*/ 0 h 6858001"/>
              <a:gd name="connsiteX1" fmla="*/ 4405930 w 4405930"/>
              <a:gd name="connsiteY1" fmla="*/ 0 h 6858001"/>
              <a:gd name="connsiteX2" fmla="*/ 4405930 w 4405930"/>
              <a:gd name="connsiteY2" fmla="*/ 6858001 h 6858001"/>
              <a:gd name="connsiteX3" fmla="*/ 0 w 4405930"/>
              <a:gd name="connsiteY3" fmla="*/ 6858001 h 6858001"/>
              <a:gd name="connsiteX4" fmla="*/ 0 w 4405930"/>
              <a:gd name="connsiteY4" fmla="*/ 632310 h 6858001"/>
              <a:gd name="connsiteX5" fmla="*/ 4405929 w 4405930"/>
              <a:gd name="connsiteY5" fmla="*/ 632310 h 6858001"/>
              <a:gd name="connsiteX6" fmla="*/ 4405929 w 4405930"/>
              <a:gd name="connsiteY6" fmla="*/ 568302 h 6858001"/>
              <a:gd name="connsiteX7" fmla="*/ 0 w 4405930"/>
              <a:gd name="connsiteY7" fmla="*/ 568302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405930" h="6858001">
                <a:moveTo>
                  <a:pt x="0" y="0"/>
                </a:moveTo>
                <a:lnTo>
                  <a:pt x="4405930" y="0"/>
                </a:lnTo>
                <a:lnTo>
                  <a:pt x="4405930" y="6858001"/>
                </a:lnTo>
                <a:lnTo>
                  <a:pt x="0" y="6858001"/>
                </a:lnTo>
                <a:lnTo>
                  <a:pt x="0" y="632310"/>
                </a:lnTo>
                <a:lnTo>
                  <a:pt x="4405929" y="632310"/>
                </a:lnTo>
                <a:lnTo>
                  <a:pt x="4405929" y="568302"/>
                </a:lnTo>
                <a:lnTo>
                  <a:pt x="0" y="568302"/>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39" name="Retângulo 38">
            <a:extLst>
              <a:ext uri="{FF2B5EF4-FFF2-40B4-BE49-F238E27FC236}">
                <a16:creationId xmlns:a16="http://schemas.microsoft.com/office/drawing/2014/main" id="{031C6569-302F-A491-577D-85BBD3AFD160}"/>
              </a:ext>
            </a:extLst>
          </p:cNvPr>
          <p:cNvSpPr/>
          <p:nvPr/>
        </p:nvSpPr>
        <p:spPr>
          <a:xfrm>
            <a:off x="634034" y="568300"/>
            <a:ext cx="11557965" cy="6400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592959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ítulo com Imagem 6">
    <p:bg>
      <p:bgPr>
        <a:solidFill>
          <a:schemeClr val="bg1"/>
        </a:solidFill>
        <a:effectLst/>
      </p:bgPr>
    </p:bg>
    <p:spTree>
      <p:nvGrpSpPr>
        <p:cNvPr id="1" name=""/>
        <p:cNvGrpSpPr/>
        <p:nvPr/>
      </p:nvGrpSpPr>
      <p:grpSpPr>
        <a:xfrm>
          <a:off x="0" y="0"/>
          <a:ext cx="0" cy="0"/>
          <a:chOff x="0" y="0"/>
          <a:chExt cx="0" cy="0"/>
        </a:xfrm>
      </p:grpSpPr>
      <p:sp>
        <p:nvSpPr>
          <p:cNvPr id="45" name="Retângulo 44">
            <a:extLst>
              <a:ext uri="{FF2B5EF4-FFF2-40B4-BE49-F238E27FC236}">
                <a16:creationId xmlns:a16="http://schemas.microsoft.com/office/drawing/2014/main" id="{528339C4-3F0B-4FDE-331F-F8029E9A43FE}"/>
              </a:ext>
            </a:extLst>
          </p:cNvPr>
          <p:cNvSpPr/>
          <p:nvPr/>
        </p:nvSpPr>
        <p:spPr>
          <a:xfrm>
            <a:off x="0" y="0"/>
            <a:ext cx="7786069"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9" name="Título 8">
            <a:extLst>
              <a:ext uri="{FF2B5EF4-FFF2-40B4-BE49-F238E27FC236}">
                <a16:creationId xmlns:a16="http://schemas.microsoft.com/office/drawing/2014/main" id="{0BC36425-FDF2-F5CF-6A47-6FF03D432E73}"/>
              </a:ext>
            </a:extLst>
          </p:cNvPr>
          <p:cNvSpPr>
            <a:spLocks noGrp="1"/>
          </p:cNvSpPr>
          <p:nvPr>
            <p:ph type="title"/>
          </p:nvPr>
        </p:nvSpPr>
        <p:spPr>
          <a:xfrm>
            <a:off x="1571624" y="1016955"/>
            <a:ext cx="5657849" cy="2980050"/>
          </a:xfrm>
        </p:spPr>
        <p:txBody>
          <a:bodyPr rtlCol="0">
            <a:noAutofit/>
          </a:bodyPr>
          <a:lstStyle>
            <a:lvl1pPr>
              <a:defRPr sz="7200" cap="all" baseline="0">
                <a:solidFill>
                  <a:schemeClr val="bg1"/>
                </a:solidFill>
              </a:defRPr>
            </a:lvl1pPr>
          </a:lstStyle>
          <a:p>
            <a:pPr rtl="0"/>
            <a:r>
              <a:rPr lang="pt-br"/>
              <a:t>Clique para editar o estilo de título Mestre</a:t>
            </a:r>
          </a:p>
        </p:txBody>
      </p:sp>
      <p:sp>
        <p:nvSpPr>
          <p:cNvPr id="13" name="Subtítulo 2">
            <a:extLst>
              <a:ext uri="{FF2B5EF4-FFF2-40B4-BE49-F238E27FC236}">
                <a16:creationId xmlns:a16="http://schemas.microsoft.com/office/drawing/2014/main" id="{2100EADD-FAC0-B5A1-CE0F-C7DBBBB19153}"/>
              </a:ext>
            </a:extLst>
          </p:cNvPr>
          <p:cNvSpPr>
            <a:spLocks noGrp="1"/>
          </p:cNvSpPr>
          <p:nvPr>
            <p:ph type="subTitle" idx="1"/>
          </p:nvPr>
        </p:nvSpPr>
        <p:spPr>
          <a:xfrm>
            <a:off x="3457574" y="5013960"/>
            <a:ext cx="3761341" cy="842323"/>
          </a:xfrm>
          <a:prstGeom prst="rect">
            <a:avLst/>
          </a:prstGeom>
        </p:spPr>
        <p:txBody>
          <a:bodyPr vert="horz" lIns="91440" tIns="45720" rIns="91440" bIns="45720" rtlCol="0" anchor="b">
            <a:normAutofit/>
          </a:bodyPr>
          <a:lstStyle>
            <a:lvl1pPr marL="0" indent="0">
              <a:buNone/>
              <a:defRPr lang="en-US" sz="2000" b="1" i="0" dirty="0">
                <a:solidFill>
                  <a:schemeClr val="bg1"/>
                </a:solidFill>
                <a:latin typeface="Arial" panose="020B0604020202020204" pitchFamily="34" charset="0"/>
                <a:cs typeface="Arial" panose="020B0604020202020204" pitchFamily="34" charset="0"/>
              </a:defRPr>
            </a:lvl1pPr>
          </a:lstStyle>
          <a:p>
            <a:pPr lvl="0" rtl="0"/>
            <a:r>
              <a:rPr lang="pt-br"/>
              <a:t>Clique para editar o estilo de subtítulo Mestre</a:t>
            </a:r>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533400" y="6477000"/>
            <a:ext cx="4815506" cy="381001"/>
          </a:xfrm>
          <a:prstGeom prst="rect">
            <a:avLst/>
          </a:prstGeom>
        </p:spPr>
        <p:txBody>
          <a:bodyPr rtlCol="0"/>
          <a:lstStyle>
            <a:lvl1pPr>
              <a:defRPr>
                <a:solidFill>
                  <a:schemeClr val="bg1"/>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5343525" y="6476999"/>
            <a:ext cx="1212771" cy="381001"/>
          </a:xfrm>
          <a:prstGeom prst="rect">
            <a:avLst/>
          </a:prstGeom>
        </p:spPr>
        <p:txBody>
          <a:bodyPr rtlCol="0"/>
          <a:lstStyle>
            <a:lvl1pPr>
              <a:defRPr>
                <a:solidFill>
                  <a:schemeClr val="bg1"/>
                </a:solidFill>
              </a:defRPr>
            </a:lvl1pPr>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6561689" y="6477000"/>
            <a:ext cx="657226" cy="381001"/>
          </a:xfrm>
          <a:prstGeom prst="rect">
            <a:avLst/>
          </a:prstGeom>
        </p:spPr>
        <p:txBody>
          <a:bodyPr rtlCol="0"/>
          <a:lstStyle>
            <a:lvl1pPr>
              <a:defRPr>
                <a:solidFill>
                  <a:schemeClr val="bg1"/>
                </a:solidFill>
              </a:defRPr>
            </a:lvl1pPr>
          </a:lstStyle>
          <a:p>
            <a:pPr rtl="0"/>
            <a:fld id="{AEAA3239-9EA4-4A65-A281-97F994456D9F}" type="slidenum">
              <a:rPr lang="en-US" smtClean="0"/>
              <a:pPr/>
              <a:t>‹#›</a:t>
            </a:fld>
            <a:endParaRPr lang="en-US" dirty="0"/>
          </a:p>
        </p:txBody>
      </p:sp>
      <p:sp>
        <p:nvSpPr>
          <p:cNvPr id="44" name="Espaço Reservado para Imagem 43">
            <a:extLst>
              <a:ext uri="{FF2B5EF4-FFF2-40B4-BE49-F238E27FC236}">
                <a16:creationId xmlns:a16="http://schemas.microsoft.com/office/drawing/2014/main" id="{B02236DF-7EF5-6F1F-81E2-5FBB5F770DDA}"/>
              </a:ext>
            </a:extLst>
          </p:cNvPr>
          <p:cNvSpPr>
            <a:spLocks noGrp="1"/>
          </p:cNvSpPr>
          <p:nvPr>
            <p:ph type="pic" sz="quarter" idx="13" hasCustomPrompt="1"/>
          </p:nvPr>
        </p:nvSpPr>
        <p:spPr>
          <a:xfrm>
            <a:off x="7786070" y="0"/>
            <a:ext cx="4405930" cy="6858000"/>
          </a:xfrm>
          <a:custGeom>
            <a:avLst/>
            <a:gdLst>
              <a:gd name="connsiteX0" fmla="*/ 0 w 4405930"/>
              <a:gd name="connsiteY0" fmla="*/ 0 h 6858000"/>
              <a:gd name="connsiteX1" fmla="*/ 4405930 w 4405930"/>
              <a:gd name="connsiteY1" fmla="*/ 0 h 6858000"/>
              <a:gd name="connsiteX2" fmla="*/ 4405930 w 4405930"/>
              <a:gd name="connsiteY2" fmla="*/ 6858000 h 6858000"/>
              <a:gd name="connsiteX3" fmla="*/ 0 w 4405930"/>
              <a:gd name="connsiteY3" fmla="*/ 6858000 h 6858000"/>
              <a:gd name="connsiteX4" fmla="*/ 0 w 4405930"/>
              <a:gd name="connsiteY4" fmla="*/ 6223002 h 6858000"/>
              <a:gd name="connsiteX5" fmla="*/ 4405929 w 4405930"/>
              <a:gd name="connsiteY5" fmla="*/ 6223002 h 6858000"/>
              <a:gd name="connsiteX6" fmla="*/ 4405929 w 4405930"/>
              <a:gd name="connsiteY6" fmla="*/ 6158994 h 6858000"/>
              <a:gd name="connsiteX7" fmla="*/ 0 w 4405930"/>
              <a:gd name="connsiteY7" fmla="*/ 615899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405930" h="6858000">
                <a:moveTo>
                  <a:pt x="0" y="0"/>
                </a:moveTo>
                <a:lnTo>
                  <a:pt x="4405930" y="0"/>
                </a:lnTo>
                <a:lnTo>
                  <a:pt x="4405930" y="6858000"/>
                </a:lnTo>
                <a:lnTo>
                  <a:pt x="0" y="6858000"/>
                </a:lnTo>
                <a:lnTo>
                  <a:pt x="0" y="6223002"/>
                </a:lnTo>
                <a:lnTo>
                  <a:pt x="4405929" y="6223002"/>
                </a:lnTo>
                <a:lnTo>
                  <a:pt x="4405929" y="6158994"/>
                </a:lnTo>
                <a:lnTo>
                  <a:pt x="0" y="6158994"/>
                </a:lnTo>
                <a:close/>
              </a:path>
            </a:pathLst>
          </a:custGeom>
          <a:blipFill>
            <a:blip r:embed="rId2">
              <a:alphaModFix amt="60000"/>
            </a:blip>
            <a:stretch>
              <a:fillRect/>
            </a:stretch>
          </a:blipFill>
        </p:spPr>
        <p:txBody>
          <a:bodyPr wrap="square" rtlCol="0">
            <a:noAutofit/>
          </a:bodyPr>
          <a:lstStyle>
            <a:lvl1pPr marL="0" indent="0">
              <a:buNone/>
              <a:defRPr/>
            </a:lvl1pPr>
          </a:lstStyle>
          <a:p>
            <a:pPr rtl="0"/>
            <a:r>
              <a:rPr lang="pt-br"/>
              <a:t> </a:t>
            </a:r>
          </a:p>
        </p:txBody>
      </p:sp>
      <p:sp>
        <p:nvSpPr>
          <p:cNvPr id="8" name="Forma Livre 7">
            <a:extLst>
              <a:ext uri="{FF2B5EF4-FFF2-40B4-BE49-F238E27FC236}">
                <a16:creationId xmlns:a16="http://schemas.microsoft.com/office/drawing/2014/main" id="{1ED591FA-7D43-29EE-BFC3-BBC766B4EE45}"/>
              </a:ext>
            </a:extLst>
          </p:cNvPr>
          <p:cNvSpPr/>
          <p:nvPr userDrawn="1"/>
        </p:nvSpPr>
        <p:spPr>
          <a:xfrm>
            <a:off x="3457574" y="6158994"/>
            <a:ext cx="4328495" cy="64006"/>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3213787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ítulo com Imagem 7">
    <p:bg>
      <p:bgPr>
        <a:solidFill>
          <a:schemeClr val="tx2"/>
        </a:solidFill>
        <a:effectLst/>
      </p:bgPr>
    </p:bg>
    <p:spTree>
      <p:nvGrpSpPr>
        <p:cNvPr id="1" name=""/>
        <p:cNvGrpSpPr/>
        <p:nvPr/>
      </p:nvGrpSpPr>
      <p:grpSpPr>
        <a:xfrm>
          <a:off x="0" y="0"/>
          <a:ext cx="0" cy="0"/>
          <a:chOff x="0" y="0"/>
          <a:chExt cx="0" cy="0"/>
        </a:xfrm>
      </p:grpSpPr>
      <p:sp>
        <p:nvSpPr>
          <p:cNvPr id="8" name="Título 7">
            <a:extLst>
              <a:ext uri="{FF2B5EF4-FFF2-40B4-BE49-F238E27FC236}">
                <a16:creationId xmlns:a16="http://schemas.microsoft.com/office/drawing/2014/main" id="{4AC4AA71-4D00-C504-86D1-E003D9A4DEDF}"/>
              </a:ext>
            </a:extLst>
          </p:cNvPr>
          <p:cNvSpPr>
            <a:spLocks noGrp="1"/>
          </p:cNvSpPr>
          <p:nvPr>
            <p:ph type="title"/>
          </p:nvPr>
        </p:nvSpPr>
        <p:spPr>
          <a:xfrm>
            <a:off x="1447800" y="3623950"/>
            <a:ext cx="7275859" cy="2395850"/>
          </a:xfrm>
        </p:spPr>
        <p:txBody>
          <a:bodyPr rtlCol="0" anchor="b">
            <a:noAutofit/>
          </a:bodyPr>
          <a:lstStyle>
            <a:lvl1pPr>
              <a:defRPr sz="7200" cap="all" baseline="0">
                <a:solidFill>
                  <a:schemeClr val="bg1"/>
                </a:solidFill>
              </a:defRPr>
            </a:lvl1pPr>
          </a:lstStyle>
          <a:p>
            <a:pPr rtl="0"/>
            <a:r>
              <a:rPr lang="pt-br"/>
              <a:t>Clique para editar o estilo de título Mestre</a:t>
            </a:r>
          </a:p>
        </p:txBody>
      </p:sp>
      <p:sp>
        <p:nvSpPr>
          <p:cNvPr id="3" name="Subtítulo 2">
            <a:extLst>
              <a:ext uri="{FF2B5EF4-FFF2-40B4-BE49-F238E27FC236}">
                <a16:creationId xmlns:a16="http://schemas.microsoft.com/office/drawing/2014/main" id="{2BDC76B8-60F6-62D3-9F73-E81662203017}"/>
              </a:ext>
            </a:extLst>
          </p:cNvPr>
          <p:cNvSpPr>
            <a:spLocks noGrp="1"/>
          </p:cNvSpPr>
          <p:nvPr>
            <p:ph type="subTitle" idx="1"/>
          </p:nvPr>
        </p:nvSpPr>
        <p:spPr>
          <a:xfrm>
            <a:off x="9110042" y="4728526"/>
            <a:ext cx="2548557" cy="1127758"/>
          </a:xfrm>
          <a:prstGeom prst="rect">
            <a:avLst/>
          </a:prstGeom>
        </p:spPr>
        <p:txBody>
          <a:bodyPr rtlCol="0" anchor="b">
            <a:normAutofit/>
          </a:bodyPr>
          <a:lstStyle>
            <a:lvl1pPr marL="0" indent="0" algn="r">
              <a:buNone/>
              <a:defRPr sz="2000" b="1" i="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pt-br"/>
              <a:t>Clique para editar o estilo de subtítulo Mestre</a:t>
            </a:r>
            <a:endParaRPr lang="en-US" dirty="0"/>
          </a:p>
        </p:txBody>
      </p:sp>
      <p:sp>
        <p:nvSpPr>
          <p:cNvPr id="35" name="Espaço Reservado para Imagem 34">
            <a:extLst>
              <a:ext uri="{FF2B5EF4-FFF2-40B4-BE49-F238E27FC236}">
                <a16:creationId xmlns:a16="http://schemas.microsoft.com/office/drawing/2014/main" id="{B9064727-BADB-A389-B86C-8631998C0849}"/>
              </a:ext>
            </a:extLst>
          </p:cNvPr>
          <p:cNvSpPr>
            <a:spLocks noGrp="1"/>
          </p:cNvSpPr>
          <p:nvPr>
            <p:ph type="pic" sz="quarter" idx="13" hasCustomPrompt="1"/>
          </p:nvPr>
        </p:nvSpPr>
        <p:spPr>
          <a:xfrm>
            <a:off x="1571624" y="-1"/>
            <a:ext cx="10620375" cy="3242950"/>
          </a:xfrm>
          <a:blipFill dpi="0" rotWithShape="1">
            <a:blip r:embed="rId2">
              <a:alphaModFix amt="60000"/>
            </a:blip>
            <a:srcRect/>
            <a:stretch>
              <a:fillRect/>
            </a:stretch>
          </a:blipFill>
        </p:spPr>
        <p:txBody>
          <a:bodyPr rtlCol="0"/>
          <a:lstStyle>
            <a:lvl1pPr marL="0" indent="0">
              <a:buNone/>
              <a:defRPr/>
            </a:lvl1pPr>
          </a:lstStyle>
          <a:p>
            <a:pPr rtl="0"/>
            <a:r>
              <a:rPr lang="pt-br"/>
              <a:t> </a:t>
            </a:r>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533400" y="6477000"/>
            <a:ext cx="8576636" cy="381001"/>
          </a:xfrm>
          <a:prstGeom prst="rect">
            <a:avLst/>
          </a:prstGeom>
        </p:spPr>
        <p:txBody>
          <a:bodyPr rtlCol="0"/>
          <a:lstStyle>
            <a:lvl1pPr>
              <a:defRPr>
                <a:solidFill>
                  <a:schemeClr val="bg1"/>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9110037" y="6476999"/>
            <a:ext cx="1885950" cy="381001"/>
          </a:xfrm>
          <a:prstGeom prst="rect">
            <a:avLst/>
          </a:prstGeom>
        </p:spPr>
        <p:txBody>
          <a:bodyPr rtlCol="0"/>
          <a:lstStyle>
            <a:lvl1pPr>
              <a:defRPr>
                <a:solidFill>
                  <a:schemeClr val="bg1"/>
                </a:solidFill>
              </a:defRPr>
            </a:lvl1pPr>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9" y="6477000"/>
            <a:ext cx="657226" cy="381001"/>
          </a:xfrm>
          <a:prstGeom prst="rect">
            <a:avLst/>
          </a:prstGeom>
        </p:spPr>
        <p:txBody>
          <a:bodyPr rtlCol="0"/>
          <a:lstStyle>
            <a:lvl1pPr>
              <a:defRPr>
                <a:solidFill>
                  <a:schemeClr val="bg1"/>
                </a:solidFill>
              </a:defRPr>
            </a:lvl1pPr>
          </a:lstStyle>
          <a:p>
            <a:pPr rtl="0"/>
            <a:fld id="{AEAA3239-9EA4-4A65-A281-97F994456D9F}" type="slidenum">
              <a:rPr lang="en-US" smtClean="0"/>
              <a:pPr/>
              <a:t>‹#›</a:t>
            </a:fld>
            <a:endParaRPr lang="en-US" dirty="0"/>
          </a:p>
        </p:txBody>
      </p:sp>
      <p:sp>
        <p:nvSpPr>
          <p:cNvPr id="10" name="Forma Livre 9">
            <a:extLst>
              <a:ext uri="{FF2B5EF4-FFF2-40B4-BE49-F238E27FC236}">
                <a16:creationId xmlns:a16="http://schemas.microsoft.com/office/drawing/2014/main" id="{8DFF3827-CD62-4A14-DFBC-0250A91ECBC5}"/>
              </a:ext>
            </a:extLst>
          </p:cNvPr>
          <p:cNvSpPr/>
          <p:nvPr/>
        </p:nvSpPr>
        <p:spPr>
          <a:xfrm>
            <a:off x="9110042" y="6167560"/>
            <a:ext cx="3085896" cy="64006"/>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
        <p:nvSpPr>
          <p:cNvPr id="36" name="Forma Livre 35">
            <a:extLst>
              <a:ext uri="{FF2B5EF4-FFF2-40B4-BE49-F238E27FC236}">
                <a16:creationId xmlns:a16="http://schemas.microsoft.com/office/drawing/2014/main" id="{B46863E6-656C-574C-DA91-23C8D30CE998}"/>
              </a:ext>
            </a:extLst>
          </p:cNvPr>
          <p:cNvSpPr/>
          <p:nvPr/>
        </p:nvSpPr>
        <p:spPr>
          <a:xfrm>
            <a:off x="1571623" y="6167558"/>
            <a:ext cx="7543799"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435775371"/>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abeçalho da Seção">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533400" y="1143000"/>
            <a:ext cx="8576636" cy="5271008"/>
          </a:xfrm>
          <a:prstGeom prst="rect">
            <a:avLst/>
          </a:prstGeom>
        </p:spPr>
        <p:txBody>
          <a:bodyPr vert="horz" lIns="91440" tIns="45720" rIns="91440" bIns="45720" rtlCol="0" anchor="b">
            <a:normAutofit/>
          </a:bodyPr>
          <a:lstStyle>
            <a:lvl1pPr>
              <a:defRPr lang="en-US" sz="7200" cap="all" baseline="0" dirty="0">
                <a:solidFill>
                  <a:schemeClr val="bg2"/>
                </a:solidFill>
              </a:defRPr>
            </a:lvl1pPr>
          </a:lstStyle>
          <a:p>
            <a:pPr lvl="0" rtl="0"/>
            <a:r>
              <a:rPr lang="pt-br"/>
              <a:t>CABEÇALHO DA SEÇÃO</a:t>
            </a:r>
          </a:p>
        </p:txBody>
      </p:sp>
      <p:sp>
        <p:nvSpPr>
          <p:cNvPr id="5" name="Espaço Reservado para Rodapé 4">
            <a:extLst>
              <a:ext uri="{FF2B5EF4-FFF2-40B4-BE49-F238E27FC236}">
                <a16:creationId xmlns:a16="http://schemas.microsoft.com/office/drawing/2014/main" id="{5B407A58-3351-E479-1A0C-2FF49FA42707}"/>
              </a:ext>
            </a:extLst>
          </p:cNvPr>
          <p:cNvSpPr>
            <a:spLocks noGrp="1"/>
          </p:cNvSpPr>
          <p:nvPr>
            <p:ph type="ftr" sz="quarter" idx="11"/>
          </p:nvPr>
        </p:nvSpPr>
        <p:spPr>
          <a:xfrm>
            <a:off x="533400" y="6492240"/>
            <a:ext cx="8576636" cy="365760"/>
          </a:xfrm>
          <a:prstGeom prst="rect">
            <a:avLst/>
          </a:prstGeom>
        </p:spPr>
        <p:txBody>
          <a:bodyPr rtlCol="0"/>
          <a:lstStyle>
            <a:lvl1pPr>
              <a:defRPr>
                <a:solidFill>
                  <a:schemeClr val="bg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EAE2DAFA-435E-AAF9-8B67-495E5AFDCD91}"/>
              </a:ext>
            </a:extLst>
          </p:cNvPr>
          <p:cNvSpPr>
            <a:spLocks noGrp="1"/>
          </p:cNvSpPr>
          <p:nvPr>
            <p:ph type="dt" sz="half" idx="10"/>
          </p:nvPr>
        </p:nvSpPr>
        <p:spPr>
          <a:xfrm>
            <a:off x="9110041" y="6492240"/>
            <a:ext cx="1891337" cy="365760"/>
          </a:xfrm>
          <a:prstGeom prst="rect">
            <a:avLst/>
          </a:prstGeom>
        </p:spPr>
        <p:txBody>
          <a:bodyPr rtlCol="0"/>
          <a:lstStyle>
            <a:lvl1pPr>
              <a:defRPr>
                <a:solidFill>
                  <a:schemeClr val="bg2"/>
                </a:solidFill>
              </a:defRPr>
            </a:lvl1pPr>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8" y="6492240"/>
            <a:ext cx="657222" cy="365760"/>
          </a:xfrm>
          <a:prstGeom prst="rect">
            <a:avLst/>
          </a:prstGeom>
        </p:spPr>
        <p:txBody>
          <a:bodyPr rtlCol="0"/>
          <a:lstStyle>
            <a:lvl1pPr>
              <a:defRPr>
                <a:solidFill>
                  <a:schemeClr val="bg2"/>
                </a:solidFill>
              </a:defRPr>
            </a:lvl1pPr>
          </a:lstStyle>
          <a:p>
            <a:pPr rtl="0"/>
            <a:fld id="{AEAA3239-9EA4-4A65-A281-97F994456D9F}" type="slidenum">
              <a:rPr lang="en-US" smtClean="0"/>
              <a:pPr/>
              <a:t>‹#›</a:t>
            </a:fld>
            <a:endParaRPr lang="en-US" dirty="0"/>
          </a:p>
        </p:txBody>
      </p:sp>
      <p:sp>
        <p:nvSpPr>
          <p:cNvPr id="32" name="Retângulo 31">
            <a:extLst>
              <a:ext uri="{FF2B5EF4-FFF2-40B4-BE49-F238E27FC236}">
                <a16:creationId xmlns:a16="http://schemas.microsoft.com/office/drawing/2014/main" id="{15F1B314-6B95-45EC-8168-CEA297F1BD40}"/>
              </a:ext>
            </a:extLst>
          </p:cNvPr>
          <p:cNvSpPr/>
          <p:nvPr/>
        </p:nvSpPr>
        <p:spPr>
          <a:xfrm>
            <a:off x="634029" y="570037"/>
            <a:ext cx="8476007" cy="6154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33" name="Retângulo 32">
            <a:extLst>
              <a:ext uri="{FF2B5EF4-FFF2-40B4-BE49-F238E27FC236}">
                <a16:creationId xmlns:a16="http://schemas.microsoft.com/office/drawing/2014/main" id="{D4E8A7FA-CBEB-E74B-AC79-5D830DAFC993}"/>
              </a:ext>
            </a:extLst>
          </p:cNvPr>
          <p:cNvSpPr/>
          <p:nvPr/>
        </p:nvSpPr>
        <p:spPr>
          <a:xfrm>
            <a:off x="9110036" y="570037"/>
            <a:ext cx="3081964" cy="6154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94318152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33" name="Retângulo 32">
            <a:extLst>
              <a:ext uri="{FF2B5EF4-FFF2-40B4-BE49-F238E27FC236}">
                <a16:creationId xmlns:a16="http://schemas.microsoft.com/office/drawing/2014/main" id="{BAE97C67-C2EB-5515-0FDC-A535220C9DF0}"/>
              </a:ext>
            </a:extLst>
          </p:cNvPr>
          <p:cNvSpPr/>
          <p:nvPr/>
        </p:nvSpPr>
        <p:spPr>
          <a:xfrm>
            <a:off x="9110035" y="0"/>
            <a:ext cx="308196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2" name="Título 1">
            <a:extLst>
              <a:ext uri="{FF2B5EF4-FFF2-40B4-BE49-F238E27FC236}">
                <a16:creationId xmlns:a16="http://schemas.microsoft.com/office/drawing/2014/main" id="{4E4019F8-742E-9EEF-F591-C9666AC32AF1}"/>
              </a:ext>
            </a:extLst>
          </p:cNvPr>
          <p:cNvSpPr>
            <a:spLocks noGrp="1"/>
          </p:cNvSpPr>
          <p:nvPr>
            <p:ph type="title" hasCustomPrompt="1"/>
          </p:nvPr>
        </p:nvSpPr>
        <p:spPr>
          <a:xfrm>
            <a:off x="533399" y="1016955"/>
            <a:ext cx="8195646" cy="1127758"/>
          </a:xfrm>
          <a:prstGeom prst="rect">
            <a:avLst/>
          </a:prstGeom>
        </p:spPr>
        <p:txBody>
          <a:bodyPr rtlCol="0" anchor="t">
            <a:normAutofit/>
          </a:bodyPr>
          <a:lstStyle>
            <a:lvl1pPr>
              <a:defRPr sz="7200" cap="all" baseline="0"/>
            </a:lvl1pPr>
          </a:lstStyle>
          <a:p>
            <a:pPr rtl="0"/>
            <a:r>
              <a:rPr lang="pt-br"/>
              <a:t>AGENDA</a:t>
            </a:r>
          </a:p>
        </p:txBody>
      </p:sp>
      <p:sp>
        <p:nvSpPr>
          <p:cNvPr id="7" name="Espaço Reservado para Conteúdo 6">
            <a:extLst>
              <a:ext uri="{FF2B5EF4-FFF2-40B4-BE49-F238E27FC236}">
                <a16:creationId xmlns:a16="http://schemas.microsoft.com/office/drawing/2014/main" id="{28C8B19A-6FC1-2B71-0BFB-9274CBF396B9}"/>
              </a:ext>
            </a:extLst>
          </p:cNvPr>
          <p:cNvSpPr>
            <a:spLocks noGrp="1"/>
          </p:cNvSpPr>
          <p:nvPr>
            <p:ph sz="quarter" idx="13"/>
          </p:nvPr>
        </p:nvSpPr>
        <p:spPr>
          <a:xfrm>
            <a:off x="533399" y="2510472"/>
            <a:ext cx="8190496" cy="3966527"/>
          </a:xfrm>
          <a:prstGeom prst="rect">
            <a:avLst/>
          </a:prstGeom>
        </p:spPr>
        <p:txBody>
          <a:bodyPr rtlCol="0">
            <a:normAutofit/>
          </a:bodyPr>
          <a:lstStyle>
            <a:lvl1pPr marL="457200" indent="-457200">
              <a:lnSpc>
                <a:spcPct val="150000"/>
              </a:lnSpc>
              <a:spcBef>
                <a:spcPts val="0"/>
              </a:spcBef>
              <a:buFont typeface="+mj-lt"/>
              <a:buAutoNum type="arabicPeriod"/>
              <a:defRPr sz="2000"/>
            </a:lvl1pPr>
            <a:lvl2pPr marL="685800" indent="-457200">
              <a:lnSpc>
                <a:spcPct val="150000"/>
              </a:lnSpc>
              <a:spcBef>
                <a:spcPts val="0"/>
              </a:spcBef>
              <a:buFont typeface="+mj-lt"/>
              <a:buAutoNum type="arabicPeriod"/>
              <a:defRPr sz="2000"/>
            </a:lvl2pPr>
            <a:lvl3pPr marL="800100" indent="-342900">
              <a:lnSpc>
                <a:spcPct val="150000"/>
              </a:lnSpc>
              <a:spcBef>
                <a:spcPts val="0"/>
              </a:spcBef>
              <a:buFont typeface="+mj-lt"/>
              <a:buAutoNum type="arabicPeriod"/>
              <a:defRPr sz="2000"/>
            </a:lvl3pPr>
            <a:lvl4pPr marL="1028700" indent="-342900">
              <a:lnSpc>
                <a:spcPct val="150000"/>
              </a:lnSpc>
              <a:spcBef>
                <a:spcPts val="0"/>
              </a:spcBef>
              <a:buFont typeface="+mj-lt"/>
              <a:buAutoNum type="arabicPeriod"/>
              <a:defRPr sz="2000"/>
            </a:lvl4pPr>
            <a:lvl5pPr marL="1257300" indent="-342900">
              <a:lnSpc>
                <a:spcPct val="150000"/>
              </a:lnSpc>
              <a:spcBef>
                <a:spcPts val="0"/>
              </a:spcBef>
              <a:buFont typeface="+mj-lt"/>
              <a:buAutoNum type="arabicPeriod"/>
              <a:defRPr sz="2000"/>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4" name="Espaço Reservado para Rodapé 3">
            <a:extLst>
              <a:ext uri="{FF2B5EF4-FFF2-40B4-BE49-F238E27FC236}">
                <a16:creationId xmlns:a16="http://schemas.microsoft.com/office/drawing/2014/main" id="{0B12CFE6-D05E-5478-B3A4-81DC4DCD7410}"/>
              </a:ext>
            </a:extLst>
          </p:cNvPr>
          <p:cNvSpPr>
            <a:spLocks noGrp="1"/>
          </p:cNvSpPr>
          <p:nvPr>
            <p:ph type="ftr" sz="quarter" idx="11"/>
          </p:nvPr>
        </p:nvSpPr>
        <p:spPr>
          <a:xfrm>
            <a:off x="533399" y="6492241"/>
            <a:ext cx="5758481" cy="36576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6CC77F2D-39D2-22F7-CF0B-39D63EBF00B7}"/>
              </a:ext>
            </a:extLst>
          </p:cNvPr>
          <p:cNvSpPr>
            <a:spLocks noGrp="1"/>
          </p:cNvSpPr>
          <p:nvPr>
            <p:ph type="dt" sz="half" idx="10"/>
          </p:nvPr>
        </p:nvSpPr>
        <p:spPr>
          <a:xfrm>
            <a:off x="6291885" y="6492240"/>
            <a:ext cx="1763999" cy="365760"/>
          </a:xfrm>
          <a:prstGeom prst="rect">
            <a:avLst/>
          </a:prstGeom>
        </p:spPr>
        <p:txBody>
          <a:bodyPr rtlCol="0"/>
          <a:lstStyle>
            <a:lvl1pPr>
              <a:defRPr>
                <a:solidFill>
                  <a:schemeClr val="tx2"/>
                </a:solidFill>
              </a:defRPr>
            </a:lvl1pPr>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626B86D3-24E1-029E-BA22-9F17F9517D65}"/>
              </a:ext>
            </a:extLst>
          </p:cNvPr>
          <p:cNvSpPr>
            <a:spLocks noGrp="1"/>
          </p:cNvSpPr>
          <p:nvPr>
            <p:ph type="sldNum" sz="quarter" idx="12"/>
          </p:nvPr>
        </p:nvSpPr>
        <p:spPr>
          <a:xfrm>
            <a:off x="8061271" y="6492241"/>
            <a:ext cx="662624" cy="36576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4" name="Retângulo 33">
            <a:extLst>
              <a:ext uri="{FF2B5EF4-FFF2-40B4-BE49-F238E27FC236}">
                <a16:creationId xmlns:a16="http://schemas.microsoft.com/office/drawing/2014/main" id="{E58CA726-6257-4F3F-9296-A3CF5DCA19DB}"/>
              </a:ext>
            </a:extLst>
          </p:cNvPr>
          <p:cNvSpPr/>
          <p:nvPr/>
        </p:nvSpPr>
        <p:spPr>
          <a:xfrm>
            <a:off x="634029" y="2144714"/>
            <a:ext cx="8476007" cy="6154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5845698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Agenda 2">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4019F8-742E-9EEF-F591-C9666AC32AF1}"/>
              </a:ext>
            </a:extLst>
          </p:cNvPr>
          <p:cNvSpPr>
            <a:spLocks noGrp="1"/>
          </p:cNvSpPr>
          <p:nvPr>
            <p:ph type="title" hasCustomPrompt="1"/>
          </p:nvPr>
        </p:nvSpPr>
        <p:spPr>
          <a:xfrm>
            <a:off x="1571616" y="1016955"/>
            <a:ext cx="10086983" cy="1127758"/>
          </a:xfrm>
          <a:prstGeom prst="rect">
            <a:avLst/>
          </a:prstGeom>
        </p:spPr>
        <p:txBody>
          <a:bodyPr rtlCol="0" anchor="t">
            <a:normAutofit/>
          </a:bodyPr>
          <a:lstStyle>
            <a:lvl1pPr>
              <a:defRPr sz="7200" cap="all" baseline="0"/>
            </a:lvl1pPr>
          </a:lstStyle>
          <a:p>
            <a:pPr rtl="0"/>
            <a:r>
              <a:rPr lang="pt-br"/>
              <a:t>AGENDA</a:t>
            </a:r>
          </a:p>
        </p:txBody>
      </p:sp>
      <p:sp>
        <p:nvSpPr>
          <p:cNvPr id="7" name="Espaço Reservado para Conteúdo 6">
            <a:extLst>
              <a:ext uri="{FF2B5EF4-FFF2-40B4-BE49-F238E27FC236}">
                <a16:creationId xmlns:a16="http://schemas.microsoft.com/office/drawing/2014/main" id="{28C8B19A-6FC1-2B71-0BFB-9274CBF396B9}"/>
              </a:ext>
            </a:extLst>
          </p:cNvPr>
          <p:cNvSpPr>
            <a:spLocks noGrp="1"/>
          </p:cNvSpPr>
          <p:nvPr>
            <p:ph sz="quarter" idx="13"/>
          </p:nvPr>
        </p:nvSpPr>
        <p:spPr>
          <a:xfrm>
            <a:off x="3457574" y="2510472"/>
            <a:ext cx="8201025" cy="3345813"/>
          </a:xfrm>
          <a:prstGeom prst="rect">
            <a:avLst/>
          </a:prstGeom>
        </p:spPr>
        <p:txBody>
          <a:bodyPr rtlCol="0" anchor="b">
            <a:normAutofit/>
          </a:bodyPr>
          <a:lstStyle>
            <a:lvl1pPr marL="457200" indent="-457200">
              <a:lnSpc>
                <a:spcPct val="150000"/>
              </a:lnSpc>
              <a:spcBef>
                <a:spcPts val="0"/>
              </a:spcBef>
              <a:buFont typeface="+mj-lt"/>
              <a:buAutoNum type="arabicPeriod"/>
              <a:defRPr sz="1600" b="0" i="0">
                <a:latin typeface="Arial" panose="020B0604020202020204" pitchFamily="34" charset="0"/>
                <a:cs typeface="Arial" panose="020B0604020202020204" pitchFamily="34" charset="0"/>
              </a:defRPr>
            </a:lvl1pPr>
            <a:lvl2pPr marL="685800" indent="-457200">
              <a:lnSpc>
                <a:spcPct val="150000"/>
              </a:lnSpc>
              <a:spcBef>
                <a:spcPts val="0"/>
              </a:spcBef>
              <a:buFont typeface="+mj-lt"/>
              <a:buAutoNum type="arabicPeriod"/>
              <a:defRPr sz="1600" b="0" i="0">
                <a:latin typeface="Arial" panose="020B0604020202020204" pitchFamily="34" charset="0"/>
                <a:cs typeface="Arial" panose="020B0604020202020204" pitchFamily="34" charset="0"/>
              </a:defRPr>
            </a:lvl2pPr>
            <a:lvl3pPr marL="800100" indent="-342900">
              <a:lnSpc>
                <a:spcPct val="150000"/>
              </a:lnSpc>
              <a:spcBef>
                <a:spcPts val="0"/>
              </a:spcBef>
              <a:buFont typeface="+mj-lt"/>
              <a:buAutoNum type="arabicPeriod"/>
              <a:defRPr sz="1600" b="0" i="0">
                <a:latin typeface="Arial" panose="020B0604020202020204" pitchFamily="34" charset="0"/>
                <a:cs typeface="Arial" panose="020B0604020202020204" pitchFamily="34" charset="0"/>
              </a:defRPr>
            </a:lvl3pPr>
            <a:lvl4pPr marL="1028700" indent="-342900">
              <a:lnSpc>
                <a:spcPct val="150000"/>
              </a:lnSpc>
              <a:spcBef>
                <a:spcPts val="0"/>
              </a:spcBef>
              <a:buFont typeface="+mj-lt"/>
              <a:buAutoNum type="arabicPeriod"/>
              <a:defRPr sz="1600" b="0" i="0">
                <a:latin typeface="Arial" panose="020B0604020202020204" pitchFamily="34" charset="0"/>
                <a:cs typeface="Arial" panose="020B0604020202020204" pitchFamily="34" charset="0"/>
              </a:defRPr>
            </a:lvl4pPr>
            <a:lvl5pPr marL="1257300" indent="-342900">
              <a:lnSpc>
                <a:spcPct val="150000"/>
              </a:lnSpc>
              <a:spcBef>
                <a:spcPts val="0"/>
              </a:spcBef>
              <a:buFont typeface="+mj-lt"/>
              <a:buAutoNum type="arabicPeriod"/>
              <a:defRPr sz="1600" b="0" i="0">
                <a:latin typeface="Arial" panose="020B0604020202020204" pitchFamily="34" charset="0"/>
                <a:cs typeface="Arial" panose="020B0604020202020204" pitchFamily="34" charset="0"/>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4" name="Espaço Reservado para Rodapé 3">
            <a:extLst>
              <a:ext uri="{FF2B5EF4-FFF2-40B4-BE49-F238E27FC236}">
                <a16:creationId xmlns:a16="http://schemas.microsoft.com/office/drawing/2014/main" id="{0B12CFE6-D05E-5478-B3A4-81DC4DCD7410}"/>
              </a:ext>
            </a:extLst>
          </p:cNvPr>
          <p:cNvSpPr>
            <a:spLocks noGrp="1"/>
          </p:cNvSpPr>
          <p:nvPr>
            <p:ph type="ftr" sz="quarter" idx="11"/>
          </p:nvPr>
        </p:nvSpPr>
        <p:spPr>
          <a:xfrm>
            <a:off x="533399" y="6477000"/>
            <a:ext cx="8582024"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6CC77F2D-39D2-22F7-CF0B-39D63EBF00B7}"/>
              </a:ext>
            </a:extLst>
          </p:cNvPr>
          <p:cNvSpPr>
            <a:spLocks noGrp="1"/>
          </p:cNvSpPr>
          <p:nvPr>
            <p:ph type="dt" sz="half" idx="10"/>
          </p:nvPr>
        </p:nvSpPr>
        <p:spPr>
          <a:xfrm>
            <a:off x="9120810" y="6477000"/>
            <a:ext cx="1880569" cy="381001"/>
          </a:xfrm>
          <a:prstGeom prst="rect">
            <a:avLst/>
          </a:prstGeom>
        </p:spPr>
        <p:txBody>
          <a:bodyPr rtlCol="0"/>
          <a:lstStyle>
            <a:lvl1pPr>
              <a:defRPr>
                <a:solidFill>
                  <a:schemeClr val="tx2"/>
                </a:solidFill>
              </a:defRPr>
            </a:lvl1pPr>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626B86D3-24E1-029E-BA22-9F17F9517D65}"/>
              </a:ext>
            </a:extLst>
          </p:cNvPr>
          <p:cNvSpPr>
            <a:spLocks noGrp="1"/>
          </p:cNvSpPr>
          <p:nvPr>
            <p:ph type="sldNum" sz="quarter" idx="12"/>
          </p:nvPr>
        </p:nvSpPr>
        <p:spPr>
          <a:xfrm>
            <a:off x="11001379" y="6477000"/>
            <a:ext cx="668011"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6" name="Retângulo 5">
            <a:extLst>
              <a:ext uri="{FF2B5EF4-FFF2-40B4-BE49-F238E27FC236}">
                <a16:creationId xmlns:a16="http://schemas.microsoft.com/office/drawing/2014/main" id="{3ED80240-B3FF-301A-7873-10FB09246CCA}"/>
              </a:ext>
            </a:extLst>
          </p:cNvPr>
          <p:cNvSpPr/>
          <p:nvPr userDrawn="1"/>
        </p:nvSpPr>
        <p:spPr>
          <a:xfrm>
            <a:off x="9110040" y="6155911"/>
            <a:ext cx="3081959"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8" name="Retângulo 7">
            <a:extLst>
              <a:ext uri="{FF2B5EF4-FFF2-40B4-BE49-F238E27FC236}">
                <a16:creationId xmlns:a16="http://schemas.microsoft.com/office/drawing/2014/main" id="{C14D47D0-4154-EDAC-8824-1648A190B7A6}"/>
              </a:ext>
            </a:extLst>
          </p:cNvPr>
          <p:cNvSpPr/>
          <p:nvPr userDrawn="1"/>
        </p:nvSpPr>
        <p:spPr>
          <a:xfrm>
            <a:off x="3467745" y="6155911"/>
            <a:ext cx="5642289"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371073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Agenda com Imagem">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6" name="Título 1">
            <a:extLst>
              <a:ext uri="{FF2B5EF4-FFF2-40B4-BE49-F238E27FC236}">
                <a16:creationId xmlns:a16="http://schemas.microsoft.com/office/drawing/2014/main" id="{9C713386-53DE-AEBA-6318-6C7146DE2270}"/>
              </a:ext>
            </a:extLst>
          </p:cNvPr>
          <p:cNvSpPr>
            <a:spLocks noGrp="1"/>
          </p:cNvSpPr>
          <p:nvPr>
            <p:ph type="title" hasCustomPrompt="1"/>
          </p:nvPr>
        </p:nvSpPr>
        <p:spPr>
          <a:xfrm>
            <a:off x="5343517" y="1386842"/>
            <a:ext cx="6315083" cy="1127758"/>
          </a:xfrm>
        </p:spPr>
        <p:txBody>
          <a:bodyPr rtlCol="0">
            <a:normAutofit/>
          </a:bodyPr>
          <a:lstStyle>
            <a:lvl1pPr>
              <a:defRPr sz="7200" cap="all" baseline="0"/>
            </a:lvl1pPr>
          </a:lstStyle>
          <a:p>
            <a:pPr rtl="0"/>
            <a:r>
              <a:rPr lang="pt-br"/>
              <a:t>AGENDA</a:t>
            </a:r>
          </a:p>
        </p:txBody>
      </p:sp>
      <p:sp>
        <p:nvSpPr>
          <p:cNvPr id="39" name="Espaço Reservado para Imagem 38">
            <a:extLst>
              <a:ext uri="{FF2B5EF4-FFF2-40B4-BE49-F238E27FC236}">
                <a16:creationId xmlns:a16="http://schemas.microsoft.com/office/drawing/2014/main" id="{0440984A-B82C-18F1-2933-6DF295884CE0}"/>
              </a:ext>
            </a:extLst>
          </p:cNvPr>
          <p:cNvSpPr>
            <a:spLocks noGrp="1"/>
          </p:cNvSpPr>
          <p:nvPr>
            <p:ph type="pic" sz="quarter" idx="14" hasCustomPrompt="1"/>
          </p:nvPr>
        </p:nvSpPr>
        <p:spPr>
          <a:xfrm>
            <a:off x="0" y="0"/>
            <a:ext cx="4400554" cy="6858000"/>
          </a:xfrm>
          <a:blipFill>
            <a:blip r:embed="rId2">
              <a:alphaModFix amt="60000"/>
            </a:blip>
            <a:stretch>
              <a:fillRect/>
            </a:stretch>
          </a:blipFill>
        </p:spPr>
        <p:txBody>
          <a:bodyPr rtlCol="0"/>
          <a:lstStyle>
            <a:lvl1pPr marL="0" indent="0">
              <a:buNone/>
              <a:defRPr/>
            </a:lvl1pPr>
          </a:lstStyle>
          <a:p>
            <a:pPr rtl="0"/>
            <a:r>
              <a:rPr lang="pt-br"/>
              <a:t> </a:t>
            </a:r>
          </a:p>
        </p:txBody>
      </p:sp>
      <p:sp>
        <p:nvSpPr>
          <p:cNvPr id="7" name="Espaço Reservado para Conteúdo 6">
            <a:extLst>
              <a:ext uri="{FF2B5EF4-FFF2-40B4-BE49-F238E27FC236}">
                <a16:creationId xmlns:a16="http://schemas.microsoft.com/office/drawing/2014/main" id="{28C8B19A-6FC1-2B71-0BFB-9274CBF396B9}"/>
              </a:ext>
            </a:extLst>
          </p:cNvPr>
          <p:cNvSpPr>
            <a:spLocks noGrp="1"/>
          </p:cNvSpPr>
          <p:nvPr>
            <p:ph sz="quarter" idx="13"/>
          </p:nvPr>
        </p:nvSpPr>
        <p:spPr>
          <a:xfrm>
            <a:off x="5343518" y="2886089"/>
            <a:ext cx="6315082" cy="3336911"/>
          </a:xfrm>
          <a:prstGeom prst="rect">
            <a:avLst/>
          </a:prstGeom>
        </p:spPr>
        <p:txBody>
          <a:bodyPr rtlCol="0">
            <a:normAutofit/>
          </a:bodyPr>
          <a:lstStyle>
            <a:lvl1pPr marL="457200" indent="-457200">
              <a:lnSpc>
                <a:spcPct val="150000"/>
              </a:lnSpc>
              <a:spcBef>
                <a:spcPts val="0"/>
              </a:spcBef>
              <a:buFont typeface="+mj-lt"/>
              <a:buAutoNum type="arabicPeriod"/>
              <a:defRPr sz="2000"/>
            </a:lvl1pPr>
            <a:lvl2pPr marL="571500" indent="-342900">
              <a:lnSpc>
                <a:spcPct val="150000"/>
              </a:lnSpc>
              <a:spcBef>
                <a:spcPts val="0"/>
              </a:spcBef>
              <a:buFont typeface="+mj-lt"/>
              <a:buAutoNum type="arabicPeriod"/>
              <a:defRPr sz="2000"/>
            </a:lvl2pPr>
            <a:lvl3pPr marL="800100" indent="-342900">
              <a:lnSpc>
                <a:spcPct val="150000"/>
              </a:lnSpc>
              <a:spcBef>
                <a:spcPts val="0"/>
              </a:spcBef>
              <a:buFont typeface="+mj-lt"/>
              <a:buAutoNum type="arabicPeriod"/>
              <a:defRPr sz="2000"/>
            </a:lvl3pPr>
            <a:lvl4pPr marL="1028700" indent="-342900">
              <a:lnSpc>
                <a:spcPct val="150000"/>
              </a:lnSpc>
              <a:spcBef>
                <a:spcPts val="0"/>
              </a:spcBef>
              <a:buFont typeface="+mj-lt"/>
              <a:buAutoNum type="arabicPeriod"/>
              <a:defRPr sz="2000"/>
            </a:lvl4pPr>
            <a:lvl5pPr>
              <a:lnSpc>
                <a:spcPct val="150000"/>
              </a:lnSpc>
              <a:spcBef>
                <a:spcPts val="0"/>
              </a:spcBef>
              <a:buFont typeface="+mj-lt"/>
              <a:buAutoNum type="arabicPeriod"/>
              <a:defRPr sz="2000"/>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4" name="Espaço Reservado para Rodapé 3">
            <a:extLst>
              <a:ext uri="{FF2B5EF4-FFF2-40B4-BE49-F238E27FC236}">
                <a16:creationId xmlns:a16="http://schemas.microsoft.com/office/drawing/2014/main" id="{0B12CFE6-D05E-5478-B3A4-81DC4DCD7410}"/>
              </a:ext>
            </a:extLst>
          </p:cNvPr>
          <p:cNvSpPr>
            <a:spLocks noGrp="1"/>
          </p:cNvSpPr>
          <p:nvPr>
            <p:ph type="ftr" sz="quarter" idx="11"/>
          </p:nvPr>
        </p:nvSpPr>
        <p:spPr>
          <a:xfrm>
            <a:off x="5343518" y="6477000"/>
            <a:ext cx="3771905" cy="381001"/>
          </a:xfrm>
          <a:prstGeom prst="rect">
            <a:avLst/>
          </a:prstGeom>
        </p:spPr>
        <p:txBody>
          <a:bodyPr rtlCol="0"/>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6CC77F2D-39D2-22F7-CF0B-39D63EBF00B7}"/>
              </a:ext>
            </a:extLst>
          </p:cNvPr>
          <p:cNvSpPr>
            <a:spLocks noGrp="1"/>
          </p:cNvSpPr>
          <p:nvPr>
            <p:ph type="dt" sz="half" idx="10"/>
          </p:nvPr>
        </p:nvSpPr>
        <p:spPr>
          <a:xfrm>
            <a:off x="9120821" y="6477000"/>
            <a:ext cx="1875160" cy="381001"/>
          </a:xfrm>
          <a:prstGeom prst="rect">
            <a:avLst/>
          </a:prstGeom>
        </p:spPr>
        <p:txBody>
          <a:bodyPr rtlCol="0"/>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626B86D3-24E1-029E-BA22-9F17F9517D65}"/>
              </a:ext>
            </a:extLst>
          </p:cNvPr>
          <p:cNvSpPr>
            <a:spLocks noGrp="1"/>
          </p:cNvSpPr>
          <p:nvPr>
            <p:ph type="sldNum" sz="quarter" idx="12"/>
          </p:nvPr>
        </p:nvSpPr>
        <p:spPr>
          <a:xfrm>
            <a:off x="10995986" y="6477000"/>
            <a:ext cx="662614" cy="381001"/>
          </a:xfrm>
          <a:prstGeom prst="rect">
            <a:avLst/>
          </a:prstGeom>
        </p:spPr>
        <p:txBody>
          <a:bodyPr rtlCol="0"/>
          <a:lstStyle/>
          <a:p>
            <a:pPr rtl="0"/>
            <a:fld id="{AEAA3239-9EA4-4A65-A281-97F994456D9F}" type="slidenum">
              <a:rPr lang="en-US" smtClean="0"/>
              <a:t>‹#›</a:t>
            </a:fld>
            <a:endParaRPr lang="en-US" dirty="0"/>
          </a:p>
        </p:txBody>
      </p:sp>
      <p:sp>
        <p:nvSpPr>
          <p:cNvPr id="34" name="Retângulo 33">
            <a:extLst>
              <a:ext uri="{FF2B5EF4-FFF2-40B4-BE49-F238E27FC236}">
                <a16:creationId xmlns:a16="http://schemas.microsoft.com/office/drawing/2014/main" id="{98E5CA23-2176-4B29-AB27-EDD9AC417271}"/>
              </a:ext>
            </a:extLst>
          </p:cNvPr>
          <p:cNvSpPr/>
          <p:nvPr/>
        </p:nvSpPr>
        <p:spPr>
          <a:xfrm>
            <a:off x="4400554" y="2496190"/>
            <a:ext cx="7791446"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4885971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údo 2">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A56B3EE4-062C-F433-E634-3A18DC144881}"/>
              </a:ext>
            </a:extLst>
          </p:cNvPr>
          <p:cNvSpPr>
            <a:spLocks noGrp="1"/>
          </p:cNvSpPr>
          <p:nvPr>
            <p:ph type="title"/>
          </p:nvPr>
        </p:nvSpPr>
        <p:spPr>
          <a:xfrm>
            <a:off x="533399" y="1016955"/>
            <a:ext cx="8190252" cy="1064665"/>
          </a:xfrm>
        </p:spPr>
        <p:txBody>
          <a:bodyPr rtlCol="0"/>
          <a:lstStyle>
            <a:lvl1pPr>
              <a:defRPr cap="all" baseline="0"/>
            </a:lvl1pPr>
          </a:lstStyle>
          <a:p>
            <a:pPr rtl="0"/>
            <a:r>
              <a:rPr lang="pt-br"/>
              <a:t>Clique para editar o estilo de título Mestre</a:t>
            </a:r>
          </a:p>
        </p:txBody>
      </p:sp>
      <p:sp>
        <p:nvSpPr>
          <p:cNvPr id="33" name="Retângulo 32">
            <a:extLst>
              <a:ext uri="{FF2B5EF4-FFF2-40B4-BE49-F238E27FC236}">
                <a16:creationId xmlns:a16="http://schemas.microsoft.com/office/drawing/2014/main" id="{47E7D5E3-074F-6FA6-6315-6EB342D2C2D0}"/>
              </a:ext>
            </a:extLst>
          </p:cNvPr>
          <p:cNvSpPr/>
          <p:nvPr userDrawn="1"/>
        </p:nvSpPr>
        <p:spPr>
          <a:xfrm>
            <a:off x="9110035" y="0"/>
            <a:ext cx="308196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34" name="Retângulo 33">
            <a:extLst>
              <a:ext uri="{FF2B5EF4-FFF2-40B4-BE49-F238E27FC236}">
                <a16:creationId xmlns:a16="http://schemas.microsoft.com/office/drawing/2014/main" id="{5A2BF4CD-78B4-D70F-8781-6C00B2CEA066}"/>
              </a:ext>
            </a:extLst>
          </p:cNvPr>
          <p:cNvSpPr/>
          <p:nvPr/>
        </p:nvSpPr>
        <p:spPr>
          <a:xfrm>
            <a:off x="634029" y="2144714"/>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12" name="Espaço Reservado para Conteúdo 11">
            <a:extLst>
              <a:ext uri="{FF2B5EF4-FFF2-40B4-BE49-F238E27FC236}">
                <a16:creationId xmlns:a16="http://schemas.microsoft.com/office/drawing/2014/main" id="{8447EC38-FC2B-37AD-5285-1B51B7FA258B}"/>
              </a:ext>
            </a:extLst>
          </p:cNvPr>
          <p:cNvSpPr>
            <a:spLocks noGrp="1"/>
          </p:cNvSpPr>
          <p:nvPr>
            <p:ph sz="quarter" idx="14"/>
          </p:nvPr>
        </p:nvSpPr>
        <p:spPr>
          <a:xfrm>
            <a:off x="533400" y="2495232"/>
            <a:ext cx="4659313" cy="1644650"/>
          </a:xfrm>
        </p:spPr>
        <p:txBody>
          <a:bodyPr rtlCol="0">
            <a:normAutofit/>
          </a:bodyPr>
          <a:lstStyle>
            <a:lvl1pPr marL="0" indent="0">
              <a:spcBef>
                <a:spcPts val="0"/>
              </a:spcBef>
              <a:buNone/>
              <a:defRPr sz="1400"/>
            </a:lvl1pPr>
            <a:lvl2pPr marL="228600" indent="0">
              <a:spcBef>
                <a:spcPts val="0"/>
              </a:spcBef>
              <a:buNone/>
              <a:defRPr sz="1400"/>
            </a:lvl2pPr>
            <a:lvl3pPr marL="457200" indent="0">
              <a:spcBef>
                <a:spcPts val="0"/>
              </a:spcBef>
              <a:buNone/>
              <a:defRPr sz="1400"/>
            </a:lvl3pPr>
            <a:lvl4pPr marL="685800" indent="0">
              <a:spcBef>
                <a:spcPts val="0"/>
              </a:spcBef>
              <a:buNone/>
              <a:defRPr sz="1400"/>
            </a:lvl4pPr>
            <a:lvl5pPr marL="914400" indent="0">
              <a:spcBef>
                <a:spcPts val="0"/>
              </a:spcBef>
              <a:buNone/>
              <a:defRPr sz="1400"/>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5" name="Espaço Reservado para Rodapé 4">
            <a:extLst>
              <a:ext uri="{FF2B5EF4-FFF2-40B4-BE49-F238E27FC236}">
                <a16:creationId xmlns:a16="http://schemas.microsoft.com/office/drawing/2014/main" id="{B17E6B5E-6174-FD5C-41E8-FFC44C650D7E}"/>
              </a:ext>
            </a:extLst>
          </p:cNvPr>
          <p:cNvSpPr>
            <a:spLocks noGrp="1"/>
          </p:cNvSpPr>
          <p:nvPr>
            <p:ph type="ftr" sz="quarter" idx="11"/>
          </p:nvPr>
        </p:nvSpPr>
        <p:spPr>
          <a:xfrm>
            <a:off x="533399" y="6477000"/>
            <a:ext cx="6304302"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0B9485D1-E172-8F0A-A425-3097B3ABCFB4}"/>
              </a:ext>
            </a:extLst>
          </p:cNvPr>
          <p:cNvSpPr>
            <a:spLocks noGrp="1"/>
          </p:cNvSpPr>
          <p:nvPr>
            <p:ph type="dt" sz="half" idx="10"/>
          </p:nvPr>
        </p:nvSpPr>
        <p:spPr>
          <a:xfrm>
            <a:off x="6843095" y="6477000"/>
            <a:ext cx="1223330" cy="381001"/>
          </a:xfrm>
          <a:prstGeom prst="rect">
            <a:avLst/>
          </a:prstGeom>
        </p:spPr>
        <p:txBody>
          <a:bodyPr rtlCol="0"/>
          <a:lstStyle>
            <a:lvl1pPr>
              <a:defRPr>
                <a:solidFill>
                  <a:schemeClr val="tx2"/>
                </a:solidFill>
              </a:defRPr>
            </a:lvl1pPr>
          </a:lstStyle>
          <a:p>
            <a:pPr rtl="0"/>
            <a:r>
              <a:rPr lang="en-US"/>
              <a:t>17/09/2025</a:t>
            </a:r>
          </a:p>
        </p:txBody>
      </p:sp>
      <p:sp>
        <p:nvSpPr>
          <p:cNvPr id="6" name="Espaço Reservado para o Número do Slide 5">
            <a:extLst>
              <a:ext uri="{FF2B5EF4-FFF2-40B4-BE49-F238E27FC236}">
                <a16:creationId xmlns:a16="http://schemas.microsoft.com/office/drawing/2014/main" id="{4BF72154-F85B-E301-DA57-E314D7315916}"/>
              </a:ext>
            </a:extLst>
          </p:cNvPr>
          <p:cNvSpPr>
            <a:spLocks noGrp="1"/>
          </p:cNvSpPr>
          <p:nvPr>
            <p:ph type="sldNum" sz="quarter" idx="12"/>
          </p:nvPr>
        </p:nvSpPr>
        <p:spPr>
          <a:xfrm>
            <a:off x="8066425" y="6477000"/>
            <a:ext cx="657226"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a:p>
        </p:txBody>
      </p:sp>
      <p:sp>
        <p:nvSpPr>
          <p:cNvPr id="9" name="Forma Livre 8">
            <a:extLst>
              <a:ext uri="{FF2B5EF4-FFF2-40B4-BE49-F238E27FC236}">
                <a16:creationId xmlns:a16="http://schemas.microsoft.com/office/drawing/2014/main" id="{37ECC57E-F626-26BF-F554-362A80454818}"/>
              </a:ext>
            </a:extLst>
          </p:cNvPr>
          <p:cNvSpPr/>
          <p:nvPr userDrawn="1"/>
        </p:nvSpPr>
        <p:spPr>
          <a:xfrm>
            <a:off x="9110042" y="2144714"/>
            <a:ext cx="3085896" cy="64006"/>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15501960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údo 3">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533398" y="1016955"/>
            <a:ext cx="3493859" cy="3456894"/>
          </a:xfrm>
          <a:prstGeom prst="rect">
            <a:avLst/>
          </a:prstGeom>
        </p:spPr>
        <p:txBody>
          <a:bodyPr rtlCol="0" anchor="t">
            <a:normAutofit/>
          </a:bodyPr>
          <a:lstStyle>
            <a:lvl1pPr>
              <a:defRPr sz="3600" cap="all" baseline="0"/>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D42D62A0-8127-CE86-0633-0D65E1E136F7}"/>
              </a:ext>
            </a:extLst>
          </p:cNvPr>
          <p:cNvSpPr>
            <a:spLocks noGrp="1"/>
          </p:cNvSpPr>
          <p:nvPr>
            <p:ph sz="quarter" idx="13"/>
          </p:nvPr>
        </p:nvSpPr>
        <p:spPr>
          <a:xfrm>
            <a:off x="4962527" y="1016955"/>
            <a:ext cx="6696073" cy="3461212"/>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5" name="Espaço Reservado para Rodapé 4">
            <a:extLst>
              <a:ext uri="{FF2B5EF4-FFF2-40B4-BE49-F238E27FC236}">
                <a16:creationId xmlns:a16="http://schemas.microsoft.com/office/drawing/2014/main" id="{B17E6B5E-6174-FD5C-41E8-FFC44C650D7E}"/>
              </a:ext>
            </a:extLst>
          </p:cNvPr>
          <p:cNvSpPr>
            <a:spLocks noGrp="1"/>
          </p:cNvSpPr>
          <p:nvPr>
            <p:ph type="ftr" sz="quarter" idx="11"/>
          </p:nvPr>
        </p:nvSpPr>
        <p:spPr>
          <a:xfrm>
            <a:off x="533399" y="6477000"/>
            <a:ext cx="8576637" cy="381001"/>
          </a:xfrm>
          <a:prstGeom prst="rect">
            <a:avLst/>
          </a:prstGeom>
        </p:spPr>
        <p:txBody>
          <a:bodyPr rtlCol="0"/>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0B9485D1-E172-8F0A-A425-3097B3ABCFB4}"/>
              </a:ext>
            </a:extLst>
          </p:cNvPr>
          <p:cNvSpPr>
            <a:spLocks noGrp="1"/>
          </p:cNvSpPr>
          <p:nvPr>
            <p:ph type="dt" sz="half" idx="10"/>
          </p:nvPr>
        </p:nvSpPr>
        <p:spPr>
          <a:xfrm>
            <a:off x="9110036" y="6477000"/>
            <a:ext cx="1891338" cy="381001"/>
          </a:xfrm>
          <a:prstGeom prst="rect">
            <a:avLst/>
          </a:prstGeom>
        </p:spPr>
        <p:txBody>
          <a:bodyPr rtlCol="0"/>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4BF72154-F85B-E301-DA57-E314D7315916}"/>
              </a:ext>
            </a:extLst>
          </p:cNvPr>
          <p:cNvSpPr>
            <a:spLocks noGrp="1"/>
          </p:cNvSpPr>
          <p:nvPr>
            <p:ph type="sldNum" sz="quarter" idx="12"/>
          </p:nvPr>
        </p:nvSpPr>
        <p:spPr>
          <a:xfrm>
            <a:off x="10995976" y="6477000"/>
            <a:ext cx="662624" cy="381001"/>
          </a:xfrm>
          <a:prstGeom prst="rect">
            <a:avLst/>
          </a:prstGeom>
        </p:spPr>
        <p:txBody>
          <a:bodyPr rtlCol="0"/>
          <a:lstStyle/>
          <a:p>
            <a:pPr rtl="0"/>
            <a:fld id="{AEAA3239-9EA4-4A65-A281-97F994456D9F}" type="slidenum">
              <a:rPr lang="en-US" smtClean="0"/>
              <a:t>‹#›</a:t>
            </a:fld>
            <a:endParaRPr lang="en-US" dirty="0"/>
          </a:p>
        </p:txBody>
      </p:sp>
      <p:sp>
        <p:nvSpPr>
          <p:cNvPr id="3" name="Retângulo 2">
            <a:extLst>
              <a:ext uri="{FF2B5EF4-FFF2-40B4-BE49-F238E27FC236}">
                <a16:creationId xmlns:a16="http://schemas.microsoft.com/office/drawing/2014/main" id="{318A2D93-E48C-9CE8-FF5E-7230586A29D9}"/>
              </a:ext>
            </a:extLst>
          </p:cNvPr>
          <p:cNvSpPr/>
          <p:nvPr userDrawn="1"/>
        </p:nvSpPr>
        <p:spPr>
          <a:xfrm>
            <a:off x="4019552" y="570037"/>
            <a:ext cx="8172448" cy="595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9" name="Retângulo 8">
            <a:extLst>
              <a:ext uri="{FF2B5EF4-FFF2-40B4-BE49-F238E27FC236}">
                <a16:creationId xmlns:a16="http://schemas.microsoft.com/office/drawing/2014/main" id="{23FA3421-FB3F-747A-9D40-EB149BBDD6FA}"/>
              </a:ext>
            </a:extLst>
          </p:cNvPr>
          <p:cNvSpPr/>
          <p:nvPr userDrawn="1"/>
        </p:nvSpPr>
        <p:spPr>
          <a:xfrm>
            <a:off x="634030" y="570037"/>
            <a:ext cx="3390908" cy="595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289530669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údo 4">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533399" y="1016955"/>
            <a:ext cx="3491539" cy="4083580"/>
          </a:xfrm>
          <a:prstGeom prst="rect">
            <a:avLst/>
          </a:prstGeom>
        </p:spPr>
        <p:txBody>
          <a:bodyPr rtlCol="0" anchor="t">
            <a:normAutofit/>
          </a:bodyPr>
          <a:lstStyle>
            <a:lvl1pPr>
              <a:defRPr sz="3600" cap="all" baseline="0"/>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FFB4667A-FE47-8556-FD3A-55FDBA801D76}"/>
              </a:ext>
            </a:extLst>
          </p:cNvPr>
          <p:cNvSpPr>
            <a:spLocks noGrp="1"/>
          </p:cNvSpPr>
          <p:nvPr>
            <p:ph sz="quarter" idx="13"/>
          </p:nvPr>
        </p:nvSpPr>
        <p:spPr>
          <a:xfrm>
            <a:off x="4962526" y="1016955"/>
            <a:ext cx="6696073" cy="4083579"/>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5" name="Espaço Reservado para Rodapé 4">
            <a:extLst>
              <a:ext uri="{FF2B5EF4-FFF2-40B4-BE49-F238E27FC236}">
                <a16:creationId xmlns:a16="http://schemas.microsoft.com/office/drawing/2014/main" id="{B17E6B5E-6174-FD5C-41E8-FFC44C650D7E}"/>
              </a:ext>
            </a:extLst>
          </p:cNvPr>
          <p:cNvSpPr>
            <a:spLocks noGrp="1"/>
          </p:cNvSpPr>
          <p:nvPr>
            <p:ph type="ftr" sz="quarter" idx="11"/>
          </p:nvPr>
        </p:nvSpPr>
        <p:spPr>
          <a:xfrm>
            <a:off x="533399" y="6477000"/>
            <a:ext cx="8576637" cy="381001"/>
          </a:xfrm>
          <a:prstGeom prst="rect">
            <a:avLst/>
          </a:prstGeom>
        </p:spPr>
        <p:txBody>
          <a:bodyPr rtlCol="0"/>
          <a:lstStyle/>
          <a:p>
            <a:pPr rtl="0"/>
            <a:r>
              <a:rPr lang="pt-br"/>
              <a:t>Título da apresentação</a:t>
            </a:r>
          </a:p>
        </p:txBody>
      </p:sp>
      <p:sp>
        <p:nvSpPr>
          <p:cNvPr id="4" name="Espaço Reservado para Data 3">
            <a:extLst>
              <a:ext uri="{FF2B5EF4-FFF2-40B4-BE49-F238E27FC236}">
                <a16:creationId xmlns:a16="http://schemas.microsoft.com/office/drawing/2014/main" id="{0B9485D1-E172-8F0A-A425-3097B3ABCFB4}"/>
              </a:ext>
            </a:extLst>
          </p:cNvPr>
          <p:cNvSpPr>
            <a:spLocks noGrp="1"/>
          </p:cNvSpPr>
          <p:nvPr>
            <p:ph type="dt" sz="half" idx="10"/>
          </p:nvPr>
        </p:nvSpPr>
        <p:spPr>
          <a:xfrm>
            <a:off x="9110036" y="6477000"/>
            <a:ext cx="1891338" cy="381001"/>
          </a:xfrm>
          <a:prstGeom prst="rect">
            <a:avLst/>
          </a:prstGeom>
        </p:spPr>
        <p:txBody>
          <a:bodyPr rtlCol="0"/>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4" y="6477000"/>
            <a:ext cx="657226" cy="381001"/>
          </a:xfrm>
          <a:prstGeom prst="rect">
            <a:avLst/>
          </a:prstGeom>
        </p:spPr>
        <p:txBody>
          <a:bodyPr rtlCol="0"/>
          <a:lstStyle/>
          <a:p>
            <a:pPr rtl="0"/>
            <a:fld id="{AEAA3239-9EA4-4A65-A281-97F994456D9F}" type="slidenum">
              <a:rPr lang="en-US" smtClean="0"/>
              <a:t>‹#›</a:t>
            </a:fld>
            <a:endParaRPr lang="en-US" dirty="0"/>
          </a:p>
        </p:txBody>
      </p:sp>
      <p:sp>
        <p:nvSpPr>
          <p:cNvPr id="34" name="Retângulo 33">
            <a:extLst>
              <a:ext uri="{FF2B5EF4-FFF2-40B4-BE49-F238E27FC236}">
                <a16:creationId xmlns:a16="http://schemas.microsoft.com/office/drawing/2014/main" id="{9AE531BB-71E1-57EF-0879-5979B0C95458}"/>
              </a:ext>
            </a:extLst>
          </p:cNvPr>
          <p:cNvSpPr/>
          <p:nvPr userDrawn="1"/>
        </p:nvSpPr>
        <p:spPr>
          <a:xfrm>
            <a:off x="4024938" y="570037"/>
            <a:ext cx="8167062" cy="595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9" name="Retângulo 8">
            <a:extLst>
              <a:ext uri="{FF2B5EF4-FFF2-40B4-BE49-F238E27FC236}">
                <a16:creationId xmlns:a16="http://schemas.microsoft.com/office/drawing/2014/main" id="{731FD272-0797-A5C1-BAB9-E68F518B8158}"/>
              </a:ext>
            </a:extLst>
          </p:cNvPr>
          <p:cNvSpPr/>
          <p:nvPr userDrawn="1"/>
        </p:nvSpPr>
        <p:spPr>
          <a:xfrm>
            <a:off x="634030" y="570037"/>
            <a:ext cx="3390908" cy="595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419861741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údo 5">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533399" y="1016955"/>
            <a:ext cx="3496147" cy="4940661"/>
          </a:xfrm>
          <a:prstGeom prst="rect">
            <a:avLst/>
          </a:prstGeom>
        </p:spPr>
        <p:txBody>
          <a:bodyPr rtlCol="0" anchor="t">
            <a:normAutofit/>
          </a:bodyPr>
          <a:lstStyle>
            <a:lvl1pPr>
              <a:defRPr sz="3600" cap="all" baseline="0"/>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C6F072A2-EBC7-B7EA-DA98-BAC0AA46E7A4}"/>
              </a:ext>
            </a:extLst>
          </p:cNvPr>
          <p:cNvSpPr>
            <a:spLocks noGrp="1"/>
          </p:cNvSpPr>
          <p:nvPr>
            <p:ph sz="quarter" idx="13"/>
          </p:nvPr>
        </p:nvSpPr>
        <p:spPr>
          <a:xfrm>
            <a:off x="4962526" y="1016955"/>
            <a:ext cx="6696074" cy="4940661"/>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5" name="Espaço Reservado para Rodapé 4">
            <a:extLst>
              <a:ext uri="{FF2B5EF4-FFF2-40B4-BE49-F238E27FC236}">
                <a16:creationId xmlns:a16="http://schemas.microsoft.com/office/drawing/2014/main" id="{B17E6B5E-6174-FD5C-41E8-FFC44C650D7E}"/>
              </a:ext>
            </a:extLst>
          </p:cNvPr>
          <p:cNvSpPr>
            <a:spLocks noGrp="1"/>
          </p:cNvSpPr>
          <p:nvPr>
            <p:ph type="ftr" sz="quarter" idx="11"/>
          </p:nvPr>
        </p:nvSpPr>
        <p:spPr>
          <a:xfrm>
            <a:off x="533399" y="6477000"/>
            <a:ext cx="8576637" cy="381001"/>
          </a:xfrm>
          <a:prstGeom prst="rect">
            <a:avLst/>
          </a:prstGeom>
        </p:spPr>
        <p:txBody>
          <a:bodyPr rtlCol="0"/>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0B9485D1-E172-8F0A-A425-3097B3ABCFB4}"/>
              </a:ext>
            </a:extLst>
          </p:cNvPr>
          <p:cNvSpPr>
            <a:spLocks noGrp="1"/>
          </p:cNvSpPr>
          <p:nvPr>
            <p:ph type="dt" sz="half" idx="10"/>
          </p:nvPr>
        </p:nvSpPr>
        <p:spPr>
          <a:xfrm>
            <a:off x="9110036" y="6477000"/>
            <a:ext cx="1891338" cy="381001"/>
          </a:xfrm>
          <a:prstGeom prst="rect">
            <a:avLst/>
          </a:prstGeom>
        </p:spPr>
        <p:txBody>
          <a:bodyPr rtlCol="0"/>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4" y="6477000"/>
            <a:ext cx="657226" cy="381001"/>
          </a:xfrm>
          <a:prstGeom prst="rect">
            <a:avLst/>
          </a:prstGeom>
        </p:spPr>
        <p:txBody>
          <a:bodyPr rtlCol="0"/>
          <a:lstStyle/>
          <a:p>
            <a:pPr rtl="0"/>
            <a:fld id="{AEAA3239-9EA4-4A65-A281-97F994456D9F}" type="slidenum">
              <a:rPr lang="en-US" smtClean="0"/>
              <a:t>‹#›</a:t>
            </a:fld>
            <a:endParaRPr lang="en-US" dirty="0"/>
          </a:p>
        </p:txBody>
      </p:sp>
      <p:sp>
        <p:nvSpPr>
          <p:cNvPr id="3" name="Retângulo 2">
            <a:extLst>
              <a:ext uri="{FF2B5EF4-FFF2-40B4-BE49-F238E27FC236}">
                <a16:creationId xmlns:a16="http://schemas.microsoft.com/office/drawing/2014/main" id="{E5C1B67F-B248-B2D5-AE0D-B9A93FFB6061}"/>
              </a:ext>
            </a:extLst>
          </p:cNvPr>
          <p:cNvSpPr/>
          <p:nvPr userDrawn="1"/>
        </p:nvSpPr>
        <p:spPr>
          <a:xfrm>
            <a:off x="634030" y="570037"/>
            <a:ext cx="3390908" cy="595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7" name="Retângulo 6">
            <a:extLst>
              <a:ext uri="{FF2B5EF4-FFF2-40B4-BE49-F238E27FC236}">
                <a16:creationId xmlns:a16="http://schemas.microsoft.com/office/drawing/2014/main" id="{F98DF7F2-59F5-C597-5370-B00D427EA660}"/>
              </a:ext>
            </a:extLst>
          </p:cNvPr>
          <p:cNvSpPr/>
          <p:nvPr userDrawn="1"/>
        </p:nvSpPr>
        <p:spPr>
          <a:xfrm>
            <a:off x="4019547" y="570037"/>
            <a:ext cx="8172453" cy="595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23072801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údo 6">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533398" y="1016955"/>
            <a:ext cx="3486153" cy="2721451"/>
          </a:xfrm>
          <a:prstGeom prst="rect">
            <a:avLst/>
          </a:prstGeom>
        </p:spPr>
        <p:txBody>
          <a:bodyPr rtlCol="0" anchor="t">
            <a:normAutofit/>
          </a:bodyPr>
          <a:lstStyle>
            <a:lvl1pPr>
              <a:defRPr sz="3600" cap="all" baseline="0">
                <a:latin typeface="+mj-lt"/>
              </a:defRPr>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8C71126E-AEFA-B45A-CD39-AC1315E03339}"/>
              </a:ext>
            </a:extLst>
          </p:cNvPr>
          <p:cNvSpPr>
            <a:spLocks noGrp="1"/>
          </p:cNvSpPr>
          <p:nvPr>
            <p:ph sz="quarter" idx="13"/>
          </p:nvPr>
        </p:nvSpPr>
        <p:spPr>
          <a:xfrm>
            <a:off x="4962526" y="1016955"/>
            <a:ext cx="6696074" cy="5490524"/>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5" name="Espaço Reservado para Rodapé 4">
            <a:extLst>
              <a:ext uri="{FF2B5EF4-FFF2-40B4-BE49-F238E27FC236}">
                <a16:creationId xmlns:a16="http://schemas.microsoft.com/office/drawing/2014/main" id="{B17E6B5E-6174-FD5C-41E8-FFC44C650D7E}"/>
              </a:ext>
            </a:extLst>
          </p:cNvPr>
          <p:cNvSpPr>
            <a:spLocks noGrp="1"/>
          </p:cNvSpPr>
          <p:nvPr>
            <p:ph type="ftr" sz="quarter" idx="11"/>
          </p:nvPr>
        </p:nvSpPr>
        <p:spPr>
          <a:xfrm>
            <a:off x="533399" y="6477000"/>
            <a:ext cx="8576637" cy="381001"/>
          </a:xfrm>
          <a:prstGeom prst="rect">
            <a:avLst/>
          </a:prstGeom>
        </p:spPr>
        <p:txBody>
          <a:bodyPr rtlCol="0"/>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0B9485D1-E172-8F0A-A425-3097B3ABCFB4}"/>
              </a:ext>
            </a:extLst>
          </p:cNvPr>
          <p:cNvSpPr>
            <a:spLocks noGrp="1"/>
          </p:cNvSpPr>
          <p:nvPr>
            <p:ph type="dt" sz="half" idx="10"/>
          </p:nvPr>
        </p:nvSpPr>
        <p:spPr>
          <a:xfrm>
            <a:off x="9110036" y="6477000"/>
            <a:ext cx="1891338" cy="381001"/>
          </a:xfrm>
          <a:prstGeom prst="rect">
            <a:avLst/>
          </a:prstGeom>
        </p:spPr>
        <p:txBody>
          <a:bodyPr rtlCol="0"/>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4" y="6477000"/>
            <a:ext cx="657226" cy="381001"/>
          </a:xfrm>
          <a:prstGeom prst="rect">
            <a:avLst/>
          </a:prstGeom>
        </p:spPr>
        <p:txBody>
          <a:bodyPr rtlCol="0"/>
          <a:lstStyle/>
          <a:p>
            <a:pPr rtl="0"/>
            <a:fld id="{AEAA3239-9EA4-4A65-A281-97F994456D9F}" type="slidenum">
              <a:rPr lang="en-US" smtClean="0"/>
              <a:t>‹#›</a:t>
            </a:fld>
            <a:endParaRPr lang="en-US" dirty="0"/>
          </a:p>
        </p:txBody>
      </p:sp>
      <p:sp>
        <p:nvSpPr>
          <p:cNvPr id="7" name="Retângulo 6">
            <a:extLst>
              <a:ext uri="{FF2B5EF4-FFF2-40B4-BE49-F238E27FC236}">
                <a16:creationId xmlns:a16="http://schemas.microsoft.com/office/drawing/2014/main" id="{CB922775-D819-CE59-81DF-9A22F9309472}"/>
              </a:ext>
            </a:extLst>
          </p:cNvPr>
          <p:cNvSpPr/>
          <p:nvPr/>
        </p:nvSpPr>
        <p:spPr>
          <a:xfrm>
            <a:off x="4017310" y="565607"/>
            <a:ext cx="8174690"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10" name="Retângulo 9">
            <a:extLst>
              <a:ext uri="{FF2B5EF4-FFF2-40B4-BE49-F238E27FC236}">
                <a16:creationId xmlns:a16="http://schemas.microsoft.com/office/drawing/2014/main" id="{7E1D59CA-78A2-7B8F-A9C7-E86B47BEAE5E}"/>
              </a:ext>
            </a:extLst>
          </p:cNvPr>
          <p:cNvSpPr/>
          <p:nvPr userDrawn="1"/>
        </p:nvSpPr>
        <p:spPr>
          <a:xfrm>
            <a:off x="634030" y="570037"/>
            <a:ext cx="3390908" cy="595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1568715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údo com Imagem">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4962523" y="1016956"/>
            <a:ext cx="6696076" cy="731520"/>
          </a:xfrm>
          <a:prstGeom prst="rect">
            <a:avLst/>
          </a:prstGeom>
        </p:spPr>
        <p:txBody>
          <a:bodyPr rtlCol="0" anchor="t"/>
          <a:lstStyle>
            <a:lvl1pPr>
              <a:defRPr cap="all" baseline="0"/>
            </a:lvl1pPr>
          </a:lstStyle>
          <a:p>
            <a:pPr rtl="0"/>
            <a:r>
              <a:rPr lang="pt-br"/>
              <a:t>Clique para editar o estilo de título Mestre</a:t>
            </a:r>
          </a:p>
        </p:txBody>
      </p:sp>
      <p:sp>
        <p:nvSpPr>
          <p:cNvPr id="38" name="Espaço Reservado para Imagem 37">
            <a:extLst>
              <a:ext uri="{FF2B5EF4-FFF2-40B4-BE49-F238E27FC236}">
                <a16:creationId xmlns:a16="http://schemas.microsoft.com/office/drawing/2014/main" id="{99EF452C-FB1E-E93B-DCC5-1D98DE017953}"/>
              </a:ext>
            </a:extLst>
          </p:cNvPr>
          <p:cNvSpPr>
            <a:spLocks noGrp="1"/>
          </p:cNvSpPr>
          <p:nvPr>
            <p:ph type="pic" sz="quarter" idx="13" hasCustomPrompt="1"/>
          </p:nvPr>
        </p:nvSpPr>
        <p:spPr>
          <a:xfrm>
            <a:off x="0" y="0"/>
            <a:ext cx="4400554" cy="6858000"/>
          </a:xfrm>
          <a:custGeom>
            <a:avLst/>
            <a:gdLst>
              <a:gd name="connsiteX0" fmla="*/ 0 w 4400554"/>
              <a:gd name="connsiteY0" fmla="*/ 634999 h 6858000"/>
              <a:gd name="connsiteX1" fmla="*/ 4400554 w 4400554"/>
              <a:gd name="connsiteY1" fmla="*/ 634999 h 6858000"/>
              <a:gd name="connsiteX2" fmla="*/ 4400554 w 4400554"/>
              <a:gd name="connsiteY2" fmla="*/ 6858000 h 6858000"/>
              <a:gd name="connsiteX3" fmla="*/ 0 w 4400554"/>
              <a:gd name="connsiteY3" fmla="*/ 6858000 h 6858000"/>
              <a:gd name="connsiteX4" fmla="*/ 0 w 4400554"/>
              <a:gd name="connsiteY4" fmla="*/ 0 h 6858000"/>
              <a:gd name="connsiteX5" fmla="*/ 4400554 w 4400554"/>
              <a:gd name="connsiteY5" fmla="*/ 0 h 6858000"/>
              <a:gd name="connsiteX6" fmla="*/ 4400554 w 4400554"/>
              <a:gd name="connsiteY6" fmla="*/ 570991 h 6858000"/>
              <a:gd name="connsiteX7" fmla="*/ 0 w 4400554"/>
              <a:gd name="connsiteY7" fmla="*/ 57099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400554" h="6858000">
                <a:moveTo>
                  <a:pt x="0" y="634999"/>
                </a:moveTo>
                <a:lnTo>
                  <a:pt x="4400554" y="634999"/>
                </a:lnTo>
                <a:lnTo>
                  <a:pt x="4400554" y="6858000"/>
                </a:lnTo>
                <a:lnTo>
                  <a:pt x="0" y="6858000"/>
                </a:lnTo>
                <a:close/>
                <a:moveTo>
                  <a:pt x="0" y="0"/>
                </a:moveTo>
                <a:lnTo>
                  <a:pt x="4400554" y="0"/>
                </a:lnTo>
                <a:lnTo>
                  <a:pt x="4400554" y="570991"/>
                </a:lnTo>
                <a:lnTo>
                  <a:pt x="0" y="570991"/>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8" name="Espaço Reservado para Conteúdo 7">
            <a:extLst>
              <a:ext uri="{FF2B5EF4-FFF2-40B4-BE49-F238E27FC236}">
                <a16:creationId xmlns:a16="http://schemas.microsoft.com/office/drawing/2014/main" id="{818B74D6-CD72-B859-C229-60DB988B25E3}"/>
              </a:ext>
            </a:extLst>
          </p:cNvPr>
          <p:cNvSpPr>
            <a:spLocks noGrp="1"/>
          </p:cNvSpPr>
          <p:nvPr>
            <p:ph sz="quarter" idx="14"/>
          </p:nvPr>
        </p:nvSpPr>
        <p:spPr>
          <a:xfrm>
            <a:off x="4962523" y="2145668"/>
            <a:ext cx="6689892" cy="4118399"/>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9" name="Espaço Reservado para Rodapé 8">
            <a:extLst>
              <a:ext uri="{FF2B5EF4-FFF2-40B4-BE49-F238E27FC236}">
                <a16:creationId xmlns:a16="http://schemas.microsoft.com/office/drawing/2014/main" id="{C65BFCB1-FAA8-D03A-3B62-DCB2CF1CA112}"/>
              </a:ext>
            </a:extLst>
          </p:cNvPr>
          <p:cNvSpPr>
            <a:spLocks noGrp="1"/>
          </p:cNvSpPr>
          <p:nvPr>
            <p:ph type="ftr" sz="quarter" idx="16"/>
          </p:nvPr>
        </p:nvSpPr>
        <p:spPr>
          <a:xfrm>
            <a:off x="4964103" y="6477000"/>
            <a:ext cx="4707905"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1E742B5C-5438-96A4-4A2A-AE939906F8A4}"/>
              </a:ext>
            </a:extLst>
          </p:cNvPr>
          <p:cNvSpPr>
            <a:spLocks noGrp="1"/>
          </p:cNvSpPr>
          <p:nvPr>
            <p:ph type="dt" sz="half" idx="15"/>
          </p:nvPr>
        </p:nvSpPr>
        <p:spPr>
          <a:xfrm>
            <a:off x="9672013" y="6477000"/>
            <a:ext cx="1329365" cy="381000"/>
          </a:xfrm>
          <a:prstGeom prst="rect">
            <a:avLst/>
          </a:prstGeom>
        </p:spPr>
        <p:txBody>
          <a:bodyPr rtlCol="0"/>
          <a:lstStyle>
            <a:lvl1pPr>
              <a:defRPr>
                <a:solidFill>
                  <a:schemeClr val="tx2"/>
                </a:solidFill>
              </a:defRPr>
            </a:lvl1pPr>
          </a:lstStyle>
          <a:p>
            <a:pPr rtl="0"/>
            <a:r>
              <a:rPr lang="en-US"/>
              <a:t>17/09/2025</a:t>
            </a:r>
            <a:endParaRPr lang="en-US" dirty="0"/>
          </a:p>
        </p:txBody>
      </p:sp>
      <p:sp>
        <p:nvSpPr>
          <p:cNvPr id="10" name="Espaço Reservado para o Número do Slide 9">
            <a:extLst>
              <a:ext uri="{FF2B5EF4-FFF2-40B4-BE49-F238E27FC236}">
                <a16:creationId xmlns:a16="http://schemas.microsoft.com/office/drawing/2014/main" id="{0A608994-46CD-AAE0-DCC4-A59D26254D84}"/>
              </a:ext>
            </a:extLst>
          </p:cNvPr>
          <p:cNvSpPr>
            <a:spLocks noGrp="1"/>
          </p:cNvSpPr>
          <p:nvPr>
            <p:ph type="sldNum" sz="quarter" idx="17"/>
          </p:nvPr>
        </p:nvSpPr>
        <p:spPr>
          <a:xfrm>
            <a:off x="11001379" y="6477000"/>
            <a:ext cx="657221" cy="38100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 name="Forma Livre 2">
            <a:extLst>
              <a:ext uri="{FF2B5EF4-FFF2-40B4-BE49-F238E27FC236}">
                <a16:creationId xmlns:a16="http://schemas.microsoft.com/office/drawing/2014/main" id="{EC16BEA9-7D3A-E34B-4442-F0BFB853F3F8}"/>
              </a:ext>
            </a:extLst>
          </p:cNvPr>
          <p:cNvSpPr/>
          <p:nvPr userDrawn="1"/>
        </p:nvSpPr>
        <p:spPr>
          <a:xfrm>
            <a:off x="4408228" y="570993"/>
            <a:ext cx="7142064" cy="64006"/>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
        <p:nvSpPr>
          <p:cNvPr id="5" name="Retângulo 4">
            <a:extLst>
              <a:ext uri="{FF2B5EF4-FFF2-40B4-BE49-F238E27FC236}">
                <a16:creationId xmlns:a16="http://schemas.microsoft.com/office/drawing/2014/main" id="{A3462211-E1BA-E90A-00F8-E717C7293E42}"/>
              </a:ext>
            </a:extLst>
          </p:cNvPr>
          <p:cNvSpPr/>
          <p:nvPr userDrawn="1"/>
        </p:nvSpPr>
        <p:spPr>
          <a:xfrm>
            <a:off x="-2282" y="570991"/>
            <a:ext cx="4410510"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57778861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údo com Imagem 2">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0" y="1016955"/>
            <a:ext cx="6309821" cy="731520"/>
          </a:xfrm>
          <a:prstGeom prst="rect">
            <a:avLst/>
          </a:prstGeom>
        </p:spPr>
        <p:txBody>
          <a:bodyPr rtlCol="0" anchor="t"/>
          <a:lstStyle>
            <a:lvl1pPr>
              <a:defRPr cap="all" baseline="0"/>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07755DB3-9272-8E5E-039F-AC14A2C07898}"/>
              </a:ext>
            </a:extLst>
          </p:cNvPr>
          <p:cNvSpPr>
            <a:spLocks noGrp="1"/>
          </p:cNvSpPr>
          <p:nvPr>
            <p:ph sz="quarter" idx="14"/>
          </p:nvPr>
        </p:nvSpPr>
        <p:spPr>
          <a:xfrm>
            <a:off x="533400" y="2145668"/>
            <a:ext cx="6309695" cy="4058432"/>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10" name="Espaço Reservado para Rodapé 9">
            <a:extLst>
              <a:ext uri="{FF2B5EF4-FFF2-40B4-BE49-F238E27FC236}">
                <a16:creationId xmlns:a16="http://schemas.microsoft.com/office/drawing/2014/main" id="{4515DEC4-C967-ABFB-73CF-0A90335332A4}"/>
              </a:ext>
            </a:extLst>
          </p:cNvPr>
          <p:cNvSpPr>
            <a:spLocks noGrp="1"/>
          </p:cNvSpPr>
          <p:nvPr>
            <p:ph type="ftr" sz="quarter" idx="16"/>
          </p:nvPr>
        </p:nvSpPr>
        <p:spPr>
          <a:xfrm>
            <a:off x="533400" y="6477000"/>
            <a:ext cx="4809999"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9" name="Espaço Reservado para Data 8">
            <a:extLst>
              <a:ext uri="{FF2B5EF4-FFF2-40B4-BE49-F238E27FC236}">
                <a16:creationId xmlns:a16="http://schemas.microsoft.com/office/drawing/2014/main" id="{81177663-FC76-DF36-EEB7-5BE4C6C82F3A}"/>
              </a:ext>
            </a:extLst>
          </p:cNvPr>
          <p:cNvSpPr>
            <a:spLocks noGrp="1"/>
          </p:cNvSpPr>
          <p:nvPr>
            <p:ph type="dt" sz="half" idx="15"/>
          </p:nvPr>
        </p:nvSpPr>
        <p:spPr>
          <a:xfrm>
            <a:off x="5343525" y="6492875"/>
            <a:ext cx="1033596" cy="381001"/>
          </a:xfrm>
          <a:prstGeom prst="rect">
            <a:avLst/>
          </a:prstGeom>
        </p:spPr>
        <p:txBody>
          <a:bodyPr rtlCol="0"/>
          <a:lstStyle>
            <a:lvl1pPr>
              <a:defRPr>
                <a:solidFill>
                  <a:schemeClr val="tx2"/>
                </a:solidFill>
              </a:defRPr>
            </a:lvl1pPr>
          </a:lstStyle>
          <a:p>
            <a:pPr rtl="0"/>
            <a:r>
              <a:rPr lang="en-US"/>
              <a:t>17/09/2025</a:t>
            </a:r>
            <a:endParaRPr lang="en-US" dirty="0"/>
          </a:p>
        </p:txBody>
      </p:sp>
      <p:sp>
        <p:nvSpPr>
          <p:cNvPr id="12" name="Espaço Reservado para o Número do Slide 11">
            <a:extLst>
              <a:ext uri="{FF2B5EF4-FFF2-40B4-BE49-F238E27FC236}">
                <a16:creationId xmlns:a16="http://schemas.microsoft.com/office/drawing/2014/main" id="{A5A5085F-BE80-B110-AA1F-9DD0919E27D7}"/>
              </a:ext>
            </a:extLst>
          </p:cNvPr>
          <p:cNvSpPr>
            <a:spLocks noGrp="1"/>
          </p:cNvSpPr>
          <p:nvPr>
            <p:ph type="sldNum" sz="quarter" idx="17"/>
          </p:nvPr>
        </p:nvSpPr>
        <p:spPr>
          <a:xfrm>
            <a:off x="6413888" y="6476999"/>
            <a:ext cx="429207"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 name="Espaço Reservado para Imagem 2">
            <a:extLst>
              <a:ext uri="{FF2B5EF4-FFF2-40B4-BE49-F238E27FC236}">
                <a16:creationId xmlns:a16="http://schemas.microsoft.com/office/drawing/2014/main" id="{F5064846-7F19-1A60-FFA5-393438EE39E9}"/>
              </a:ext>
            </a:extLst>
          </p:cNvPr>
          <p:cNvSpPr>
            <a:spLocks noGrp="1"/>
          </p:cNvSpPr>
          <p:nvPr>
            <p:ph type="pic" sz="quarter" idx="13" hasCustomPrompt="1"/>
          </p:nvPr>
        </p:nvSpPr>
        <p:spPr>
          <a:xfrm>
            <a:off x="7791446" y="0"/>
            <a:ext cx="4400554" cy="6858000"/>
          </a:xfrm>
          <a:custGeom>
            <a:avLst/>
            <a:gdLst>
              <a:gd name="connsiteX0" fmla="*/ 0 w 4400554"/>
              <a:gd name="connsiteY0" fmla="*/ 634999 h 6858000"/>
              <a:gd name="connsiteX1" fmla="*/ 4400554 w 4400554"/>
              <a:gd name="connsiteY1" fmla="*/ 634999 h 6858000"/>
              <a:gd name="connsiteX2" fmla="*/ 4400554 w 4400554"/>
              <a:gd name="connsiteY2" fmla="*/ 6858000 h 6858000"/>
              <a:gd name="connsiteX3" fmla="*/ 0 w 4400554"/>
              <a:gd name="connsiteY3" fmla="*/ 6858000 h 6858000"/>
              <a:gd name="connsiteX4" fmla="*/ 0 w 4400554"/>
              <a:gd name="connsiteY4" fmla="*/ 0 h 6858000"/>
              <a:gd name="connsiteX5" fmla="*/ 4400554 w 4400554"/>
              <a:gd name="connsiteY5" fmla="*/ 0 h 6858000"/>
              <a:gd name="connsiteX6" fmla="*/ 4400554 w 4400554"/>
              <a:gd name="connsiteY6" fmla="*/ 570991 h 6858000"/>
              <a:gd name="connsiteX7" fmla="*/ 0 w 4400554"/>
              <a:gd name="connsiteY7" fmla="*/ 57099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400554" h="6858000">
                <a:moveTo>
                  <a:pt x="0" y="634999"/>
                </a:moveTo>
                <a:lnTo>
                  <a:pt x="4400554" y="634999"/>
                </a:lnTo>
                <a:lnTo>
                  <a:pt x="4400554" y="6858000"/>
                </a:lnTo>
                <a:lnTo>
                  <a:pt x="0" y="6858000"/>
                </a:lnTo>
                <a:close/>
                <a:moveTo>
                  <a:pt x="0" y="0"/>
                </a:moveTo>
                <a:lnTo>
                  <a:pt x="4400554" y="0"/>
                </a:lnTo>
                <a:lnTo>
                  <a:pt x="4400554" y="570991"/>
                </a:lnTo>
                <a:lnTo>
                  <a:pt x="0" y="570991"/>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6" name="Retângulo 5">
            <a:extLst>
              <a:ext uri="{FF2B5EF4-FFF2-40B4-BE49-F238E27FC236}">
                <a16:creationId xmlns:a16="http://schemas.microsoft.com/office/drawing/2014/main" id="{B87C63CE-38F9-6D67-7C23-42944811492E}"/>
              </a:ext>
            </a:extLst>
          </p:cNvPr>
          <p:cNvSpPr/>
          <p:nvPr userDrawn="1"/>
        </p:nvSpPr>
        <p:spPr>
          <a:xfrm>
            <a:off x="7789164" y="570991"/>
            <a:ext cx="4410510"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7" name="Forma Livre 6">
            <a:extLst>
              <a:ext uri="{FF2B5EF4-FFF2-40B4-BE49-F238E27FC236}">
                <a16:creationId xmlns:a16="http://schemas.microsoft.com/office/drawing/2014/main" id="{E209D7E2-AB21-4057-B204-85F36DA5484C}"/>
              </a:ext>
            </a:extLst>
          </p:cNvPr>
          <p:cNvSpPr/>
          <p:nvPr userDrawn="1"/>
        </p:nvSpPr>
        <p:spPr>
          <a:xfrm>
            <a:off x="645959" y="570993"/>
            <a:ext cx="7142064" cy="64006"/>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33610413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údo com Imagem 3">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4632163" y="1016955"/>
            <a:ext cx="7026437" cy="731520"/>
          </a:xfrm>
          <a:prstGeom prst="rect">
            <a:avLst/>
          </a:prstGeom>
        </p:spPr>
        <p:txBody>
          <a:bodyPr rtlCol="0" anchor="t"/>
          <a:lstStyle>
            <a:lvl1pPr>
              <a:defRPr cap="all" baseline="0"/>
            </a:lvl1pPr>
          </a:lstStyle>
          <a:p>
            <a:pPr rtl="0"/>
            <a:r>
              <a:rPr lang="pt-br"/>
              <a:t>Clique para editar o estilo de título Mestre</a:t>
            </a:r>
          </a:p>
        </p:txBody>
      </p:sp>
      <p:sp>
        <p:nvSpPr>
          <p:cNvPr id="38" name="Espaço Reservado para Imagem 37">
            <a:extLst>
              <a:ext uri="{FF2B5EF4-FFF2-40B4-BE49-F238E27FC236}">
                <a16:creationId xmlns:a16="http://schemas.microsoft.com/office/drawing/2014/main" id="{87476243-EB8F-9EFF-F789-0088ABBB0FBF}"/>
              </a:ext>
            </a:extLst>
          </p:cNvPr>
          <p:cNvSpPr>
            <a:spLocks noGrp="1"/>
          </p:cNvSpPr>
          <p:nvPr>
            <p:ph type="pic" sz="quarter" idx="13" hasCustomPrompt="1"/>
          </p:nvPr>
        </p:nvSpPr>
        <p:spPr>
          <a:xfrm>
            <a:off x="0" y="1"/>
            <a:ext cx="3998133" cy="6858000"/>
          </a:xfrm>
          <a:custGeom>
            <a:avLst/>
            <a:gdLst>
              <a:gd name="connsiteX0" fmla="*/ 0 w 3998133"/>
              <a:gd name="connsiteY0" fmla="*/ 634999 h 6858000"/>
              <a:gd name="connsiteX1" fmla="*/ 3998133 w 3998133"/>
              <a:gd name="connsiteY1" fmla="*/ 634999 h 6858000"/>
              <a:gd name="connsiteX2" fmla="*/ 3998133 w 3998133"/>
              <a:gd name="connsiteY2" fmla="*/ 6858000 h 6858000"/>
              <a:gd name="connsiteX3" fmla="*/ 0 w 3998133"/>
              <a:gd name="connsiteY3" fmla="*/ 6858000 h 6858000"/>
              <a:gd name="connsiteX4" fmla="*/ 0 w 3998133"/>
              <a:gd name="connsiteY4" fmla="*/ 0 h 6858000"/>
              <a:gd name="connsiteX5" fmla="*/ 3998133 w 3998133"/>
              <a:gd name="connsiteY5" fmla="*/ 0 h 6858000"/>
              <a:gd name="connsiteX6" fmla="*/ 3998133 w 3998133"/>
              <a:gd name="connsiteY6" fmla="*/ 570991 h 6858000"/>
              <a:gd name="connsiteX7" fmla="*/ 0 w 3998133"/>
              <a:gd name="connsiteY7" fmla="*/ 57099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8133" h="6858000">
                <a:moveTo>
                  <a:pt x="0" y="634999"/>
                </a:moveTo>
                <a:lnTo>
                  <a:pt x="3998133" y="634999"/>
                </a:lnTo>
                <a:lnTo>
                  <a:pt x="3998133" y="6858000"/>
                </a:lnTo>
                <a:lnTo>
                  <a:pt x="0" y="6858000"/>
                </a:lnTo>
                <a:close/>
                <a:moveTo>
                  <a:pt x="0" y="0"/>
                </a:moveTo>
                <a:lnTo>
                  <a:pt x="3998133" y="0"/>
                </a:lnTo>
                <a:lnTo>
                  <a:pt x="3998133" y="570991"/>
                </a:lnTo>
                <a:lnTo>
                  <a:pt x="0" y="570991"/>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8" name="Espaço Reservado para Conteúdo 7">
            <a:extLst>
              <a:ext uri="{FF2B5EF4-FFF2-40B4-BE49-F238E27FC236}">
                <a16:creationId xmlns:a16="http://schemas.microsoft.com/office/drawing/2014/main" id="{818B74D6-CD72-B859-C229-60DB988B25E3}"/>
              </a:ext>
            </a:extLst>
          </p:cNvPr>
          <p:cNvSpPr>
            <a:spLocks noGrp="1"/>
          </p:cNvSpPr>
          <p:nvPr>
            <p:ph sz="quarter" idx="14"/>
          </p:nvPr>
        </p:nvSpPr>
        <p:spPr>
          <a:xfrm>
            <a:off x="4632168" y="2145668"/>
            <a:ext cx="7026432" cy="4077331"/>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4" name="Espaço Reservado para Rodapé 3">
            <a:extLst>
              <a:ext uri="{FF2B5EF4-FFF2-40B4-BE49-F238E27FC236}">
                <a16:creationId xmlns:a16="http://schemas.microsoft.com/office/drawing/2014/main" id="{5446E4B5-B423-4137-0255-D68BAC85BE95}"/>
              </a:ext>
            </a:extLst>
          </p:cNvPr>
          <p:cNvSpPr>
            <a:spLocks noGrp="1"/>
          </p:cNvSpPr>
          <p:nvPr>
            <p:ph type="ftr" sz="quarter" idx="16"/>
          </p:nvPr>
        </p:nvSpPr>
        <p:spPr>
          <a:xfrm>
            <a:off x="4632167" y="6477000"/>
            <a:ext cx="5426231"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F0BFB53A-8FDF-F131-DCF2-D7BECE95381F}"/>
              </a:ext>
            </a:extLst>
          </p:cNvPr>
          <p:cNvSpPr>
            <a:spLocks noGrp="1"/>
          </p:cNvSpPr>
          <p:nvPr>
            <p:ph type="dt" sz="half" idx="15"/>
          </p:nvPr>
        </p:nvSpPr>
        <p:spPr>
          <a:xfrm>
            <a:off x="10058404" y="6477000"/>
            <a:ext cx="942970" cy="381000"/>
          </a:xfrm>
          <a:prstGeom prst="rect">
            <a:avLst/>
          </a:prstGeom>
        </p:spPr>
        <p:txBody>
          <a:bodyPr rtlCol="0"/>
          <a:lstStyle>
            <a:lvl1pPr>
              <a:defRPr>
                <a:solidFill>
                  <a:schemeClr val="tx2"/>
                </a:solidFill>
              </a:defRPr>
            </a:lvl1pPr>
          </a:lstStyle>
          <a:p>
            <a:pPr rtl="0"/>
            <a:r>
              <a:rPr lang="en-US"/>
              <a:t>17/09/2025</a:t>
            </a:r>
            <a:endParaRPr lang="en-US" dirty="0"/>
          </a:p>
        </p:txBody>
      </p:sp>
      <p:sp>
        <p:nvSpPr>
          <p:cNvPr id="9" name="Espaço Reservado para o Número do Slide 8">
            <a:extLst>
              <a:ext uri="{FF2B5EF4-FFF2-40B4-BE49-F238E27FC236}">
                <a16:creationId xmlns:a16="http://schemas.microsoft.com/office/drawing/2014/main" id="{79FEC5A8-0DCB-9EEB-83E2-0411804C543D}"/>
              </a:ext>
            </a:extLst>
          </p:cNvPr>
          <p:cNvSpPr>
            <a:spLocks noGrp="1"/>
          </p:cNvSpPr>
          <p:nvPr>
            <p:ph type="sldNum" sz="quarter" idx="17"/>
          </p:nvPr>
        </p:nvSpPr>
        <p:spPr>
          <a:xfrm>
            <a:off x="11001374" y="6477000"/>
            <a:ext cx="657226" cy="38100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5" name="Forma Livre 4">
            <a:extLst>
              <a:ext uri="{FF2B5EF4-FFF2-40B4-BE49-F238E27FC236}">
                <a16:creationId xmlns:a16="http://schemas.microsoft.com/office/drawing/2014/main" id="{ECF4FA5C-D406-8202-9143-DAEA62C5C872}"/>
              </a:ext>
            </a:extLst>
          </p:cNvPr>
          <p:cNvSpPr/>
          <p:nvPr userDrawn="1"/>
        </p:nvSpPr>
        <p:spPr>
          <a:xfrm>
            <a:off x="0" y="570992"/>
            <a:ext cx="4019552"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
        <p:nvSpPr>
          <p:cNvPr id="6" name="Forma Livre 5">
            <a:extLst>
              <a:ext uri="{FF2B5EF4-FFF2-40B4-BE49-F238E27FC236}">
                <a16:creationId xmlns:a16="http://schemas.microsoft.com/office/drawing/2014/main" id="{082645EB-0315-BBF0-B28C-6A31158DE8D1}"/>
              </a:ext>
            </a:extLst>
          </p:cNvPr>
          <p:cNvSpPr/>
          <p:nvPr userDrawn="1"/>
        </p:nvSpPr>
        <p:spPr>
          <a:xfrm>
            <a:off x="3997235" y="570992"/>
            <a:ext cx="7560729"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321005710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údo com Imagem 4">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1" y="1016955"/>
            <a:ext cx="6858000" cy="731519"/>
          </a:xfrm>
          <a:prstGeom prst="rect">
            <a:avLst/>
          </a:prstGeom>
        </p:spPr>
        <p:txBody>
          <a:bodyPr rtlCol="0" anchor="t"/>
          <a:lstStyle>
            <a:lvl1pPr>
              <a:defRPr cap="all" baseline="0"/>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07755DB3-9272-8E5E-039F-AC14A2C07898}"/>
              </a:ext>
            </a:extLst>
          </p:cNvPr>
          <p:cNvSpPr>
            <a:spLocks noGrp="1"/>
          </p:cNvSpPr>
          <p:nvPr>
            <p:ph sz="quarter" idx="14"/>
          </p:nvPr>
        </p:nvSpPr>
        <p:spPr>
          <a:xfrm>
            <a:off x="533401" y="2145668"/>
            <a:ext cx="6858000" cy="4093526"/>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9" name="Espaço Reservado para Rodapé 8">
            <a:extLst>
              <a:ext uri="{FF2B5EF4-FFF2-40B4-BE49-F238E27FC236}">
                <a16:creationId xmlns:a16="http://schemas.microsoft.com/office/drawing/2014/main" id="{820916D3-99FA-E971-607F-14E290E58854}"/>
              </a:ext>
            </a:extLst>
          </p:cNvPr>
          <p:cNvSpPr>
            <a:spLocks noGrp="1"/>
          </p:cNvSpPr>
          <p:nvPr>
            <p:ph type="ftr" sz="quarter" idx="16"/>
          </p:nvPr>
        </p:nvSpPr>
        <p:spPr>
          <a:xfrm>
            <a:off x="533401" y="6464300"/>
            <a:ext cx="5366715" cy="399514"/>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9F3CAD5B-18BB-E21E-3A4C-7BAACB8519A4}"/>
              </a:ext>
            </a:extLst>
          </p:cNvPr>
          <p:cNvSpPr>
            <a:spLocks noGrp="1"/>
          </p:cNvSpPr>
          <p:nvPr>
            <p:ph type="dt" sz="half" idx="15"/>
          </p:nvPr>
        </p:nvSpPr>
        <p:spPr>
          <a:xfrm>
            <a:off x="5900115" y="6464300"/>
            <a:ext cx="929303" cy="399514"/>
          </a:xfrm>
          <a:prstGeom prst="rect">
            <a:avLst/>
          </a:prstGeom>
        </p:spPr>
        <p:txBody>
          <a:bodyPr rtlCol="0"/>
          <a:lstStyle>
            <a:lvl1pPr>
              <a:defRPr>
                <a:solidFill>
                  <a:schemeClr val="tx2"/>
                </a:solidFill>
              </a:defRPr>
            </a:lvl1pPr>
          </a:lstStyle>
          <a:p>
            <a:pPr rtl="0"/>
            <a:r>
              <a:rPr lang="en-US"/>
              <a:t>17/09/2025</a:t>
            </a:r>
            <a:endParaRPr lang="en-US" dirty="0"/>
          </a:p>
        </p:txBody>
      </p:sp>
      <p:sp>
        <p:nvSpPr>
          <p:cNvPr id="10" name="Espaço Reservado para o Número do Slide 9">
            <a:extLst>
              <a:ext uri="{FF2B5EF4-FFF2-40B4-BE49-F238E27FC236}">
                <a16:creationId xmlns:a16="http://schemas.microsoft.com/office/drawing/2014/main" id="{BBDEAB8E-8806-A459-E320-4CA2B455BFD7}"/>
              </a:ext>
            </a:extLst>
          </p:cNvPr>
          <p:cNvSpPr>
            <a:spLocks noGrp="1"/>
          </p:cNvSpPr>
          <p:nvPr>
            <p:ph type="sldNum" sz="quarter" idx="17"/>
          </p:nvPr>
        </p:nvSpPr>
        <p:spPr>
          <a:xfrm>
            <a:off x="6829424" y="6464300"/>
            <a:ext cx="561977" cy="399514"/>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6" name="Espaço Reservado para Imagem 5">
            <a:extLst>
              <a:ext uri="{FF2B5EF4-FFF2-40B4-BE49-F238E27FC236}">
                <a16:creationId xmlns:a16="http://schemas.microsoft.com/office/drawing/2014/main" id="{070CE66A-15FE-D8FB-D711-D3BB0755F0D1}"/>
              </a:ext>
            </a:extLst>
          </p:cNvPr>
          <p:cNvSpPr>
            <a:spLocks noGrp="1"/>
          </p:cNvSpPr>
          <p:nvPr>
            <p:ph type="pic" sz="quarter" idx="18" hasCustomPrompt="1"/>
          </p:nvPr>
        </p:nvSpPr>
        <p:spPr>
          <a:xfrm>
            <a:off x="8193866" y="1"/>
            <a:ext cx="3998133" cy="6858000"/>
          </a:xfrm>
          <a:custGeom>
            <a:avLst/>
            <a:gdLst>
              <a:gd name="connsiteX0" fmla="*/ 0 w 3998133"/>
              <a:gd name="connsiteY0" fmla="*/ 634999 h 6858000"/>
              <a:gd name="connsiteX1" fmla="*/ 3998133 w 3998133"/>
              <a:gd name="connsiteY1" fmla="*/ 634999 h 6858000"/>
              <a:gd name="connsiteX2" fmla="*/ 3998133 w 3998133"/>
              <a:gd name="connsiteY2" fmla="*/ 6858000 h 6858000"/>
              <a:gd name="connsiteX3" fmla="*/ 0 w 3998133"/>
              <a:gd name="connsiteY3" fmla="*/ 6858000 h 6858000"/>
              <a:gd name="connsiteX4" fmla="*/ 0 w 3998133"/>
              <a:gd name="connsiteY4" fmla="*/ 0 h 6858000"/>
              <a:gd name="connsiteX5" fmla="*/ 3998133 w 3998133"/>
              <a:gd name="connsiteY5" fmla="*/ 0 h 6858000"/>
              <a:gd name="connsiteX6" fmla="*/ 3998133 w 3998133"/>
              <a:gd name="connsiteY6" fmla="*/ 570991 h 6858000"/>
              <a:gd name="connsiteX7" fmla="*/ 0 w 3998133"/>
              <a:gd name="connsiteY7" fmla="*/ 57099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8133" h="6858000">
                <a:moveTo>
                  <a:pt x="0" y="634999"/>
                </a:moveTo>
                <a:lnTo>
                  <a:pt x="3998133" y="634999"/>
                </a:lnTo>
                <a:lnTo>
                  <a:pt x="3998133" y="6858000"/>
                </a:lnTo>
                <a:lnTo>
                  <a:pt x="0" y="6858000"/>
                </a:lnTo>
                <a:close/>
                <a:moveTo>
                  <a:pt x="0" y="0"/>
                </a:moveTo>
                <a:lnTo>
                  <a:pt x="3998133" y="0"/>
                </a:lnTo>
                <a:lnTo>
                  <a:pt x="3998133" y="570991"/>
                </a:lnTo>
                <a:lnTo>
                  <a:pt x="0" y="570991"/>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3" name="Forma Livre 2">
            <a:extLst>
              <a:ext uri="{FF2B5EF4-FFF2-40B4-BE49-F238E27FC236}">
                <a16:creationId xmlns:a16="http://schemas.microsoft.com/office/drawing/2014/main" id="{E19B021D-A5A3-D515-C491-988160E0708C}"/>
              </a:ext>
            </a:extLst>
          </p:cNvPr>
          <p:cNvSpPr/>
          <p:nvPr userDrawn="1"/>
        </p:nvSpPr>
        <p:spPr>
          <a:xfrm>
            <a:off x="8172447" y="570992"/>
            <a:ext cx="4019552"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
        <p:nvSpPr>
          <p:cNvPr id="5" name="Forma Livre 4">
            <a:extLst>
              <a:ext uri="{FF2B5EF4-FFF2-40B4-BE49-F238E27FC236}">
                <a16:creationId xmlns:a16="http://schemas.microsoft.com/office/drawing/2014/main" id="{F6879252-7B61-583A-CF4D-92BF27416ADC}"/>
              </a:ext>
            </a:extLst>
          </p:cNvPr>
          <p:cNvSpPr/>
          <p:nvPr userDrawn="1"/>
        </p:nvSpPr>
        <p:spPr>
          <a:xfrm>
            <a:off x="633137" y="570992"/>
            <a:ext cx="7560729"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205145543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údo com Imagem 5">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7229478" y="1016955"/>
            <a:ext cx="4429122" cy="1328932"/>
          </a:xfrm>
          <a:prstGeom prst="rect">
            <a:avLst/>
          </a:prstGeom>
        </p:spPr>
        <p:txBody>
          <a:bodyPr rtlCol="0" anchor="b">
            <a:normAutofit/>
          </a:bodyPr>
          <a:lstStyle>
            <a:lvl1pPr>
              <a:defRPr sz="3600" cap="all" baseline="0"/>
            </a:lvl1pPr>
          </a:lstStyle>
          <a:p>
            <a:pPr rtl="0"/>
            <a:r>
              <a:rPr lang="pt-br"/>
              <a:t>Clique para editar o estilo de título Mestre</a:t>
            </a:r>
          </a:p>
        </p:txBody>
      </p:sp>
      <p:sp>
        <p:nvSpPr>
          <p:cNvPr id="11" name="Espaço Reservado para Imagem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16383"/>
            <a:ext cx="6492240" cy="6858000"/>
          </a:xfrm>
          <a:prstGeom prst="rect">
            <a:avLst/>
          </a:prstGeom>
          <a:blipFill dpi="0" rotWithShape="1">
            <a:blip r:embed="rId2">
              <a:alphaModFix amt="60000"/>
            </a:blip>
            <a:srcRect/>
            <a:stretch>
              <a:fillRect/>
            </a:stretch>
          </a:blipFill>
        </p:spPr>
        <p:txBody>
          <a:bodyPr rtlCol="0"/>
          <a:lstStyle>
            <a:lvl1pPr marL="0" indent="0">
              <a:buNone/>
              <a:defRPr/>
            </a:lvl1pPr>
          </a:lstStyle>
          <a:p>
            <a:pPr rtl="0"/>
            <a:r>
              <a:rPr lang="pt-br"/>
              <a:t> </a:t>
            </a:r>
          </a:p>
        </p:txBody>
      </p:sp>
      <p:sp>
        <p:nvSpPr>
          <p:cNvPr id="8" name="Espaço Reservado para Conteúdo 7">
            <a:extLst>
              <a:ext uri="{FF2B5EF4-FFF2-40B4-BE49-F238E27FC236}">
                <a16:creationId xmlns:a16="http://schemas.microsoft.com/office/drawing/2014/main" id="{7FF0220E-48F8-B4D9-19DE-7B457C3C221C}"/>
              </a:ext>
            </a:extLst>
          </p:cNvPr>
          <p:cNvSpPr>
            <a:spLocks noGrp="1"/>
          </p:cNvSpPr>
          <p:nvPr>
            <p:ph sz="quarter" idx="14"/>
          </p:nvPr>
        </p:nvSpPr>
        <p:spPr>
          <a:xfrm>
            <a:off x="7229478" y="2495233"/>
            <a:ext cx="4429121" cy="3727767"/>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7229479" y="6477000"/>
            <a:ext cx="2828920"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10058404" y="6477000"/>
            <a:ext cx="942976" cy="381000"/>
          </a:xfrm>
          <a:prstGeom prst="rect">
            <a:avLst/>
          </a:prstGeom>
        </p:spPr>
        <p:txBody>
          <a:bodyPr rtlCol="0"/>
          <a:lstStyle>
            <a:lvl1pPr>
              <a:defRPr>
                <a:solidFill>
                  <a:schemeClr val="tx2"/>
                </a:solidFill>
                <a:effectLst/>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1379" y="6477000"/>
            <a:ext cx="657221" cy="38100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63" name="Forma Livre 62">
            <a:extLst>
              <a:ext uri="{FF2B5EF4-FFF2-40B4-BE49-F238E27FC236}">
                <a16:creationId xmlns:a16="http://schemas.microsoft.com/office/drawing/2014/main" id="{7A28C34C-6E29-8131-3040-4DAF8132CA12}"/>
              </a:ext>
            </a:extLst>
          </p:cNvPr>
          <p:cNvSpPr/>
          <p:nvPr/>
        </p:nvSpPr>
        <p:spPr>
          <a:xfrm>
            <a:off x="6487084" y="570990"/>
            <a:ext cx="5024894"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2188982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údo com Imagem 6">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1" y="1016955"/>
            <a:ext cx="4573438" cy="1328932"/>
          </a:xfrm>
          <a:prstGeom prst="rect">
            <a:avLst/>
          </a:prstGeom>
        </p:spPr>
        <p:txBody>
          <a:bodyPr rtlCol="0" anchor="t">
            <a:noAutofit/>
          </a:bodyPr>
          <a:lstStyle>
            <a:lvl1pPr>
              <a:defRPr sz="3600" cap="all" baseline="0">
                <a:solidFill>
                  <a:schemeClr val="tx2"/>
                </a:solidFill>
              </a:defRPr>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747AED59-1A26-9C13-8482-7857E7DEFE52}"/>
              </a:ext>
            </a:extLst>
          </p:cNvPr>
          <p:cNvSpPr>
            <a:spLocks noGrp="1"/>
          </p:cNvSpPr>
          <p:nvPr>
            <p:ph sz="quarter" idx="14"/>
          </p:nvPr>
        </p:nvSpPr>
        <p:spPr>
          <a:xfrm>
            <a:off x="533401" y="2495232"/>
            <a:ext cx="4573438" cy="3727767"/>
          </a:xfrm>
          <a:prstGeom prst="rect">
            <a:avLst/>
          </a:prstGeom>
        </p:spPr>
        <p:txBody>
          <a:bodyPr rtlCol="0"/>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533400" y="6477000"/>
            <a:ext cx="2921550" cy="381000"/>
          </a:xfrm>
          <a:prstGeom prst="rect">
            <a:avLst/>
          </a:prstGeom>
        </p:spPr>
        <p:txBody>
          <a:bodyPr rtlCol="0"/>
          <a:lstStyle>
            <a:lvl1pPr>
              <a:defRPr>
                <a:solidFill>
                  <a:schemeClr val="tx2"/>
                </a:solidFill>
                <a:effectLst/>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3454946" y="6477000"/>
            <a:ext cx="1100995" cy="381000"/>
          </a:xfrm>
          <a:prstGeom prst="rect">
            <a:avLst/>
          </a:prstGeom>
        </p:spPr>
        <p:txBody>
          <a:bodyPr rtlCol="0"/>
          <a:lstStyle>
            <a:lvl1pPr>
              <a:defRPr>
                <a:solidFill>
                  <a:schemeClr val="tx2"/>
                </a:solidFill>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4553312" y="6477000"/>
            <a:ext cx="552253" cy="381000"/>
          </a:xfrm>
          <a:prstGeom prst="rect">
            <a:avLst/>
          </a:prstGeom>
        </p:spPr>
        <p:txBody>
          <a:bodyPr rtlCol="0"/>
          <a:lstStyle>
            <a:lvl1pPr>
              <a:defRPr>
                <a:solidFill>
                  <a:schemeClr val="tx2"/>
                </a:solidFill>
                <a:effectLst/>
              </a:defRPr>
            </a:lvl1pPr>
          </a:lstStyle>
          <a:p>
            <a:pPr rtl="0"/>
            <a:fld id="{AEAA3239-9EA4-4A65-A281-97F994456D9F}" type="slidenum">
              <a:rPr lang="en-US" smtClean="0"/>
              <a:pPr/>
              <a:t>‹#›</a:t>
            </a:fld>
            <a:endParaRPr lang="en-US" dirty="0"/>
          </a:p>
        </p:txBody>
      </p:sp>
      <p:sp>
        <p:nvSpPr>
          <p:cNvPr id="11" name="Espaço Reservado para Imagem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658928" y="0"/>
            <a:ext cx="6533072" cy="6858000"/>
          </a:xfrm>
          <a:prstGeom prst="rect">
            <a:avLst/>
          </a:prstGeom>
          <a:blipFill dpi="0" rotWithShape="1">
            <a:blip r:embed="rId2">
              <a:alphaModFix amt="60000"/>
            </a:blip>
            <a:srcRect/>
            <a:stretch>
              <a:fillRect/>
            </a:stretch>
          </a:blipFill>
        </p:spPr>
        <p:txBody>
          <a:bodyPr rtlCol="0"/>
          <a:lstStyle>
            <a:lvl1pPr marL="0" indent="0">
              <a:buNone/>
              <a:defRPr/>
            </a:lvl1pPr>
          </a:lstStyle>
          <a:p>
            <a:pPr rtl="0"/>
            <a:r>
              <a:rPr lang="pt-br"/>
              <a:t> </a:t>
            </a:r>
          </a:p>
        </p:txBody>
      </p:sp>
      <p:sp>
        <p:nvSpPr>
          <p:cNvPr id="3" name="Forma Livre 2">
            <a:extLst>
              <a:ext uri="{FF2B5EF4-FFF2-40B4-BE49-F238E27FC236}">
                <a16:creationId xmlns:a16="http://schemas.microsoft.com/office/drawing/2014/main" id="{103B3571-8BEB-7B5F-5141-60BE7E4F2B98}"/>
              </a:ext>
            </a:extLst>
          </p:cNvPr>
          <p:cNvSpPr/>
          <p:nvPr userDrawn="1"/>
        </p:nvSpPr>
        <p:spPr>
          <a:xfrm>
            <a:off x="631405" y="570990"/>
            <a:ext cx="5024894"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159596156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údo com Imagem 7">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8212662" y="1016955"/>
            <a:ext cx="3445937" cy="1328932"/>
          </a:xfrm>
          <a:prstGeom prst="rect">
            <a:avLst/>
          </a:prstGeom>
        </p:spPr>
        <p:txBody>
          <a:bodyPr rtlCol="0" anchor="t">
            <a:normAutofit/>
          </a:bodyPr>
          <a:lstStyle>
            <a:lvl1pPr>
              <a:defRPr sz="3600" cap="all" baseline="0"/>
            </a:lvl1pPr>
          </a:lstStyle>
          <a:p>
            <a:pPr rtl="0"/>
            <a:r>
              <a:rPr lang="pt-br"/>
              <a:t>Clique para editar o estilo de título Mestre</a:t>
            </a:r>
          </a:p>
        </p:txBody>
      </p:sp>
      <p:sp>
        <p:nvSpPr>
          <p:cNvPr id="11" name="Espaço Reservado para Imagem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0"/>
            <a:ext cx="7584144" cy="6858000"/>
          </a:xfrm>
          <a:prstGeom prst="rect">
            <a:avLst/>
          </a:prstGeom>
          <a:blipFill dpi="0" rotWithShape="1">
            <a:blip r:embed="rId2">
              <a:alphaModFix amt="60000"/>
            </a:blip>
            <a:srcRect/>
            <a:stretch>
              <a:fillRect/>
            </a:stretch>
          </a:blipFill>
        </p:spPr>
        <p:txBody>
          <a:bodyPr rtlCol="0"/>
          <a:lstStyle>
            <a:lvl1pPr marL="0" indent="0">
              <a:buNone/>
              <a:defRPr/>
            </a:lvl1pPr>
          </a:lstStyle>
          <a:p>
            <a:pPr rtl="0"/>
            <a:r>
              <a:rPr lang="pt-br"/>
              <a:t> </a:t>
            </a:r>
          </a:p>
        </p:txBody>
      </p:sp>
      <p:sp>
        <p:nvSpPr>
          <p:cNvPr id="5" name="Espaço Reservado para Conteúdo 7">
            <a:extLst>
              <a:ext uri="{FF2B5EF4-FFF2-40B4-BE49-F238E27FC236}">
                <a16:creationId xmlns:a16="http://schemas.microsoft.com/office/drawing/2014/main" id="{8851C855-D5E5-B064-989B-863B11B75D0B}"/>
              </a:ext>
            </a:extLst>
          </p:cNvPr>
          <p:cNvSpPr>
            <a:spLocks noGrp="1"/>
          </p:cNvSpPr>
          <p:nvPr>
            <p:ph sz="quarter" idx="18"/>
          </p:nvPr>
        </p:nvSpPr>
        <p:spPr>
          <a:xfrm>
            <a:off x="8212663" y="2495232"/>
            <a:ext cx="3445936" cy="3727767"/>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9" name="Espaço Reservado para Rodapé 8">
            <a:extLst>
              <a:ext uri="{FF2B5EF4-FFF2-40B4-BE49-F238E27FC236}">
                <a16:creationId xmlns:a16="http://schemas.microsoft.com/office/drawing/2014/main" id="{B09198F5-FF38-389C-E060-120AC6301809}"/>
              </a:ext>
            </a:extLst>
          </p:cNvPr>
          <p:cNvSpPr>
            <a:spLocks noGrp="1"/>
          </p:cNvSpPr>
          <p:nvPr>
            <p:ph type="ftr" sz="quarter" idx="16"/>
          </p:nvPr>
        </p:nvSpPr>
        <p:spPr>
          <a:xfrm>
            <a:off x="8212663" y="6477000"/>
            <a:ext cx="2012061"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15305F20-8340-4F06-2EA5-4D05FFED4587}"/>
              </a:ext>
            </a:extLst>
          </p:cNvPr>
          <p:cNvSpPr>
            <a:spLocks noGrp="1"/>
          </p:cNvSpPr>
          <p:nvPr>
            <p:ph type="dt" sz="half" idx="15"/>
          </p:nvPr>
        </p:nvSpPr>
        <p:spPr>
          <a:xfrm>
            <a:off x="10224724" y="6477000"/>
            <a:ext cx="922372" cy="381000"/>
          </a:xfrm>
          <a:prstGeom prst="rect">
            <a:avLst/>
          </a:prstGeom>
        </p:spPr>
        <p:txBody>
          <a:bodyPr rtlCol="0"/>
          <a:lstStyle>
            <a:lvl1pPr>
              <a:defRPr>
                <a:solidFill>
                  <a:schemeClr val="tx2"/>
                </a:solidFill>
              </a:defRPr>
            </a:lvl1pPr>
          </a:lstStyle>
          <a:p>
            <a:pPr rtl="0"/>
            <a:r>
              <a:rPr lang="en-US"/>
              <a:t>17/09/2025</a:t>
            </a:r>
            <a:endParaRPr lang="en-US" dirty="0"/>
          </a:p>
        </p:txBody>
      </p:sp>
      <p:sp>
        <p:nvSpPr>
          <p:cNvPr id="10" name="Espaço Reservado para o Número do Slide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477000"/>
            <a:ext cx="511504" cy="38100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a:p>
        </p:txBody>
      </p:sp>
      <p:sp>
        <p:nvSpPr>
          <p:cNvPr id="6" name="Forma Livre 5">
            <a:extLst>
              <a:ext uri="{FF2B5EF4-FFF2-40B4-BE49-F238E27FC236}">
                <a16:creationId xmlns:a16="http://schemas.microsoft.com/office/drawing/2014/main" id="{7B50E9EA-081E-416A-00DA-0B2838C4BC29}"/>
              </a:ext>
            </a:extLst>
          </p:cNvPr>
          <p:cNvSpPr/>
          <p:nvPr/>
        </p:nvSpPr>
        <p:spPr>
          <a:xfrm>
            <a:off x="7584144" y="570989"/>
            <a:ext cx="4074456" cy="64011"/>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383500371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údo com Imagem 8">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275" y="1016955"/>
            <a:ext cx="3445936" cy="1328932"/>
          </a:xfrm>
          <a:prstGeom prst="rect">
            <a:avLst/>
          </a:prstGeom>
        </p:spPr>
        <p:txBody>
          <a:bodyPr rtlCol="0" anchor="t">
            <a:normAutofit/>
          </a:bodyPr>
          <a:lstStyle>
            <a:lvl1pPr>
              <a:defRPr sz="3600" cap="all" baseline="0">
                <a:solidFill>
                  <a:schemeClr val="tx2"/>
                </a:solidFill>
              </a:defRPr>
            </a:lvl1pPr>
          </a:lstStyle>
          <a:p>
            <a:pPr rtl="0"/>
            <a:r>
              <a:rPr lang="pt-br"/>
              <a:t>Clique para editar o estilo de título Mestre</a:t>
            </a:r>
          </a:p>
        </p:txBody>
      </p:sp>
      <p:sp>
        <p:nvSpPr>
          <p:cNvPr id="6" name="Espaço Reservado para Conteúdo 7">
            <a:extLst>
              <a:ext uri="{FF2B5EF4-FFF2-40B4-BE49-F238E27FC236}">
                <a16:creationId xmlns:a16="http://schemas.microsoft.com/office/drawing/2014/main" id="{7056A831-274A-4E01-51DC-29FC50834A4F}"/>
              </a:ext>
            </a:extLst>
          </p:cNvPr>
          <p:cNvSpPr>
            <a:spLocks noGrp="1"/>
          </p:cNvSpPr>
          <p:nvPr>
            <p:ph sz="quarter" idx="18"/>
          </p:nvPr>
        </p:nvSpPr>
        <p:spPr>
          <a:xfrm>
            <a:off x="533400" y="2495232"/>
            <a:ext cx="3445936" cy="3727767"/>
          </a:xfrm>
          <a:prstGeom prst="rect">
            <a:avLst/>
          </a:prstGeom>
        </p:spPr>
        <p:txBody>
          <a:bodyPr rtlCol="0"/>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9" name="Espaço Reservado para Rodapé 8">
            <a:extLst>
              <a:ext uri="{FF2B5EF4-FFF2-40B4-BE49-F238E27FC236}">
                <a16:creationId xmlns:a16="http://schemas.microsoft.com/office/drawing/2014/main" id="{B09198F5-FF38-389C-E060-120AC6301809}"/>
              </a:ext>
            </a:extLst>
          </p:cNvPr>
          <p:cNvSpPr>
            <a:spLocks noGrp="1"/>
          </p:cNvSpPr>
          <p:nvPr>
            <p:ph type="ftr" sz="quarter" idx="16"/>
          </p:nvPr>
        </p:nvSpPr>
        <p:spPr>
          <a:xfrm>
            <a:off x="533400" y="6477000"/>
            <a:ext cx="2076777"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15305F20-8340-4F06-2EA5-4D05FFED4587}"/>
              </a:ext>
            </a:extLst>
          </p:cNvPr>
          <p:cNvSpPr>
            <a:spLocks noGrp="1"/>
          </p:cNvSpPr>
          <p:nvPr>
            <p:ph type="dt" sz="half" idx="15"/>
          </p:nvPr>
        </p:nvSpPr>
        <p:spPr>
          <a:xfrm>
            <a:off x="2610177" y="6477000"/>
            <a:ext cx="949766" cy="381000"/>
          </a:xfrm>
          <a:prstGeom prst="rect">
            <a:avLst/>
          </a:prstGeom>
        </p:spPr>
        <p:txBody>
          <a:bodyPr rtlCol="0"/>
          <a:lstStyle>
            <a:lvl1pPr>
              <a:defRPr>
                <a:solidFill>
                  <a:schemeClr val="tx2"/>
                </a:solidFill>
              </a:defRPr>
            </a:lvl1pPr>
          </a:lstStyle>
          <a:p>
            <a:pPr rtl="0"/>
            <a:r>
              <a:rPr lang="en-US"/>
              <a:t>17/09/2025</a:t>
            </a:r>
            <a:endParaRPr lang="en-US" dirty="0"/>
          </a:p>
        </p:txBody>
      </p:sp>
      <p:sp>
        <p:nvSpPr>
          <p:cNvPr id="10" name="Espaço Reservado para o Número do Slide 9">
            <a:extLst>
              <a:ext uri="{FF2B5EF4-FFF2-40B4-BE49-F238E27FC236}">
                <a16:creationId xmlns:a16="http://schemas.microsoft.com/office/drawing/2014/main" id="{4963CA08-6B63-DC1E-8CB3-C323C9040122}"/>
              </a:ext>
            </a:extLst>
          </p:cNvPr>
          <p:cNvSpPr>
            <a:spLocks noGrp="1"/>
          </p:cNvSpPr>
          <p:nvPr>
            <p:ph type="sldNum" sz="quarter" idx="17"/>
          </p:nvPr>
        </p:nvSpPr>
        <p:spPr>
          <a:xfrm>
            <a:off x="3559943" y="6477000"/>
            <a:ext cx="429207" cy="38100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a:p>
        </p:txBody>
      </p:sp>
      <p:sp>
        <p:nvSpPr>
          <p:cNvPr id="7" name="Espaço Reservado para Imagem 10">
            <a:extLst>
              <a:ext uri="{FF2B5EF4-FFF2-40B4-BE49-F238E27FC236}">
                <a16:creationId xmlns:a16="http://schemas.microsoft.com/office/drawing/2014/main" id="{0BBEF0D8-DF37-CB82-D6FC-4B18E864B26C}"/>
              </a:ext>
            </a:extLst>
          </p:cNvPr>
          <p:cNvSpPr>
            <a:spLocks noGrp="1"/>
          </p:cNvSpPr>
          <p:nvPr>
            <p:ph type="pic" sz="quarter" idx="13" hasCustomPrompt="1"/>
          </p:nvPr>
        </p:nvSpPr>
        <p:spPr>
          <a:xfrm>
            <a:off x="4602979" y="0"/>
            <a:ext cx="7584144" cy="6858000"/>
          </a:xfrm>
          <a:prstGeom prst="rect">
            <a:avLst/>
          </a:prstGeom>
          <a:blipFill dpi="0" rotWithShape="1">
            <a:blip r:embed="rId2">
              <a:alphaModFix amt="60000"/>
            </a:blip>
            <a:srcRect/>
            <a:stretch>
              <a:fillRect/>
            </a:stretch>
          </a:blipFill>
        </p:spPr>
        <p:txBody>
          <a:bodyPr rtlCol="0"/>
          <a:lstStyle>
            <a:lvl1pPr marL="0" indent="0">
              <a:buNone/>
              <a:defRPr/>
            </a:lvl1pPr>
          </a:lstStyle>
          <a:p>
            <a:pPr rtl="0"/>
            <a:r>
              <a:rPr lang="pt-br"/>
              <a:t> </a:t>
            </a:r>
          </a:p>
        </p:txBody>
      </p:sp>
      <p:sp>
        <p:nvSpPr>
          <p:cNvPr id="3" name="Forma Livre 2">
            <a:extLst>
              <a:ext uri="{FF2B5EF4-FFF2-40B4-BE49-F238E27FC236}">
                <a16:creationId xmlns:a16="http://schemas.microsoft.com/office/drawing/2014/main" id="{8DC2254B-5D42-9D5B-16C8-9FAF562F458A}"/>
              </a:ext>
            </a:extLst>
          </p:cNvPr>
          <p:cNvSpPr/>
          <p:nvPr userDrawn="1"/>
        </p:nvSpPr>
        <p:spPr>
          <a:xfrm>
            <a:off x="615697" y="570989"/>
            <a:ext cx="3987282" cy="64012"/>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223650666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údo com Imagem 9">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8888060" y="1016955"/>
            <a:ext cx="2770539" cy="1875475"/>
          </a:xfrm>
          <a:prstGeom prst="rect">
            <a:avLst/>
          </a:prstGeom>
        </p:spPr>
        <p:txBody>
          <a:bodyPr rtlCol="0" anchor="t"/>
          <a:lstStyle>
            <a:lvl1pPr>
              <a:defRPr cap="all" baseline="0">
                <a:solidFill>
                  <a:schemeClr val="tx2"/>
                </a:solidFill>
              </a:defRPr>
            </a:lvl1pPr>
          </a:lstStyle>
          <a:p>
            <a:pPr rtl="0"/>
            <a:r>
              <a:rPr lang="pt-br"/>
              <a:t>Clique para editar o estilo de título Mestre</a:t>
            </a:r>
          </a:p>
        </p:txBody>
      </p:sp>
      <p:sp>
        <p:nvSpPr>
          <p:cNvPr id="10" name="Espaço Reservado para Imagem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0" y="0"/>
            <a:ext cx="8326323" cy="68580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8" name="Espaço Reservado para Conteúdo 7">
            <a:extLst>
              <a:ext uri="{FF2B5EF4-FFF2-40B4-BE49-F238E27FC236}">
                <a16:creationId xmlns:a16="http://schemas.microsoft.com/office/drawing/2014/main" id="{6E0D00CE-C191-6DE5-9D82-7EFB59BC3739}"/>
              </a:ext>
            </a:extLst>
          </p:cNvPr>
          <p:cNvSpPr>
            <a:spLocks noGrp="1"/>
          </p:cNvSpPr>
          <p:nvPr>
            <p:ph sz="quarter" idx="14"/>
          </p:nvPr>
        </p:nvSpPr>
        <p:spPr>
          <a:xfrm>
            <a:off x="8889055" y="3011335"/>
            <a:ext cx="2769544" cy="2844950"/>
          </a:xfrm>
          <a:prstGeom prst="rect">
            <a:avLst/>
          </a:prstGeo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8888061" y="6477000"/>
            <a:ext cx="1404460"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10292522" y="6477000"/>
            <a:ext cx="708857" cy="381000"/>
          </a:xfrm>
          <a:prstGeom prst="rect">
            <a:avLst/>
          </a:prstGeom>
        </p:spPr>
        <p:txBody>
          <a:bodyPr rtlCol="0"/>
          <a:lstStyle>
            <a:lvl1pPr>
              <a:defRPr>
                <a:solidFill>
                  <a:schemeClr val="tx2"/>
                </a:solidFill>
                <a:effectLst/>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1380" y="6477000"/>
            <a:ext cx="657220" cy="38100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 name="Forma Livre 2">
            <a:extLst>
              <a:ext uri="{FF2B5EF4-FFF2-40B4-BE49-F238E27FC236}">
                <a16:creationId xmlns:a16="http://schemas.microsoft.com/office/drawing/2014/main" id="{3AEE3D4D-61F7-E7A0-0EB4-DE705A2CAF60}"/>
              </a:ext>
            </a:extLst>
          </p:cNvPr>
          <p:cNvSpPr/>
          <p:nvPr userDrawn="1"/>
        </p:nvSpPr>
        <p:spPr>
          <a:xfrm>
            <a:off x="8326322" y="570989"/>
            <a:ext cx="3332277"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160909792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údo com Imagem 10">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0" y="1016955"/>
            <a:ext cx="2781551" cy="1858941"/>
          </a:xfrm>
          <a:prstGeom prst="rect">
            <a:avLst/>
          </a:prstGeom>
        </p:spPr>
        <p:txBody>
          <a:bodyPr rtlCol="0" anchor="t"/>
          <a:lstStyle>
            <a:lvl1pPr>
              <a:defRPr cap="all" baseline="0">
                <a:solidFill>
                  <a:schemeClr val="tx2"/>
                </a:solidFill>
              </a:defRPr>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6E0D00CE-C191-6DE5-9D82-7EFB59BC3739}"/>
              </a:ext>
            </a:extLst>
          </p:cNvPr>
          <p:cNvSpPr>
            <a:spLocks noGrp="1"/>
          </p:cNvSpPr>
          <p:nvPr>
            <p:ph sz="quarter" idx="14"/>
          </p:nvPr>
        </p:nvSpPr>
        <p:spPr>
          <a:xfrm>
            <a:off x="534574" y="3011335"/>
            <a:ext cx="2775463" cy="2656250"/>
          </a:xfrm>
          <a:prstGeom prst="rect">
            <a:avLst/>
          </a:prstGeo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533400" y="6477000"/>
            <a:ext cx="1486757"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2020157" y="6477000"/>
            <a:ext cx="793862" cy="381000"/>
          </a:xfrm>
          <a:prstGeom prst="rect">
            <a:avLst/>
          </a:prstGeom>
        </p:spPr>
        <p:txBody>
          <a:bodyPr rtlCol="0"/>
          <a:lstStyle>
            <a:lvl1pPr>
              <a:defRPr>
                <a:solidFill>
                  <a:schemeClr val="tx2"/>
                </a:solidFill>
                <a:effectLst/>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2819401" y="6477000"/>
            <a:ext cx="490636" cy="38100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6" name="Espaço Reservado para Imagem 9">
            <a:extLst>
              <a:ext uri="{FF2B5EF4-FFF2-40B4-BE49-F238E27FC236}">
                <a16:creationId xmlns:a16="http://schemas.microsoft.com/office/drawing/2014/main" id="{ED5D7D43-775B-F6E3-C000-80A73E78190A}"/>
              </a:ext>
            </a:extLst>
          </p:cNvPr>
          <p:cNvSpPr>
            <a:spLocks noGrp="1"/>
          </p:cNvSpPr>
          <p:nvPr>
            <p:ph type="pic" sz="quarter" idx="13" hasCustomPrompt="1"/>
          </p:nvPr>
        </p:nvSpPr>
        <p:spPr>
          <a:xfrm>
            <a:off x="3860295" y="0"/>
            <a:ext cx="8326323" cy="68580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rtlCol="0">
            <a:noAutofit/>
          </a:bodyPr>
          <a:lstStyle>
            <a:lvl1pPr marL="0" indent="0">
              <a:buNone/>
              <a:defRPr/>
            </a:lvl1pPr>
          </a:lstStyle>
          <a:p>
            <a:pPr rtl="0"/>
            <a:r>
              <a:rPr lang="pt-br"/>
              <a:t> </a:t>
            </a:r>
          </a:p>
        </p:txBody>
      </p:sp>
      <p:sp>
        <p:nvSpPr>
          <p:cNvPr id="37" name="Forma Livre 36">
            <a:extLst>
              <a:ext uri="{FF2B5EF4-FFF2-40B4-BE49-F238E27FC236}">
                <a16:creationId xmlns:a16="http://schemas.microsoft.com/office/drawing/2014/main" id="{95BE6104-7C9B-2481-1421-76CDDAC8D30F}"/>
              </a:ext>
            </a:extLst>
          </p:cNvPr>
          <p:cNvSpPr/>
          <p:nvPr/>
        </p:nvSpPr>
        <p:spPr>
          <a:xfrm>
            <a:off x="615697" y="570345"/>
            <a:ext cx="3239216" cy="64008"/>
          </a:xfrm>
          <a:custGeom>
            <a:avLst/>
            <a:gdLst>
              <a:gd name="connsiteX0" fmla="*/ 0 w 7152036"/>
              <a:gd name="connsiteY0" fmla="*/ 0 h 64008"/>
              <a:gd name="connsiteX1" fmla="*/ 7152036 w 7152036"/>
              <a:gd name="connsiteY1" fmla="*/ 0 h 64008"/>
              <a:gd name="connsiteX2" fmla="*/ 7152036 w 7152036"/>
              <a:gd name="connsiteY2" fmla="*/ 64008 h 64008"/>
              <a:gd name="connsiteX3" fmla="*/ 0 w 7152036"/>
              <a:gd name="connsiteY3" fmla="*/ 64008 h 64008"/>
            </a:gdLst>
            <a:ahLst/>
            <a:cxnLst>
              <a:cxn ang="0">
                <a:pos x="connsiteX0" y="connsiteY0"/>
              </a:cxn>
              <a:cxn ang="0">
                <a:pos x="connsiteX1" y="connsiteY1"/>
              </a:cxn>
              <a:cxn ang="0">
                <a:pos x="connsiteX2" y="connsiteY2"/>
              </a:cxn>
              <a:cxn ang="0">
                <a:pos x="connsiteX3" y="connsiteY3"/>
              </a:cxn>
            </a:cxnLst>
            <a:rect l="l" t="t" r="r" b="b"/>
            <a:pathLst>
              <a:path w="7152036" h="64008">
                <a:moveTo>
                  <a:pt x="0" y="0"/>
                </a:moveTo>
                <a:lnTo>
                  <a:pt x="7152036" y="0"/>
                </a:lnTo>
                <a:lnTo>
                  <a:pt x="7152036" y="64008"/>
                </a:lnTo>
                <a:lnTo>
                  <a:pt x="0" y="64008"/>
                </a:ln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p>
        </p:txBody>
      </p:sp>
    </p:spTree>
    <p:extLst>
      <p:ext uri="{BB962C8B-B14F-4D97-AF65-F5344CB8AC3E}">
        <p14:creationId xmlns:p14="http://schemas.microsoft.com/office/powerpoint/2010/main" val="103471890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údo com Imagem 11">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0" y="4742811"/>
            <a:ext cx="3867144" cy="1734189"/>
          </a:xfrm>
          <a:prstGeom prst="rect">
            <a:avLst/>
          </a:prstGeom>
        </p:spPr>
        <p:txBody>
          <a:bodyPr rtlCol="0" anchor="t">
            <a:noAutofit/>
          </a:bodyPr>
          <a:lstStyle>
            <a:lvl1pPr>
              <a:defRPr sz="3600" cap="all" baseline="0">
                <a:solidFill>
                  <a:schemeClr val="tx2"/>
                </a:solidFill>
              </a:defRPr>
            </a:lvl1pPr>
          </a:lstStyle>
          <a:p>
            <a:pPr rtl="0"/>
            <a:r>
              <a:rPr lang="pt-br"/>
              <a:t>Clique para editar o estilo de título Mestre</a:t>
            </a:r>
          </a:p>
        </p:txBody>
      </p:sp>
      <p:sp>
        <p:nvSpPr>
          <p:cNvPr id="11" name="Espaço Reservado para Imagem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4361811"/>
          </a:xfrm>
          <a:prstGeom prst="rect">
            <a:avLst/>
          </a:prstGeom>
          <a:blipFill dpi="0" rotWithShape="1">
            <a:blip r:embed="rId2">
              <a:alphaModFix amt="60000"/>
            </a:blip>
            <a:srcRect/>
            <a:stretch>
              <a:fillRect/>
            </a:stretch>
          </a:blipFill>
        </p:spPr>
        <p:txBody>
          <a:bodyPr rtlCol="0"/>
          <a:lstStyle>
            <a:lvl1pPr marL="0" indent="0">
              <a:buNone/>
              <a:defRPr/>
            </a:lvl1pPr>
          </a:lstStyle>
          <a:p>
            <a:pPr rtl="0"/>
            <a:r>
              <a:rPr lang="pt-br"/>
              <a:t> </a:t>
            </a:r>
          </a:p>
        </p:txBody>
      </p:sp>
      <p:sp>
        <p:nvSpPr>
          <p:cNvPr id="8" name="Espaço Reservado para Conteúdo 7">
            <a:extLst>
              <a:ext uri="{FF2B5EF4-FFF2-40B4-BE49-F238E27FC236}">
                <a16:creationId xmlns:a16="http://schemas.microsoft.com/office/drawing/2014/main" id="{C3D15418-1E32-0501-0E66-54FC2DD08E39}"/>
              </a:ext>
            </a:extLst>
          </p:cNvPr>
          <p:cNvSpPr>
            <a:spLocks noGrp="1"/>
          </p:cNvSpPr>
          <p:nvPr>
            <p:ph sz="quarter" idx="14"/>
          </p:nvPr>
        </p:nvSpPr>
        <p:spPr>
          <a:xfrm>
            <a:off x="4962527" y="4727571"/>
            <a:ext cx="6696073" cy="1749428"/>
          </a:xfrm>
          <a:prstGeom prst="rect">
            <a:avLst/>
          </a:prstGeo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533399" y="6477000"/>
            <a:ext cx="8576637"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9110036" y="6476999"/>
            <a:ext cx="1891338" cy="381001"/>
          </a:xfrm>
          <a:prstGeom prst="rect">
            <a:avLst/>
          </a:prstGeom>
        </p:spPr>
        <p:txBody>
          <a:bodyPr rtlCol="0"/>
          <a:lstStyle>
            <a:lvl1pPr>
              <a:defRPr>
                <a:solidFill>
                  <a:schemeClr val="tx2"/>
                </a:solidFill>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1374" y="6477000"/>
            <a:ext cx="657226"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Tree>
    <p:extLst>
      <p:ext uri="{BB962C8B-B14F-4D97-AF65-F5344CB8AC3E}">
        <p14:creationId xmlns:p14="http://schemas.microsoft.com/office/powerpoint/2010/main" val="280001231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údo com Imagem 12">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0" y="3623948"/>
            <a:ext cx="3486152" cy="2599051"/>
          </a:xfrm>
          <a:prstGeom prst="rect">
            <a:avLst/>
          </a:prstGeom>
        </p:spPr>
        <p:txBody>
          <a:bodyPr rtlCol="0" anchor="t">
            <a:normAutofit/>
          </a:bodyPr>
          <a:lstStyle>
            <a:lvl1pPr>
              <a:defRPr sz="3600" cap="all" baseline="0">
                <a:solidFill>
                  <a:schemeClr val="tx2"/>
                </a:solidFill>
              </a:defRPr>
            </a:lvl1pPr>
          </a:lstStyle>
          <a:p>
            <a:pPr rtl="0"/>
            <a:r>
              <a:rPr lang="pt-br"/>
              <a:t>Clique para editar o estilo de título Mestre</a:t>
            </a:r>
          </a:p>
        </p:txBody>
      </p:sp>
      <p:sp>
        <p:nvSpPr>
          <p:cNvPr id="11" name="Espaço Reservado para Imagem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242949"/>
          </a:xfrm>
          <a:prstGeom prst="rect">
            <a:avLst/>
          </a:prstGeom>
          <a:blipFill dpi="0" rotWithShape="1">
            <a:blip r:embed="rId2">
              <a:alphaModFix amt="60000"/>
            </a:blip>
            <a:srcRect/>
            <a:stretch>
              <a:fillRect/>
            </a:stretch>
          </a:blipFill>
        </p:spPr>
        <p:txBody>
          <a:bodyPr rtlCol="0"/>
          <a:lstStyle>
            <a:lvl1pPr marL="0" indent="0">
              <a:buNone/>
              <a:defRPr/>
            </a:lvl1pPr>
          </a:lstStyle>
          <a:p>
            <a:pPr rtl="0"/>
            <a:r>
              <a:rPr lang="pt-br"/>
              <a:t> </a:t>
            </a:r>
          </a:p>
        </p:txBody>
      </p:sp>
      <p:sp>
        <p:nvSpPr>
          <p:cNvPr id="8" name="Espaço Reservado para Conteúdo 7">
            <a:extLst>
              <a:ext uri="{FF2B5EF4-FFF2-40B4-BE49-F238E27FC236}">
                <a16:creationId xmlns:a16="http://schemas.microsoft.com/office/drawing/2014/main" id="{C3D15418-1E32-0501-0E66-54FC2DD08E39}"/>
              </a:ext>
            </a:extLst>
          </p:cNvPr>
          <p:cNvSpPr>
            <a:spLocks noGrp="1"/>
          </p:cNvSpPr>
          <p:nvPr>
            <p:ph sz="quarter" idx="14"/>
          </p:nvPr>
        </p:nvSpPr>
        <p:spPr>
          <a:xfrm>
            <a:off x="4405936" y="3623949"/>
            <a:ext cx="7252664" cy="2599050"/>
          </a:xfrm>
          <a:prstGeom prst="rect">
            <a:avLst/>
          </a:prstGeo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533399" y="6477000"/>
            <a:ext cx="8576637"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9110036" y="6476999"/>
            <a:ext cx="1891338" cy="381001"/>
          </a:xfrm>
          <a:prstGeom prst="rect">
            <a:avLst/>
          </a:prstGeom>
        </p:spPr>
        <p:txBody>
          <a:bodyPr rtlCol="0"/>
          <a:lstStyle>
            <a:lvl1pPr>
              <a:defRPr>
                <a:solidFill>
                  <a:schemeClr val="tx2"/>
                </a:solidFill>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1374" y="6477000"/>
            <a:ext cx="657226"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Tree>
    <p:extLst>
      <p:ext uri="{BB962C8B-B14F-4D97-AF65-F5344CB8AC3E}">
        <p14:creationId xmlns:p14="http://schemas.microsoft.com/office/powerpoint/2010/main" val="57674397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údo com Imagem 13">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0" y="1016955"/>
            <a:ext cx="2924179" cy="1773540"/>
          </a:xfrm>
          <a:prstGeom prst="rect">
            <a:avLst/>
          </a:prstGeom>
        </p:spPr>
        <p:txBody>
          <a:bodyPr rtlCol="0" anchor="t">
            <a:normAutofit/>
          </a:bodyPr>
          <a:lstStyle>
            <a:lvl1pPr>
              <a:defRPr sz="3600" cap="all" baseline="0">
                <a:solidFill>
                  <a:schemeClr val="tx2"/>
                </a:solidFill>
              </a:defRPr>
            </a:lvl1pPr>
          </a:lstStyle>
          <a:p>
            <a:pPr rtl="0"/>
            <a:r>
              <a:rPr lang="pt-br"/>
              <a:t>Clique para editar o estilo de título Mestre</a:t>
            </a:r>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533399" y="0"/>
            <a:ext cx="9138609" cy="409729"/>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9672014" y="0"/>
            <a:ext cx="1329365" cy="409729"/>
          </a:xfrm>
          <a:prstGeom prst="rect">
            <a:avLst/>
          </a:prstGeom>
        </p:spPr>
        <p:txBody>
          <a:bodyPr rtlCol="0"/>
          <a:lstStyle>
            <a:lvl1pPr>
              <a:defRPr>
                <a:solidFill>
                  <a:schemeClr val="tx2"/>
                </a:solidFill>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1379" y="0"/>
            <a:ext cx="657221" cy="409729"/>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8" name="Espaço Reservado para Conteúdo 7">
            <a:extLst>
              <a:ext uri="{FF2B5EF4-FFF2-40B4-BE49-F238E27FC236}">
                <a16:creationId xmlns:a16="http://schemas.microsoft.com/office/drawing/2014/main" id="{C3D15418-1E32-0501-0E66-54FC2DD08E39}"/>
              </a:ext>
            </a:extLst>
          </p:cNvPr>
          <p:cNvSpPr>
            <a:spLocks noGrp="1"/>
          </p:cNvSpPr>
          <p:nvPr>
            <p:ph sz="quarter" idx="14"/>
          </p:nvPr>
        </p:nvSpPr>
        <p:spPr>
          <a:xfrm>
            <a:off x="4019552" y="1001715"/>
            <a:ext cx="7639048" cy="2232334"/>
          </a:xfrm>
          <a:prstGeom prst="rect">
            <a:avLst/>
          </a:prstGeo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35" name="Espaço Reservado para Imagem 10">
            <a:extLst>
              <a:ext uri="{FF2B5EF4-FFF2-40B4-BE49-F238E27FC236}">
                <a16:creationId xmlns:a16="http://schemas.microsoft.com/office/drawing/2014/main" id="{4F7C1A4C-ACA8-3A17-4922-8A9094FFB30A}"/>
              </a:ext>
            </a:extLst>
          </p:cNvPr>
          <p:cNvSpPr>
            <a:spLocks noGrp="1"/>
          </p:cNvSpPr>
          <p:nvPr>
            <p:ph type="pic" sz="quarter" idx="13" hasCustomPrompt="1"/>
          </p:nvPr>
        </p:nvSpPr>
        <p:spPr>
          <a:xfrm>
            <a:off x="-1" y="3623947"/>
            <a:ext cx="12192000" cy="3234054"/>
          </a:xfrm>
          <a:prstGeom prst="rect">
            <a:avLst/>
          </a:prstGeom>
          <a:blipFill dpi="0" rotWithShape="1">
            <a:blip r:embed="rId2">
              <a:alphaModFix amt="60000"/>
            </a:blip>
            <a:srcRect/>
            <a:stretch>
              <a:fillRect/>
            </a:stretch>
          </a:blipFill>
        </p:spPr>
        <p:txBody>
          <a:bodyPr rtlCol="0"/>
          <a:lstStyle>
            <a:lvl1pPr marL="0" indent="0">
              <a:buNone/>
              <a:defRPr/>
            </a:lvl1pPr>
          </a:lstStyle>
          <a:p>
            <a:pPr rtl="0"/>
            <a:r>
              <a:rPr lang="pt-br"/>
              <a:t> </a:t>
            </a:r>
          </a:p>
        </p:txBody>
      </p:sp>
    </p:spTree>
    <p:extLst>
      <p:ext uri="{BB962C8B-B14F-4D97-AF65-F5344CB8AC3E}">
        <p14:creationId xmlns:p14="http://schemas.microsoft.com/office/powerpoint/2010/main" val="643103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údo com Imagem 14">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0" y="1016955"/>
            <a:ext cx="11125200" cy="731520"/>
          </a:xfrm>
          <a:prstGeom prst="rect">
            <a:avLst/>
          </a:prstGeom>
        </p:spPr>
        <p:txBody>
          <a:bodyPr rtlCol="0" anchor="t"/>
          <a:lstStyle>
            <a:lvl1pPr>
              <a:defRPr cap="all" baseline="0">
                <a:solidFill>
                  <a:schemeClr val="tx2"/>
                </a:solidFill>
              </a:defRPr>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07755DB3-9272-8E5E-039F-AC14A2C07898}"/>
              </a:ext>
            </a:extLst>
          </p:cNvPr>
          <p:cNvSpPr>
            <a:spLocks noGrp="1"/>
          </p:cNvSpPr>
          <p:nvPr>
            <p:ph sz="quarter" idx="14"/>
          </p:nvPr>
        </p:nvSpPr>
        <p:spPr>
          <a:xfrm>
            <a:off x="533399" y="2145668"/>
            <a:ext cx="4810129" cy="4378006"/>
          </a:xfrm>
          <a:prstGeom prst="rect">
            <a:avLst/>
          </a:prstGeom>
        </p:spPr>
        <p:txBody>
          <a:bodyPr rtlCol="0"/>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9" name="Espaço Reservado para Rodapé 8">
            <a:extLst>
              <a:ext uri="{FF2B5EF4-FFF2-40B4-BE49-F238E27FC236}">
                <a16:creationId xmlns:a16="http://schemas.microsoft.com/office/drawing/2014/main" id="{820916D3-99FA-E971-607F-14E290E58854}"/>
              </a:ext>
            </a:extLst>
          </p:cNvPr>
          <p:cNvSpPr>
            <a:spLocks noGrp="1"/>
          </p:cNvSpPr>
          <p:nvPr>
            <p:ph type="ftr" sz="quarter" idx="16"/>
          </p:nvPr>
        </p:nvSpPr>
        <p:spPr>
          <a:xfrm>
            <a:off x="533400" y="6476999"/>
            <a:ext cx="3315941"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9F3CAD5B-18BB-E21E-3A4C-7BAACB8519A4}"/>
              </a:ext>
            </a:extLst>
          </p:cNvPr>
          <p:cNvSpPr>
            <a:spLocks noGrp="1"/>
          </p:cNvSpPr>
          <p:nvPr>
            <p:ph type="dt" sz="half" idx="15"/>
          </p:nvPr>
        </p:nvSpPr>
        <p:spPr>
          <a:xfrm>
            <a:off x="3854723" y="6476998"/>
            <a:ext cx="942979" cy="381002"/>
          </a:xfrm>
          <a:prstGeom prst="rect">
            <a:avLst/>
          </a:prstGeom>
        </p:spPr>
        <p:txBody>
          <a:bodyPr rtlCol="0"/>
          <a:lstStyle>
            <a:lvl1pPr>
              <a:defRPr>
                <a:solidFill>
                  <a:schemeClr val="tx2"/>
                </a:solidFill>
              </a:defRPr>
            </a:lvl1pPr>
          </a:lstStyle>
          <a:p>
            <a:pPr rtl="0"/>
            <a:r>
              <a:rPr lang="en-US"/>
              <a:t>17/09/2025</a:t>
            </a:r>
            <a:endParaRPr lang="en-US" dirty="0"/>
          </a:p>
        </p:txBody>
      </p:sp>
      <p:sp>
        <p:nvSpPr>
          <p:cNvPr id="10" name="Espaço Reservado para o Número do Slide 9">
            <a:extLst>
              <a:ext uri="{FF2B5EF4-FFF2-40B4-BE49-F238E27FC236}">
                <a16:creationId xmlns:a16="http://schemas.microsoft.com/office/drawing/2014/main" id="{BBDEAB8E-8806-A459-E320-4CA2B455BFD7}"/>
              </a:ext>
            </a:extLst>
          </p:cNvPr>
          <p:cNvSpPr>
            <a:spLocks noGrp="1"/>
          </p:cNvSpPr>
          <p:nvPr>
            <p:ph type="sldNum" sz="quarter" idx="17"/>
          </p:nvPr>
        </p:nvSpPr>
        <p:spPr>
          <a:xfrm>
            <a:off x="4797698" y="6492239"/>
            <a:ext cx="551213"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12" name="Espaço Reservado para Imagem 11">
            <a:extLst>
              <a:ext uri="{FF2B5EF4-FFF2-40B4-BE49-F238E27FC236}">
                <a16:creationId xmlns:a16="http://schemas.microsoft.com/office/drawing/2014/main" id="{96F64025-FA05-CC42-8294-F944BC95DD00}"/>
              </a:ext>
            </a:extLst>
          </p:cNvPr>
          <p:cNvSpPr>
            <a:spLocks noGrp="1"/>
          </p:cNvSpPr>
          <p:nvPr>
            <p:ph type="pic" sz="quarter" idx="13" hasCustomPrompt="1"/>
          </p:nvPr>
        </p:nvSpPr>
        <p:spPr>
          <a:xfrm>
            <a:off x="5900120" y="2129475"/>
            <a:ext cx="6291878" cy="4728525"/>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dpi="0" rotWithShape="1">
            <a:blip r:embed="rId2">
              <a:alphaModFix amt="60000"/>
            </a:blip>
            <a:srcRect/>
            <a:stretch>
              <a:fillRect/>
            </a:stretch>
          </a:blipFill>
        </p:spPr>
        <p:txBody>
          <a:bodyPr vert="horz" wrap="square" lIns="91440" tIns="45720" rIns="91440" bIns="45720" rtlCol="0">
            <a:noAutofit/>
          </a:bodyPr>
          <a:lstStyle>
            <a:lvl1pPr marL="0" indent="0">
              <a:buNone/>
              <a:defRPr lang="en-US" dirty="0"/>
            </a:lvl1pPr>
          </a:lstStyle>
          <a:p>
            <a:pPr marL="228600" lvl="0" indent="-228600" rtl="0"/>
            <a:r>
              <a:rPr lang="pt-br"/>
              <a:t> </a:t>
            </a:r>
          </a:p>
        </p:txBody>
      </p:sp>
      <p:sp>
        <p:nvSpPr>
          <p:cNvPr id="3" name="Retângulo 2">
            <a:extLst>
              <a:ext uri="{FF2B5EF4-FFF2-40B4-BE49-F238E27FC236}">
                <a16:creationId xmlns:a16="http://schemas.microsoft.com/office/drawing/2014/main" id="{9F7D2DCB-EC64-46B8-8C3D-7FA6E5EABD76}"/>
              </a:ext>
            </a:extLst>
          </p:cNvPr>
          <p:cNvSpPr/>
          <p:nvPr userDrawn="1"/>
        </p:nvSpPr>
        <p:spPr>
          <a:xfrm>
            <a:off x="634030" y="565606"/>
            <a:ext cx="11557968"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529522250"/>
      </p:ext>
    </p:extLst>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údo com Imagem 15">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36" name="Retângulo 35">
            <a:extLst>
              <a:ext uri="{FF2B5EF4-FFF2-40B4-BE49-F238E27FC236}">
                <a16:creationId xmlns:a16="http://schemas.microsoft.com/office/drawing/2014/main" id="{293EDC19-2576-AA88-E064-C7C747F16FCD}"/>
              </a:ext>
            </a:extLst>
          </p:cNvPr>
          <p:cNvSpPr/>
          <p:nvPr/>
        </p:nvSpPr>
        <p:spPr>
          <a:xfrm>
            <a:off x="634030" y="565606"/>
            <a:ext cx="11557968"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0" y="1016955"/>
            <a:ext cx="10969753" cy="731519"/>
          </a:xfrm>
          <a:prstGeom prst="rect">
            <a:avLst/>
          </a:prstGeom>
        </p:spPr>
        <p:txBody>
          <a:bodyPr rtlCol="0" anchor="t"/>
          <a:lstStyle>
            <a:lvl1pPr>
              <a:defRPr cap="all" baseline="0">
                <a:solidFill>
                  <a:schemeClr val="tx2"/>
                </a:solidFill>
              </a:defRPr>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07755DB3-9272-8E5E-039F-AC14A2C07898}"/>
              </a:ext>
            </a:extLst>
          </p:cNvPr>
          <p:cNvSpPr>
            <a:spLocks noGrp="1"/>
          </p:cNvSpPr>
          <p:nvPr>
            <p:ph sz="quarter" idx="14"/>
          </p:nvPr>
        </p:nvSpPr>
        <p:spPr>
          <a:xfrm>
            <a:off x="533400" y="2145668"/>
            <a:ext cx="4810129" cy="4093525"/>
          </a:xfrm>
          <a:prstGeom prst="rect">
            <a:avLst/>
          </a:prstGeom>
        </p:spPr>
        <p:txBody>
          <a:bodyPr rtlCol="0"/>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Imagem 5">
            <a:extLst>
              <a:ext uri="{FF2B5EF4-FFF2-40B4-BE49-F238E27FC236}">
                <a16:creationId xmlns:a16="http://schemas.microsoft.com/office/drawing/2014/main" id="{71A5194B-746E-D0FD-A7D1-71D10560BCCE}"/>
              </a:ext>
            </a:extLst>
          </p:cNvPr>
          <p:cNvSpPr>
            <a:spLocks noGrp="1"/>
          </p:cNvSpPr>
          <p:nvPr>
            <p:ph type="pic" sz="quarter" idx="13" hasCustomPrompt="1"/>
          </p:nvPr>
        </p:nvSpPr>
        <p:spPr>
          <a:xfrm>
            <a:off x="5900120" y="2129474"/>
            <a:ext cx="5758479" cy="4093525"/>
          </a:xfrm>
          <a:custGeom>
            <a:avLst/>
            <a:gdLst>
              <a:gd name="connsiteX0" fmla="*/ 0 w 5560101"/>
              <a:gd name="connsiteY0" fmla="*/ 0 h 4074407"/>
              <a:gd name="connsiteX1" fmla="*/ 5560101 w 5560101"/>
              <a:gd name="connsiteY1" fmla="*/ 0 h 4074407"/>
              <a:gd name="connsiteX2" fmla="*/ 5560101 w 5560101"/>
              <a:gd name="connsiteY2" fmla="*/ 4074407 h 4074407"/>
              <a:gd name="connsiteX3" fmla="*/ 0 w 5560101"/>
              <a:gd name="connsiteY3" fmla="*/ 4074407 h 4074407"/>
            </a:gdLst>
            <a:ahLst/>
            <a:cxnLst>
              <a:cxn ang="0">
                <a:pos x="connsiteX0" y="connsiteY0"/>
              </a:cxn>
              <a:cxn ang="0">
                <a:pos x="connsiteX1" y="connsiteY1"/>
              </a:cxn>
              <a:cxn ang="0">
                <a:pos x="connsiteX2" y="connsiteY2"/>
              </a:cxn>
              <a:cxn ang="0">
                <a:pos x="connsiteX3" y="connsiteY3"/>
              </a:cxn>
            </a:cxnLst>
            <a:rect l="l" t="t" r="r" b="b"/>
            <a:pathLst>
              <a:path w="5560101" h="4074407">
                <a:moveTo>
                  <a:pt x="0" y="0"/>
                </a:moveTo>
                <a:lnTo>
                  <a:pt x="5560101" y="0"/>
                </a:lnTo>
                <a:lnTo>
                  <a:pt x="5560101" y="4074407"/>
                </a:lnTo>
                <a:lnTo>
                  <a:pt x="0" y="4074407"/>
                </a:lnTo>
                <a:close/>
              </a:path>
            </a:pathLst>
          </a:custGeom>
          <a:blipFill dpi="0" rotWithShape="1">
            <a:blip r:embed="rId2">
              <a:alphaModFix amt="60000"/>
            </a:blip>
            <a:srcRect/>
            <a:stretch>
              <a:fillRect/>
            </a:stretch>
          </a:blipFill>
        </p:spPr>
        <p:txBody>
          <a:bodyPr vert="horz" wrap="square" lIns="91440" tIns="45720" rIns="91440" bIns="45720" rtlCol="0">
            <a:noAutofit/>
          </a:bodyPr>
          <a:lstStyle>
            <a:lvl1pPr marL="0" indent="0">
              <a:buNone/>
              <a:defRPr lang="en-US" dirty="0"/>
            </a:lvl1pPr>
          </a:lstStyle>
          <a:p>
            <a:pPr marL="228600" lvl="0" indent="-228600" rtl="0"/>
            <a:r>
              <a:rPr lang="pt-br"/>
              <a:t> </a:t>
            </a:r>
          </a:p>
        </p:txBody>
      </p:sp>
      <p:sp>
        <p:nvSpPr>
          <p:cNvPr id="9" name="Espaço Reservado para Rodapé 8">
            <a:extLst>
              <a:ext uri="{FF2B5EF4-FFF2-40B4-BE49-F238E27FC236}">
                <a16:creationId xmlns:a16="http://schemas.microsoft.com/office/drawing/2014/main" id="{820916D3-99FA-E971-607F-14E290E58854}"/>
              </a:ext>
            </a:extLst>
          </p:cNvPr>
          <p:cNvSpPr>
            <a:spLocks noGrp="1"/>
          </p:cNvSpPr>
          <p:nvPr>
            <p:ph type="ftr" sz="quarter" idx="16"/>
          </p:nvPr>
        </p:nvSpPr>
        <p:spPr>
          <a:xfrm>
            <a:off x="533400" y="6477000"/>
            <a:ext cx="8582017" cy="38100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9F3CAD5B-18BB-E21E-3A4C-7BAACB8519A4}"/>
              </a:ext>
            </a:extLst>
          </p:cNvPr>
          <p:cNvSpPr>
            <a:spLocks noGrp="1"/>
          </p:cNvSpPr>
          <p:nvPr>
            <p:ph type="dt" sz="half" idx="15"/>
          </p:nvPr>
        </p:nvSpPr>
        <p:spPr>
          <a:xfrm>
            <a:off x="9110043" y="6477000"/>
            <a:ext cx="1891326" cy="381000"/>
          </a:xfrm>
          <a:prstGeom prst="rect">
            <a:avLst/>
          </a:prstGeom>
        </p:spPr>
        <p:txBody>
          <a:bodyPr rtlCol="0"/>
          <a:lstStyle>
            <a:lvl1pPr>
              <a:defRPr>
                <a:solidFill>
                  <a:schemeClr val="tx2"/>
                </a:solidFill>
              </a:defRPr>
            </a:lvl1pPr>
          </a:lstStyle>
          <a:p>
            <a:pPr rtl="0"/>
            <a:r>
              <a:rPr lang="en-US"/>
              <a:t>17/09/2025</a:t>
            </a:r>
            <a:endParaRPr lang="en-US" dirty="0"/>
          </a:p>
        </p:txBody>
      </p:sp>
      <p:sp>
        <p:nvSpPr>
          <p:cNvPr id="10" name="Espaço Reservado para o Número do Slide 9">
            <a:extLst>
              <a:ext uri="{FF2B5EF4-FFF2-40B4-BE49-F238E27FC236}">
                <a16:creationId xmlns:a16="http://schemas.microsoft.com/office/drawing/2014/main" id="{BBDEAB8E-8806-A459-E320-4CA2B455BFD7}"/>
              </a:ext>
            </a:extLst>
          </p:cNvPr>
          <p:cNvSpPr>
            <a:spLocks noGrp="1"/>
          </p:cNvSpPr>
          <p:nvPr>
            <p:ph type="sldNum" sz="quarter" idx="17"/>
          </p:nvPr>
        </p:nvSpPr>
        <p:spPr>
          <a:xfrm>
            <a:off x="11001368" y="6492240"/>
            <a:ext cx="657231" cy="36576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Tree>
    <p:extLst>
      <p:ext uri="{BB962C8B-B14F-4D97-AF65-F5344CB8AC3E}">
        <p14:creationId xmlns:p14="http://schemas.microsoft.com/office/powerpoint/2010/main" val="98802606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údo com Imagem 16">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400" y="1016955"/>
            <a:ext cx="11125199" cy="731519"/>
          </a:xfrm>
          <a:prstGeom prst="rect">
            <a:avLst/>
          </a:prstGeom>
        </p:spPr>
        <p:txBody>
          <a:bodyPr rtlCol="0" anchor="t"/>
          <a:lstStyle>
            <a:lvl1pPr>
              <a:defRPr cap="all" baseline="0">
                <a:solidFill>
                  <a:schemeClr val="tx2"/>
                </a:solidFill>
              </a:defRPr>
            </a:lvl1pPr>
          </a:lstStyle>
          <a:p>
            <a:pPr rtl="0"/>
            <a:r>
              <a:rPr lang="pt-br"/>
              <a:t>Clique para editar o estilo de título Mestre</a:t>
            </a:r>
          </a:p>
        </p:txBody>
      </p:sp>
      <p:sp>
        <p:nvSpPr>
          <p:cNvPr id="36" name="Espaço Reservado para Imagem 11">
            <a:extLst>
              <a:ext uri="{FF2B5EF4-FFF2-40B4-BE49-F238E27FC236}">
                <a16:creationId xmlns:a16="http://schemas.microsoft.com/office/drawing/2014/main" id="{61ACD7CC-7A35-CC8D-F7DA-128B795065B1}"/>
              </a:ext>
            </a:extLst>
          </p:cNvPr>
          <p:cNvSpPr>
            <a:spLocks noGrp="1"/>
          </p:cNvSpPr>
          <p:nvPr>
            <p:ph type="pic" sz="quarter" idx="18" hasCustomPrompt="1"/>
          </p:nvPr>
        </p:nvSpPr>
        <p:spPr>
          <a:xfrm>
            <a:off x="0" y="2145668"/>
            <a:ext cx="6291878" cy="4728525"/>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dpi="0" rotWithShape="1">
            <a:blip r:embed="rId2">
              <a:alphaModFix amt="60000"/>
            </a:blip>
            <a:srcRect/>
            <a:stretch>
              <a:fillRect/>
            </a:stretch>
          </a:blipFill>
        </p:spPr>
        <p:txBody>
          <a:bodyPr vert="horz" wrap="square" lIns="91440" tIns="45720" rIns="91440" bIns="45720" rtlCol="0">
            <a:noAutofit/>
          </a:bodyPr>
          <a:lstStyle>
            <a:lvl1pPr marL="0" indent="0">
              <a:buNone/>
              <a:defRPr lang="en-US" dirty="0"/>
            </a:lvl1pPr>
          </a:lstStyle>
          <a:p>
            <a:pPr marL="228600" lvl="0" indent="-228600" rtl="0"/>
            <a:r>
              <a:rPr lang="pt-br"/>
              <a:t> </a:t>
            </a:r>
          </a:p>
        </p:txBody>
      </p:sp>
      <p:sp>
        <p:nvSpPr>
          <p:cNvPr id="8" name="Espaço Reservado para Conteúdo 7">
            <a:extLst>
              <a:ext uri="{FF2B5EF4-FFF2-40B4-BE49-F238E27FC236}">
                <a16:creationId xmlns:a16="http://schemas.microsoft.com/office/drawing/2014/main" id="{07755DB3-9272-8E5E-039F-AC14A2C07898}"/>
              </a:ext>
            </a:extLst>
          </p:cNvPr>
          <p:cNvSpPr>
            <a:spLocks noGrp="1"/>
          </p:cNvSpPr>
          <p:nvPr>
            <p:ph sz="quarter" idx="14"/>
          </p:nvPr>
        </p:nvSpPr>
        <p:spPr>
          <a:xfrm>
            <a:off x="6843095" y="2145668"/>
            <a:ext cx="4815505" cy="4190497"/>
          </a:xfrm>
          <a:prstGeom prst="rect">
            <a:avLst/>
          </a:prstGeom>
        </p:spPr>
        <p:txBody>
          <a:bodyPr rtlCol="0"/>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9" name="Espaço Reservado para Rodapé 8">
            <a:extLst>
              <a:ext uri="{FF2B5EF4-FFF2-40B4-BE49-F238E27FC236}">
                <a16:creationId xmlns:a16="http://schemas.microsoft.com/office/drawing/2014/main" id="{820916D3-99FA-E971-607F-14E290E58854}"/>
              </a:ext>
            </a:extLst>
          </p:cNvPr>
          <p:cNvSpPr>
            <a:spLocks noGrp="1"/>
          </p:cNvSpPr>
          <p:nvPr>
            <p:ph type="ftr" sz="quarter" idx="16"/>
          </p:nvPr>
        </p:nvSpPr>
        <p:spPr>
          <a:xfrm>
            <a:off x="6843095" y="6492240"/>
            <a:ext cx="3215297" cy="36576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9F3CAD5B-18BB-E21E-3A4C-7BAACB8519A4}"/>
              </a:ext>
            </a:extLst>
          </p:cNvPr>
          <p:cNvSpPr>
            <a:spLocks noGrp="1"/>
          </p:cNvSpPr>
          <p:nvPr>
            <p:ph type="dt" sz="half" idx="15"/>
          </p:nvPr>
        </p:nvSpPr>
        <p:spPr>
          <a:xfrm>
            <a:off x="10058398" y="6492240"/>
            <a:ext cx="942982" cy="365760"/>
          </a:xfrm>
          <a:prstGeom prst="rect">
            <a:avLst/>
          </a:prstGeom>
        </p:spPr>
        <p:txBody>
          <a:bodyPr rtlCol="0"/>
          <a:lstStyle>
            <a:lvl1pPr>
              <a:defRPr>
                <a:solidFill>
                  <a:schemeClr val="tx2"/>
                </a:solidFill>
              </a:defRPr>
            </a:lvl1pPr>
          </a:lstStyle>
          <a:p>
            <a:pPr rtl="0"/>
            <a:r>
              <a:rPr lang="en-US"/>
              <a:t>17/09/2025</a:t>
            </a:r>
            <a:endParaRPr lang="en-US" dirty="0"/>
          </a:p>
        </p:txBody>
      </p:sp>
      <p:sp>
        <p:nvSpPr>
          <p:cNvPr id="10" name="Espaço Reservado para o Número do Slide 9">
            <a:extLst>
              <a:ext uri="{FF2B5EF4-FFF2-40B4-BE49-F238E27FC236}">
                <a16:creationId xmlns:a16="http://schemas.microsoft.com/office/drawing/2014/main" id="{BBDEAB8E-8806-A459-E320-4CA2B455BFD7}"/>
              </a:ext>
            </a:extLst>
          </p:cNvPr>
          <p:cNvSpPr>
            <a:spLocks noGrp="1"/>
          </p:cNvSpPr>
          <p:nvPr>
            <p:ph type="sldNum" sz="quarter" idx="17"/>
          </p:nvPr>
        </p:nvSpPr>
        <p:spPr>
          <a:xfrm>
            <a:off x="11001379" y="6492240"/>
            <a:ext cx="657221" cy="36576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 name="Retângulo 2">
            <a:extLst>
              <a:ext uri="{FF2B5EF4-FFF2-40B4-BE49-F238E27FC236}">
                <a16:creationId xmlns:a16="http://schemas.microsoft.com/office/drawing/2014/main" id="{54335081-FA52-F16F-A616-E20DA766DB57}"/>
              </a:ext>
            </a:extLst>
          </p:cNvPr>
          <p:cNvSpPr/>
          <p:nvPr userDrawn="1"/>
        </p:nvSpPr>
        <p:spPr>
          <a:xfrm>
            <a:off x="634030" y="565606"/>
            <a:ext cx="11557968"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89120006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údo com Imagem 17">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399" y="1016955"/>
            <a:ext cx="4810129" cy="1269482"/>
          </a:xfrm>
          <a:prstGeom prst="rect">
            <a:avLst/>
          </a:prstGeom>
        </p:spPr>
        <p:txBody>
          <a:bodyPr rtlCol="0" anchor="t">
            <a:noAutofit/>
          </a:bodyPr>
          <a:lstStyle>
            <a:lvl1pPr>
              <a:defRPr sz="3600" cap="all" baseline="0">
                <a:solidFill>
                  <a:schemeClr val="tx2"/>
                </a:solidFill>
              </a:defRPr>
            </a:lvl1pPr>
          </a:lstStyle>
          <a:p>
            <a:pPr rtl="0"/>
            <a:r>
              <a:rPr lang="pt-br"/>
              <a:t>Clique para editar o estilo de título Mestre</a:t>
            </a:r>
          </a:p>
        </p:txBody>
      </p:sp>
      <p:sp>
        <p:nvSpPr>
          <p:cNvPr id="11" name="Espaço Reservado para Imagem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34030" y="2495234"/>
            <a:ext cx="4709498" cy="3727766"/>
          </a:xfrm>
          <a:prstGeom prst="rect">
            <a:avLst/>
          </a:prstGeom>
          <a:blipFill dpi="0" rotWithShape="1">
            <a:blip r:embed="rId2">
              <a:alphaModFix amt="60000"/>
            </a:blip>
            <a:srcRect/>
            <a:stretch>
              <a:fillRect/>
            </a:stretch>
          </a:blipFill>
        </p:spPr>
        <p:txBody>
          <a:bodyPr rtlCol="0"/>
          <a:lstStyle>
            <a:lvl1pPr marL="0" indent="0">
              <a:buFont typeface="Arial" panose="020B0604020202020204" pitchFamily="34" charset="0"/>
              <a:buNone/>
              <a:defRPr/>
            </a:lvl1pPr>
          </a:lstStyle>
          <a:p>
            <a:pPr rtl="0"/>
            <a:r>
              <a:rPr lang="pt-br"/>
              <a:t> </a:t>
            </a:r>
          </a:p>
        </p:txBody>
      </p:sp>
      <p:sp>
        <p:nvSpPr>
          <p:cNvPr id="8" name="Espaço Reservado para Conteúdo 7">
            <a:extLst>
              <a:ext uri="{FF2B5EF4-FFF2-40B4-BE49-F238E27FC236}">
                <a16:creationId xmlns:a16="http://schemas.microsoft.com/office/drawing/2014/main" id="{8BAC3300-BF12-B200-9F06-8D5AC45CB7EF}"/>
              </a:ext>
            </a:extLst>
          </p:cNvPr>
          <p:cNvSpPr>
            <a:spLocks noGrp="1"/>
          </p:cNvSpPr>
          <p:nvPr>
            <p:ph sz="quarter" idx="14"/>
          </p:nvPr>
        </p:nvSpPr>
        <p:spPr>
          <a:xfrm>
            <a:off x="5905562" y="1010614"/>
            <a:ext cx="5753037" cy="5212386"/>
          </a:xfrm>
          <a:prstGeom prst="rect">
            <a:avLst/>
          </a:prstGeom>
        </p:spPr>
        <p:txBody>
          <a:bodyPr rtlCol="0"/>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533399" y="6476999"/>
            <a:ext cx="8576637"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9110036" y="6507480"/>
            <a:ext cx="1891338" cy="365760"/>
          </a:xfrm>
          <a:prstGeom prst="rect">
            <a:avLst/>
          </a:prstGeom>
        </p:spPr>
        <p:txBody>
          <a:bodyPr rtlCol="0"/>
          <a:lstStyle>
            <a:lvl1pPr>
              <a:defRPr>
                <a:solidFill>
                  <a:schemeClr val="tx2"/>
                </a:solidFill>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10995976" y="6476999"/>
            <a:ext cx="662624"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a:p>
        </p:txBody>
      </p:sp>
      <p:sp>
        <p:nvSpPr>
          <p:cNvPr id="3" name="Retângulo 2">
            <a:extLst>
              <a:ext uri="{FF2B5EF4-FFF2-40B4-BE49-F238E27FC236}">
                <a16:creationId xmlns:a16="http://schemas.microsoft.com/office/drawing/2014/main" id="{DD765160-0AD1-7CB4-8350-CBCBF4F7DE6D}"/>
              </a:ext>
            </a:extLst>
          </p:cNvPr>
          <p:cNvSpPr/>
          <p:nvPr userDrawn="1"/>
        </p:nvSpPr>
        <p:spPr>
          <a:xfrm>
            <a:off x="634030" y="565606"/>
            <a:ext cx="4709498"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4" name="Retângulo 3">
            <a:extLst>
              <a:ext uri="{FF2B5EF4-FFF2-40B4-BE49-F238E27FC236}">
                <a16:creationId xmlns:a16="http://schemas.microsoft.com/office/drawing/2014/main" id="{6B0551DE-1F1F-2C48-CB34-005587707E99}"/>
              </a:ext>
            </a:extLst>
          </p:cNvPr>
          <p:cNvSpPr/>
          <p:nvPr userDrawn="1"/>
        </p:nvSpPr>
        <p:spPr>
          <a:xfrm>
            <a:off x="5345730" y="565605"/>
            <a:ext cx="6846270"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61947475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údo com Imagem 18">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399" y="1016955"/>
            <a:ext cx="3486153" cy="1316347"/>
          </a:xfrm>
          <a:prstGeom prst="rect">
            <a:avLst/>
          </a:prstGeom>
        </p:spPr>
        <p:txBody>
          <a:bodyPr rtlCol="0" anchor="t">
            <a:noAutofit/>
          </a:bodyPr>
          <a:lstStyle>
            <a:lvl1pPr>
              <a:defRPr sz="3600" cap="all" baseline="0">
                <a:solidFill>
                  <a:schemeClr val="tx2"/>
                </a:solidFill>
              </a:defRPr>
            </a:lvl1pPr>
          </a:lstStyle>
          <a:p>
            <a:pPr rtl="0"/>
            <a:r>
              <a:rPr lang="pt-br"/>
              <a:t>Clique para editar o estilo de título Mestre</a:t>
            </a:r>
          </a:p>
        </p:txBody>
      </p:sp>
      <p:sp>
        <p:nvSpPr>
          <p:cNvPr id="11" name="Espaço Reservado para Imagem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34030" y="2495233"/>
            <a:ext cx="3385517" cy="3727765"/>
          </a:xfrm>
          <a:prstGeom prst="rect">
            <a:avLst/>
          </a:prstGeom>
          <a:blipFill dpi="0" rotWithShape="1">
            <a:blip r:embed="rId2">
              <a:alphaModFix amt="60000"/>
            </a:blip>
            <a:srcRect/>
            <a:stretch>
              <a:fillRect/>
            </a:stretch>
          </a:blipFill>
        </p:spPr>
        <p:txBody>
          <a:bodyPr rtlCol="0"/>
          <a:lstStyle>
            <a:lvl1pPr marL="0" indent="0">
              <a:buFont typeface="Arial" panose="020B0604020202020204" pitchFamily="34" charset="0"/>
              <a:buNone/>
              <a:defRPr/>
            </a:lvl1pPr>
          </a:lstStyle>
          <a:p>
            <a:pPr rtl="0"/>
            <a:r>
              <a:rPr lang="pt-br"/>
              <a:t> </a:t>
            </a:r>
          </a:p>
        </p:txBody>
      </p:sp>
      <p:sp>
        <p:nvSpPr>
          <p:cNvPr id="8" name="Espaço Reservado para Conteúdo 7">
            <a:extLst>
              <a:ext uri="{FF2B5EF4-FFF2-40B4-BE49-F238E27FC236}">
                <a16:creationId xmlns:a16="http://schemas.microsoft.com/office/drawing/2014/main" id="{83F7B03F-5EDA-605B-1A2E-F48896E48939}"/>
              </a:ext>
            </a:extLst>
          </p:cNvPr>
          <p:cNvSpPr>
            <a:spLocks noGrp="1"/>
          </p:cNvSpPr>
          <p:nvPr>
            <p:ph sz="quarter" idx="14"/>
          </p:nvPr>
        </p:nvSpPr>
        <p:spPr>
          <a:xfrm>
            <a:off x="4576142" y="1016954"/>
            <a:ext cx="7082457" cy="5206045"/>
          </a:xfrm>
          <a:prstGeom prst="rect">
            <a:avLst/>
          </a:prstGeom>
        </p:spPr>
        <p:txBody>
          <a:bodyPr rtlCol="0"/>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533399" y="6477000"/>
            <a:ext cx="8576637"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9110036" y="6476999"/>
            <a:ext cx="1891338" cy="381001"/>
          </a:xfrm>
          <a:prstGeom prst="rect">
            <a:avLst/>
          </a:prstGeom>
        </p:spPr>
        <p:txBody>
          <a:bodyPr rtlCol="0"/>
          <a:lstStyle>
            <a:lvl1pPr>
              <a:defRPr>
                <a:solidFill>
                  <a:schemeClr val="tx2"/>
                </a:solidFill>
              </a:defRPr>
            </a:lvl1pPr>
          </a:lstStyle>
          <a:p>
            <a:pPr rtl="0"/>
            <a:r>
              <a:rPr lang="en-US"/>
              <a:t>17/09/2025</a:t>
            </a:r>
            <a:endParaRPr lang="en-US" dirty="0"/>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1374" y="6477000"/>
            <a:ext cx="657226" cy="381001"/>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 name="Retângulo 2">
            <a:extLst>
              <a:ext uri="{FF2B5EF4-FFF2-40B4-BE49-F238E27FC236}">
                <a16:creationId xmlns:a16="http://schemas.microsoft.com/office/drawing/2014/main" id="{05CA24FE-7F15-0A35-2050-28F4CE33B91F}"/>
              </a:ext>
            </a:extLst>
          </p:cNvPr>
          <p:cNvSpPr/>
          <p:nvPr userDrawn="1"/>
        </p:nvSpPr>
        <p:spPr>
          <a:xfrm>
            <a:off x="634030" y="565606"/>
            <a:ext cx="3385521"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4" name="Retângulo 3">
            <a:extLst>
              <a:ext uri="{FF2B5EF4-FFF2-40B4-BE49-F238E27FC236}">
                <a16:creationId xmlns:a16="http://schemas.microsoft.com/office/drawing/2014/main" id="{CC9E0A62-7502-AFE4-4860-6DE00EB6D1D5}"/>
              </a:ext>
            </a:extLst>
          </p:cNvPr>
          <p:cNvSpPr/>
          <p:nvPr userDrawn="1"/>
        </p:nvSpPr>
        <p:spPr>
          <a:xfrm>
            <a:off x="4019547" y="565605"/>
            <a:ext cx="8172453"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62752994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Número Grande">
    <p:bg>
      <p:bgPr>
        <a:solidFill>
          <a:schemeClr val="tx2"/>
        </a:solidFill>
        <a:effectLst/>
      </p:bgPr>
    </p:bg>
    <p:spTree>
      <p:nvGrpSpPr>
        <p:cNvPr id="1" name=""/>
        <p:cNvGrpSpPr/>
        <p:nvPr/>
      </p:nvGrpSpPr>
      <p:grpSpPr>
        <a:xfrm>
          <a:off x="0" y="0"/>
          <a:ext cx="0" cy="0"/>
          <a:chOff x="0" y="0"/>
          <a:chExt cx="0" cy="0"/>
        </a:xfrm>
      </p:grpSpPr>
      <p:sp>
        <p:nvSpPr>
          <p:cNvPr id="8" name="Título 7">
            <a:extLst>
              <a:ext uri="{FF2B5EF4-FFF2-40B4-BE49-F238E27FC236}">
                <a16:creationId xmlns:a16="http://schemas.microsoft.com/office/drawing/2014/main" id="{4473C94E-2C8E-3F68-4792-D2F9DD866344}"/>
              </a:ext>
            </a:extLst>
          </p:cNvPr>
          <p:cNvSpPr>
            <a:spLocks noGrp="1"/>
          </p:cNvSpPr>
          <p:nvPr>
            <p:ph type="title"/>
          </p:nvPr>
        </p:nvSpPr>
        <p:spPr>
          <a:xfrm>
            <a:off x="3462961" y="5109525"/>
            <a:ext cx="8195638" cy="744634"/>
          </a:xfrm>
        </p:spPr>
        <p:txBody>
          <a:bodyPr rtlCol="0" anchor="b">
            <a:normAutofit/>
          </a:bodyPr>
          <a:lstStyle>
            <a:lvl1pPr>
              <a:defRPr sz="2000" b="1">
                <a:solidFill>
                  <a:schemeClr val="bg1"/>
                </a:solidFill>
              </a:defRPr>
            </a:lvl1pPr>
          </a:lstStyle>
          <a:p>
            <a:pPr rtl="0"/>
            <a:r>
              <a:rPr lang="pt-br"/>
              <a:t>Clique para editar o estilo de título Mestre</a:t>
            </a:r>
          </a:p>
        </p:txBody>
      </p:sp>
      <p:sp>
        <p:nvSpPr>
          <p:cNvPr id="7" name="Espaço Reservado para Conteúdo 6">
            <a:extLst>
              <a:ext uri="{FF2B5EF4-FFF2-40B4-BE49-F238E27FC236}">
                <a16:creationId xmlns:a16="http://schemas.microsoft.com/office/drawing/2014/main" id="{16E6EBA2-EEB8-DB5B-897E-6DAE1530B31E}"/>
              </a:ext>
            </a:extLst>
          </p:cNvPr>
          <p:cNvSpPr>
            <a:spLocks noGrp="1"/>
          </p:cNvSpPr>
          <p:nvPr>
            <p:ph sz="quarter" idx="14" hasCustomPrompt="1"/>
          </p:nvPr>
        </p:nvSpPr>
        <p:spPr>
          <a:xfrm>
            <a:off x="533400" y="533400"/>
            <a:ext cx="11125200" cy="4576763"/>
          </a:xfrm>
        </p:spPr>
        <p:txBody>
          <a:bodyPr rtlCol="0">
            <a:normAutofit/>
          </a:bodyPr>
          <a:lstStyle>
            <a:lvl1pPr marL="0" indent="0">
              <a:buNone/>
              <a:defRPr sz="30000" b="0">
                <a:solidFill>
                  <a:schemeClr val="bg1"/>
                </a:solidFill>
              </a:defRPr>
            </a:lvl1pPr>
          </a:lstStyle>
          <a:p>
            <a:pPr lvl="0" rtl="0"/>
            <a:r>
              <a:rPr lang="pt-br"/>
              <a:t>##%</a:t>
            </a:r>
          </a:p>
        </p:txBody>
      </p:sp>
      <p:sp>
        <p:nvSpPr>
          <p:cNvPr id="4" name="Espaço Reservado para Rodapé 3">
            <a:extLst>
              <a:ext uri="{FF2B5EF4-FFF2-40B4-BE49-F238E27FC236}">
                <a16:creationId xmlns:a16="http://schemas.microsoft.com/office/drawing/2014/main" id="{C394E47C-0C77-0005-1755-14F7739DF22E}"/>
              </a:ext>
            </a:extLst>
          </p:cNvPr>
          <p:cNvSpPr>
            <a:spLocks noGrp="1"/>
          </p:cNvSpPr>
          <p:nvPr>
            <p:ph type="ftr" sz="quarter" idx="11"/>
          </p:nvPr>
        </p:nvSpPr>
        <p:spPr>
          <a:xfrm>
            <a:off x="533399" y="6477000"/>
            <a:ext cx="8576637" cy="381001"/>
          </a:xfrm>
          <a:prstGeom prst="rect">
            <a:avLst/>
          </a:prstGeom>
        </p:spPr>
        <p:txBody>
          <a:bodyPr rtlCol="0"/>
          <a:lstStyle>
            <a:lvl1pPr>
              <a:defRPr>
                <a:solidFill>
                  <a:schemeClr val="bg1"/>
                </a:solidFill>
              </a:defRPr>
            </a:lvl1pPr>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4A591E5F-EDEF-7D02-30E6-B960B5E45903}"/>
              </a:ext>
            </a:extLst>
          </p:cNvPr>
          <p:cNvSpPr>
            <a:spLocks noGrp="1"/>
          </p:cNvSpPr>
          <p:nvPr>
            <p:ph type="dt" sz="half" idx="10"/>
          </p:nvPr>
        </p:nvSpPr>
        <p:spPr>
          <a:xfrm>
            <a:off x="9110036" y="6477000"/>
            <a:ext cx="1880546" cy="381000"/>
          </a:xfrm>
          <a:prstGeom prst="rect">
            <a:avLst/>
          </a:prstGeom>
        </p:spPr>
        <p:txBody>
          <a:bodyPr rtlCol="0"/>
          <a:lstStyle>
            <a:lvl1pPr>
              <a:defRPr>
                <a:solidFill>
                  <a:schemeClr val="bg1"/>
                </a:solidFill>
              </a:defRPr>
            </a:lvl1pPr>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CA0528A9-0729-B0FB-328C-3C96994AAB3C}"/>
              </a:ext>
            </a:extLst>
          </p:cNvPr>
          <p:cNvSpPr>
            <a:spLocks noGrp="1"/>
          </p:cNvSpPr>
          <p:nvPr>
            <p:ph type="sldNum" sz="quarter" idx="12"/>
          </p:nvPr>
        </p:nvSpPr>
        <p:spPr>
          <a:xfrm>
            <a:off x="10995976" y="6492241"/>
            <a:ext cx="662624" cy="365760"/>
          </a:xfrm>
          <a:prstGeom prst="rect">
            <a:avLst/>
          </a:prstGeom>
        </p:spPr>
        <p:txBody>
          <a:bodyPr rtlCol="0"/>
          <a:lstStyle>
            <a:lvl1pPr>
              <a:defRPr>
                <a:solidFill>
                  <a:schemeClr val="bg1"/>
                </a:solidFill>
              </a:defRPr>
            </a:lvl1pPr>
          </a:lstStyle>
          <a:p>
            <a:pPr rtl="0"/>
            <a:fld id="{AEAA3239-9EA4-4A65-A281-97F994456D9F}" type="slidenum">
              <a:rPr lang="en-US" smtClean="0"/>
              <a:pPr/>
              <a:t>‹#›</a:t>
            </a:fld>
            <a:endParaRPr lang="en-US" dirty="0"/>
          </a:p>
        </p:txBody>
      </p:sp>
      <p:sp>
        <p:nvSpPr>
          <p:cNvPr id="36" name="Retângulo 35">
            <a:extLst>
              <a:ext uri="{FF2B5EF4-FFF2-40B4-BE49-F238E27FC236}">
                <a16:creationId xmlns:a16="http://schemas.microsoft.com/office/drawing/2014/main" id="{CCD9F1A0-57DB-F034-0AB9-2E671ABA4CDD}"/>
              </a:ext>
            </a:extLst>
          </p:cNvPr>
          <p:cNvSpPr/>
          <p:nvPr/>
        </p:nvSpPr>
        <p:spPr>
          <a:xfrm>
            <a:off x="9110040" y="6155911"/>
            <a:ext cx="3081959"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37" name="Retângulo 36">
            <a:extLst>
              <a:ext uri="{FF2B5EF4-FFF2-40B4-BE49-F238E27FC236}">
                <a16:creationId xmlns:a16="http://schemas.microsoft.com/office/drawing/2014/main" id="{66B7340E-9893-2D44-91EA-76771EE522E6}"/>
              </a:ext>
            </a:extLst>
          </p:cNvPr>
          <p:cNvSpPr/>
          <p:nvPr/>
        </p:nvSpPr>
        <p:spPr>
          <a:xfrm>
            <a:off x="3467745" y="6155911"/>
            <a:ext cx="5642289" cy="6400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232121620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Número Grande 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7598420F-9109-D819-4B18-8ABF253545AF}"/>
              </a:ext>
            </a:extLst>
          </p:cNvPr>
          <p:cNvSpPr>
            <a:spLocks noGrp="1"/>
          </p:cNvSpPr>
          <p:nvPr>
            <p:ph type="title"/>
          </p:nvPr>
        </p:nvSpPr>
        <p:spPr>
          <a:xfrm>
            <a:off x="3462961" y="5109526"/>
            <a:ext cx="8195638" cy="744634"/>
          </a:xfrm>
        </p:spPr>
        <p:txBody>
          <a:bodyPr rtlCol="0" anchor="b">
            <a:normAutofit/>
          </a:bodyPr>
          <a:lstStyle>
            <a:lvl1pPr>
              <a:defRPr sz="2000" b="1"/>
            </a:lvl1pPr>
          </a:lstStyle>
          <a:p>
            <a:pPr rtl="0"/>
            <a:r>
              <a:rPr lang="pt-br"/>
              <a:t>Clique para editar o estilo de título Mestre</a:t>
            </a:r>
          </a:p>
        </p:txBody>
      </p:sp>
      <p:sp>
        <p:nvSpPr>
          <p:cNvPr id="11" name="Espaço Reservado para Conteúdo 10">
            <a:extLst>
              <a:ext uri="{FF2B5EF4-FFF2-40B4-BE49-F238E27FC236}">
                <a16:creationId xmlns:a16="http://schemas.microsoft.com/office/drawing/2014/main" id="{1BEF40F6-4B37-BBD3-E0AD-279A48AF21F3}"/>
              </a:ext>
            </a:extLst>
          </p:cNvPr>
          <p:cNvSpPr>
            <a:spLocks noGrp="1"/>
          </p:cNvSpPr>
          <p:nvPr>
            <p:ph sz="quarter" idx="14" hasCustomPrompt="1"/>
          </p:nvPr>
        </p:nvSpPr>
        <p:spPr>
          <a:xfrm>
            <a:off x="1576388" y="533400"/>
            <a:ext cx="10082212" cy="4535488"/>
          </a:xfrm>
        </p:spPr>
        <p:txBody>
          <a:bodyPr rtlCol="0" anchor="b">
            <a:noAutofit/>
          </a:bodyPr>
          <a:lstStyle>
            <a:lvl1pPr marL="0" indent="0">
              <a:buNone/>
              <a:defRPr sz="30000"/>
            </a:lvl1pPr>
          </a:lstStyle>
          <a:p>
            <a:pPr lvl="0" rtl="0"/>
            <a:r>
              <a:rPr lang="pt-br"/>
              <a:t>##%</a:t>
            </a:r>
          </a:p>
        </p:txBody>
      </p:sp>
      <p:sp>
        <p:nvSpPr>
          <p:cNvPr id="4" name="Espaço Reservado para Rodapé 3">
            <a:extLst>
              <a:ext uri="{FF2B5EF4-FFF2-40B4-BE49-F238E27FC236}">
                <a16:creationId xmlns:a16="http://schemas.microsoft.com/office/drawing/2014/main" id="{C394E47C-0C77-0005-1755-14F7739DF22E}"/>
              </a:ext>
            </a:extLst>
          </p:cNvPr>
          <p:cNvSpPr>
            <a:spLocks noGrp="1"/>
          </p:cNvSpPr>
          <p:nvPr>
            <p:ph type="ftr" sz="quarter" idx="11"/>
          </p:nvPr>
        </p:nvSpPr>
        <p:spPr>
          <a:xfrm>
            <a:off x="533399" y="6492241"/>
            <a:ext cx="8576637" cy="36576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4A591E5F-EDEF-7D02-30E6-B960B5E45903}"/>
              </a:ext>
            </a:extLst>
          </p:cNvPr>
          <p:cNvSpPr>
            <a:spLocks noGrp="1"/>
          </p:cNvSpPr>
          <p:nvPr>
            <p:ph type="dt" sz="half" idx="10"/>
          </p:nvPr>
        </p:nvSpPr>
        <p:spPr>
          <a:xfrm>
            <a:off x="9110036" y="6492240"/>
            <a:ext cx="1891338" cy="365760"/>
          </a:xfrm>
          <a:prstGeom prst="rect">
            <a:avLst/>
          </a:prstGeom>
        </p:spPr>
        <p:txBody>
          <a:bodyPr rtlCol="0"/>
          <a:lstStyle>
            <a:lvl1pPr>
              <a:defRPr>
                <a:solidFill>
                  <a:schemeClr val="tx2"/>
                </a:solidFill>
              </a:defRPr>
            </a:lvl1pPr>
          </a:lstStyle>
          <a:p>
            <a:pPr rtl="0"/>
            <a:r>
              <a:rPr lang="en-US"/>
              <a:t>17/09/2025</a:t>
            </a:r>
          </a:p>
        </p:txBody>
      </p:sp>
      <p:sp>
        <p:nvSpPr>
          <p:cNvPr id="5" name="Espaço Reservado para o Número do Slide 4">
            <a:extLst>
              <a:ext uri="{FF2B5EF4-FFF2-40B4-BE49-F238E27FC236}">
                <a16:creationId xmlns:a16="http://schemas.microsoft.com/office/drawing/2014/main" id="{CA0528A9-0729-B0FB-328C-3C96994AAB3C}"/>
              </a:ext>
            </a:extLst>
          </p:cNvPr>
          <p:cNvSpPr>
            <a:spLocks noGrp="1"/>
          </p:cNvSpPr>
          <p:nvPr>
            <p:ph type="sldNum" sz="quarter" idx="12"/>
          </p:nvPr>
        </p:nvSpPr>
        <p:spPr>
          <a:xfrm>
            <a:off x="10995976" y="6492241"/>
            <a:ext cx="662624" cy="36576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a:p>
        </p:txBody>
      </p:sp>
      <p:sp>
        <p:nvSpPr>
          <p:cNvPr id="9" name="Retângulo 8">
            <a:extLst>
              <a:ext uri="{FF2B5EF4-FFF2-40B4-BE49-F238E27FC236}">
                <a16:creationId xmlns:a16="http://schemas.microsoft.com/office/drawing/2014/main" id="{E839B9B1-5BEF-4F31-6B44-3CB4CD58885D}"/>
              </a:ext>
            </a:extLst>
          </p:cNvPr>
          <p:cNvSpPr/>
          <p:nvPr/>
        </p:nvSpPr>
        <p:spPr>
          <a:xfrm>
            <a:off x="9110040" y="6155911"/>
            <a:ext cx="3081959"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10" name="Retângulo 9">
            <a:extLst>
              <a:ext uri="{FF2B5EF4-FFF2-40B4-BE49-F238E27FC236}">
                <a16:creationId xmlns:a16="http://schemas.microsoft.com/office/drawing/2014/main" id="{27548359-EFF8-1F42-7DB6-7D93AD66C2F5}"/>
              </a:ext>
            </a:extLst>
          </p:cNvPr>
          <p:cNvSpPr/>
          <p:nvPr/>
        </p:nvSpPr>
        <p:spPr>
          <a:xfrm>
            <a:off x="3467745" y="6155911"/>
            <a:ext cx="5642289"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6676215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Número Maior 3">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10" name="Título 9">
            <a:extLst>
              <a:ext uri="{FF2B5EF4-FFF2-40B4-BE49-F238E27FC236}">
                <a16:creationId xmlns:a16="http://schemas.microsoft.com/office/drawing/2014/main" id="{3F766B52-229C-C000-F364-4B90D3B58207}"/>
              </a:ext>
            </a:extLst>
          </p:cNvPr>
          <p:cNvSpPr>
            <a:spLocks noGrp="1"/>
          </p:cNvSpPr>
          <p:nvPr>
            <p:ph type="title"/>
          </p:nvPr>
        </p:nvSpPr>
        <p:spPr>
          <a:xfrm>
            <a:off x="533399" y="5503767"/>
            <a:ext cx="8197616" cy="744633"/>
          </a:xfrm>
        </p:spPr>
        <p:txBody>
          <a:bodyPr rtlCol="0" anchor="b">
            <a:normAutofit/>
          </a:bodyPr>
          <a:lstStyle>
            <a:lvl1pPr>
              <a:defRPr sz="2000" b="1"/>
            </a:lvl1pPr>
          </a:lstStyle>
          <a:p>
            <a:pPr rtl="0"/>
            <a:r>
              <a:rPr lang="pt-br"/>
              <a:t>Clique para editar o estilo de título Mestre</a:t>
            </a:r>
          </a:p>
        </p:txBody>
      </p:sp>
      <p:sp>
        <p:nvSpPr>
          <p:cNvPr id="9" name="Espaço Reservado para Conteúdo 8">
            <a:extLst>
              <a:ext uri="{FF2B5EF4-FFF2-40B4-BE49-F238E27FC236}">
                <a16:creationId xmlns:a16="http://schemas.microsoft.com/office/drawing/2014/main" id="{339F166E-4119-CF5D-6537-03CAC7026DAD}"/>
              </a:ext>
            </a:extLst>
          </p:cNvPr>
          <p:cNvSpPr>
            <a:spLocks noGrp="1"/>
          </p:cNvSpPr>
          <p:nvPr>
            <p:ph sz="quarter" idx="14" hasCustomPrompt="1"/>
          </p:nvPr>
        </p:nvSpPr>
        <p:spPr>
          <a:xfrm>
            <a:off x="533400" y="533400"/>
            <a:ext cx="8197850" cy="4535488"/>
          </a:xfrm>
        </p:spPr>
        <p:txBody>
          <a:bodyPr rtlCol="0">
            <a:normAutofit/>
          </a:bodyPr>
          <a:lstStyle>
            <a:lvl1pPr marL="0" indent="0">
              <a:buNone/>
              <a:defRPr sz="25000"/>
            </a:lvl1pPr>
          </a:lstStyle>
          <a:p>
            <a:pPr lvl="0" rtl="0"/>
            <a:r>
              <a:rPr lang="pt-br"/>
              <a:t>##%</a:t>
            </a:r>
          </a:p>
        </p:txBody>
      </p:sp>
      <p:sp>
        <p:nvSpPr>
          <p:cNvPr id="4" name="Espaço Reservado para Rodapé 3">
            <a:extLst>
              <a:ext uri="{FF2B5EF4-FFF2-40B4-BE49-F238E27FC236}">
                <a16:creationId xmlns:a16="http://schemas.microsoft.com/office/drawing/2014/main" id="{C394E47C-0C77-0005-1755-14F7739DF22E}"/>
              </a:ext>
            </a:extLst>
          </p:cNvPr>
          <p:cNvSpPr>
            <a:spLocks noGrp="1"/>
          </p:cNvSpPr>
          <p:nvPr>
            <p:ph type="ftr" sz="quarter" idx="11"/>
          </p:nvPr>
        </p:nvSpPr>
        <p:spPr>
          <a:xfrm>
            <a:off x="533400" y="6477000"/>
            <a:ext cx="5747706" cy="381001"/>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4A591E5F-EDEF-7D02-30E6-B960B5E45903}"/>
              </a:ext>
            </a:extLst>
          </p:cNvPr>
          <p:cNvSpPr>
            <a:spLocks noGrp="1"/>
          </p:cNvSpPr>
          <p:nvPr>
            <p:ph type="dt" sz="half" idx="10"/>
          </p:nvPr>
        </p:nvSpPr>
        <p:spPr>
          <a:xfrm>
            <a:off x="6279139" y="6477000"/>
            <a:ext cx="1783858" cy="381000"/>
          </a:xfrm>
          <a:prstGeom prst="rect">
            <a:avLst/>
          </a:prstGeom>
        </p:spPr>
        <p:txBody>
          <a:bodyPr rtlCol="0"/>
          <a:lstStyle>
            <a:lvl1pPr>
              <a:defRPr>
                <a:solidFill>
                  <a:schemeClr val="tx2"/>
                </a:solidFill>
              </a:defRPr>
            </a:lvl1pPr>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CA0528A9-0729-B0FB-328C-3C96994AAB3C}"/>
              </a:ext>
            </a:extLst>
          </p:cNvPr>
          <p:cNvSpPr>
            <a:spLocks noGrp="1"/>
          </p:cNvSpPr>
          <p:nvPr>
            <p:ph type="sldNum" sz="quarter" idx="12"/>
          </p:nvPr>
        </p:nvSpPr>
        <p:spPr>
          <a:xfrm>
            <a:off x="8068391" y="6492241"/>
            <a:ext cx="662624" cy="36576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2" name="Retângulo 31">
            <a:extLst>
              <a:ext uri="{FF2B5EF4-FFF2-40B4-BE49-F238E27FC236}">
                <a16:creationId xmlns:a16="http://schemas.microsoft.com/office/drawing/2014/main" id="{9B44F338-C24A-72CF-A14A-4F2D72023D14}"/>
              </a:ext>
            </a:extLst>
          </p:cNvPr>
          <p:cNvSpPr/>
          <p:nvPr/>
        </p:nvSpPr>
        <p:spPr>
          <a:xfrm>
            <a:off x="634030" y="565606"/>
            <a:ext cx="11557968"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6" name="Retângulo 5">
            <a:extLst>
              <a:ext uri="{FF2B5EF4-FFF2-40B4-BE49-F238E27FC236}">
                <a16:creationId xmlns:a16="http://schemas.microsoft.com/office/drawing/2014/main" id="{60CA27EA-41C5-29B8-12D6-3E865A8BE203}"/>
              </a:ext>
            </a:extLst>
          </p:cNvPr>
          <p:cNvSpPr/>
          <p:nvPr userDrawn="1"/>
        </p:nvSpPr>
        <p:spPr>
          <a:xfrm>
            <a:off x="9110034" y="0"/>
            <a:ext cx="3081966"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8" name="Retângulo 7">
            <a:extLst>
              <a:ext uri="{FF2B5EF4-FFF2-40B4-BE49-F238E27FC236}">
                <a16:creationId xmlns:a16="http://schemas.microsoft.com/office/drawing/2014/main" id="{23853515-1714-73E5-D625-2A609526F7E8}"/>
              </a:ext>
            </a:extLst>
          </p:cNvPr>
          <p:cNvSpPr/>
          <p:nvPr userDrawn="1"/>
        </p:nvSpPr>
        <p:spPr>
          <a:xfrm>
            <a:off x="9110040" y="565606"/>
            <a:ext cx="3081959"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5714412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Declaração">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a:prstGeom prst="rect">
            <a:avLst/>
          </a:prstGeom>
        </p:spPr>
        <p:txBody>
          <a:bodyPr rtlCol="0"/>
          <a:lstStyle>
            <a:lvl1pPr>
              <a:defRPr>
                <a:solidFill>
                  <a:schemeClr val="bg1"/>
                </a:solidFill>
                <a:latin typeface="Arial" panose="020B0604020202020204" pitchFamily="34" charset="0"/>
                <a:cs typeface="Arial" panose="020B0604020202020204" pitchFamily="34" charset="0"/>
              </a:defRPr>
            </a:lvl1pPr>
          </a:lstStyle>
          <a:p>
            <a:pPr rtl="0"/>
            <a:r>
              <a:rPr lang="pt-br"/>
              <a:t>Clique para editar o estilo de título Mestre</a:t>
            </a:r>
          </a:p>
        </p:txBody>
      </p:sp>
      <p:sp>
        <p:nvSpPr>
          <p:cNvPr id="7" name="Espaço Reservado para Conteúdo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533399" y="1016955"/>
            <a:ext cx="11125201" cy="4840285"/>
          </a:xfrm>
          <a:prstGeom prst="rect">
            <a:avLst/>
          </a:prstGeom>
        </p:spPr>
        <p:txBody>
          <a:bodyPr rtlCol="0" anchor="t">
            <a:noAutofit/>
          </a:bodyPr>
          <a:lstStyle>
            <a:lvl1pPr marL="0" indent="0">
              <a:lnSpc>
                <a:spcPct val="90000"/>
              </a:lnSpc>
              <a:spcBef>
                <a:spcPts val="0"/>
              </a:spcBef>
              <a:buNone/>
              <a:defRPr sz="7200" b="1">
                <a:solidFill>
                  <a:schemeClr val="bg2"/>
                </a:solidFill>
                <a:latin typeface="Arial" panose="020B0604020202020204" pitchFamily="34" charset="0"/>
                <a:cs typeface="Arial" panose="020B0604020202020204" pitchFamily="34" charset="0"/>
              </a:defRPr>
            </a:lvl1pPr>
            <a:lvl2pPr marL="228600" indent="0">
              <a:lnSpc>
                <a:spcPct val="90000"/>
              </a:lnSpc>
              <a:spcBef>
                <a:spcPts val="0"/>
              </a:spcBef>
              <a:buNone/>
              <a:defRPr sz="7200" b="1">
                <a:solidFill>
                  <a:schemeClr val="bg2"/>
                </a:solidFill>
                <a:latin typeface="Arial" panose="020B0604020202020204" pitchFamily="34" charset="0"/>
                <a:cs typeface="Arial" panose="020B0604020202020204" pitchFamily="34" charset="0"/>
              </a:defRPr>
            </a:lvl2pPr>
            <a:lvl3pPr marL="457200" indent="0">
              <a:lnSpc>
                <a:spcPct val="90000"/>
              </a:lnSpc>
              <a:spcBef>
                <a:spcPts val="0"/>
              </a:spcBef>
              <a:buNone/>
              <a:defRPr sz="7200" b="1">
                <a:solidFill>
                  <a:schemeClr val="bg2"/>
                </a:solidFill>
                <a:latin typeface="Arial" panose="020B0604020202020204" pitchFamily="34" charset="0"/>
                <a:cs typeface="Arial" panose="020B0604020202020204" pitchFamily="34" charset="0"/>
              </a:defRPr>
            </a:lvl3pPr>
            <a:lvl4pPr marL="685800" indent="0">
              <a:lnSpc>
                <a:spcPct val="90000"/>
              </a:lnSpc>
              <a:spcBef>
                <a:spcPts val="0"/>
              </a:spcBef>
              <a:buNone/>
              <a:defRPr sz="7200" b="1">
                <a:solidFill>
                  <a:schemeClr val="bg2"/>
                </a:solidFill>
                <a:latin typeface="Arial" panose="020B0604020202020204" pitchFamily="34" charset="0"/>
                <a:cs typeface="Arial" panose="020B0604020202020204" pitchFamily="34" charset="0"/>
              </a:defRPr>
            </a:lvl4pPr>
            <a:lvl5pPr marL="914400" indent="0">
              <a:lnSpc>
                <a:spcPct val="90000"/>
              </a:lnSpc>
              <a:spcBef>
                <a:spcPts val="0"/>
              </a:spcBef>
              <a:buNone/>
              <a:defRPr sz="7200" b="1">
                <a:solidFill>
                  <a:schemeClr val="bg2"/>
                </a:solidFill>
                <a:latin typeface="Arial" panose="020B0604020202020204" pitchFamily="34" charset="0"/>
                <a:cs typeface="Arial" panose="020B0604020202020204" pitchFamily="34" charset="0"/>
              </a:defRPr>
            </a:lvl5pPr>
          </a:lstStyle>
          <a:p>
            <a:pPr lvl="0" rtl="0"/>
            <a:r>
              <a:rPr lang="pt-br"/>
              <a:t>Clique para adicionar uma Instrução</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4" name="Espaço Reservado para Rodapé 3">
            <a:extLst>
              <a:ext uri="{FF2B5EF4-FFF2-40B4-BE49-F238E27FC236}">
                <a16:creationId xmlns:a16="http://schemas.microsoft.com/office/drawing/2014/main" id="{3D56E87B-2252-4382-E6E7-15A81BCC8029}"/>
              </a:ext>
            </a:extLst>
          </p:cNvPr>
          <p:cNvSpPr>
            <a:spLocks noGrp="1"/>
          </p:cNvSpPr>
          <p:nvPr>
            <p:ph type="ftr" sz="quarter" idx="11"/>
          </p:nvPr>
        </p:nvSpPr>
        <p:spPr>
          <a:xfrm>
            <a:off x="533399" y="6492240"/>
            <a:ext cx="8576637" cy="365761"/>
          </a:xfrm>
          <a:prstGeom prst="rect">
            <a:avLst/>
          </a:prstGeom>
        </p:spPr>
        <p:txBody>
          <a:bodyPr rtlCol="0"/>
          <a:lstStyle>
            <a:lvl1pPr>
              <a:defRPr>
                <a:solidFill>
                  <a:schemeClr val="bg2"/>
                </a:solidFill>
              </a:defRPr>
            </a:lvl1pPr>
          </a:lstStyle>
          <a:p>
            <a:pPr rtl="0"/>
            <a:r>
              <a:rPr lang="pt-br"/>
              <a:t>Título da apresentação</a:t>
            </a:r>
          </a:p>
        </p:txBody>
      </p:sp>
      <p:sp>
        <p:nvSpPr>
          <p:cNvPr id="3" name="Espaço Reservado para Data 2">
            <a:extLst>
              <a:ext uri="{FF2B5EF4-FFF2-40B4-BE49-F238E27FC236}">
                <a16:creationId xmlns:a16="http://schemas.microsoft.com/office/drawing/2014/main" id="{67F688C7-1128-9027-65E4-A17BBE7DDDF0}"/>
              </a:ext>
            </a:extLst>
          </p:cNvPr>
          <p:cNvSpPr>
            <a:spLocks noGrp="1"/>
          </p:cNvSpPr>
          <p:nvPr>
            <p:ph type="dt" sz="half" idx="10"/>
          </p:nvPr>
        </p:nvSpPr>
        <p:spPr>
          <a:xfrm>
            <a:off x="9110036" y="6492239"/>
            <a:ext cx="1891338" cy="365761"/>
          </a:xfrm>
          <a:prstGeom prst="rect">
            <a:avLst/>
          </a:prstGeom>
        </p:spPr>
        <p:txBody>
          <a:bodyPr rtlCol="0"/>
          <a:lstStyle>
            <a:lvl1pPr>
              <a:defRPr>
                <a:solidFill>
                  <a:schemeClr val="bg2"/>
                </a:solidFill>
              </a:defRPr>
            </a:lvl1pPr>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8C1C6A68-1AC4-7B10-CD66-D67327434E62}"/>
              </a:ext>
            </a:extLst>
          </p:cNvPr>
          <p:cNvSpPr>
            <a:spLocks noGrp="1"/>
          </p:cNvSpPr>
          <p:nvPr>
            <p:ph type="sldNum" sz="quarter" idx="12"/>
          </p:nvPr>
        </p:nvSpPr>
        <p:spPr>
          <a:xfrm>
            <a:off x="10995976" y="6492240"/>
            <a:ext cx="662624" cy="365761"/>
          </a:xfrm>
          <a:prstGeom prst="rect">
            <a:avLst/>
          </a:prstGeom>
        </p:spPr>
        <p:txBody>
          <a:bodyPr rtlCol="0"/>
          <a:lstStyle>
            <a:lvl1pPr>
              <a:defRPr>
                <a:solidFill>
                  <a:schemeClr val="bg2"/>
                </a:solidFill>
              </a:defRPr>
            </a:lvl1pPr>
          </a:lstStyle>
          <a:p>
            <a:pPr rtl="0"/>
            <a:fld id="{AEAA3239-9EA4-4A65-A281-97F994456D9F}" type="slidenum">
              <a:rPr lang="en-US" smtClean="0"/>
              <a:pPr/>
              <a:t>‹#›</a:t>
            </a:fld>
            <a:endParaRPr lang="en-US" dirty="0"/>
          </a:p>
        </p:txBody>
      </p:sp>
      <p:sp>
        <p:nvSpPr>
          <p:cNvPr id="6" name="Retângulo 5">
            <a:extLst>
              <a:ext uri="{FF2B5EF4-FFF2-40B4-BE49-F238E27FC236}">
                <a16:creationId xmlns:a16="http://schemas.microsoft.com/office/drawing/2014/main" id="{F810F272-8DCB-3D9F-8EA6-FBDD6B7DFDA3}"/>
              </a:ext>
            </a:extLst>
          </p:cNvPr>
          <p:cNvSpPr/>
          <p:nvPr userDrawn="1"/>
        </p:nvSpPr>
        <p:spPr>
          <a:xfrm>
            <a:off x="9110040" y="6155911"/>
            <a:ext cx="3081959" cy="6400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8" name="Retângulo 7">
            <a:extLst>
              <a:ext uri="{FF2B5EF4-FFF2-40B4-BE49-F238E27FC236}">
                <a16:creationId xmlns:a16="http://schemas.microsoft.com/office/drawing/2014/main" id="{F638ED97-EB88-D071-C45A-D0C32569D40D}"/>
              </a:ext>
            </a:extLst>
          </p:cNvPr>
          <p:cNvSpPr/>
          <p:nvPr userDrawn="1"/>
        </p:nvSpPr>
        <p:spPr>
          <a:xfrm>
            <a:off x="3467745" y="6155911"/>
            <a:ext cx="5642289" cy="64008"/>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2585701026"/>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Declaração 2">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a:prstGeom prst="rect">
            <a:avLst/>
          </a:prstGeom>
        </p:spPr>
        <p:txBody>
          <a:bodyPr rtlCol="0"/>
          <a:lstStyle>
            <a:lvl1pPr>
              <a:defRPr>
                <a:solidFill>
                  <a:schemeClr val="tx1"/>
                </a:solidFill>
              </a:defRPr>
            </a:lvl1pPr>
          </a:lstStyle>
          <a:p>
            <a:pPr rtl="0"/>
            <a:r>
              <a:rPr lang="pt-br"/>
              <a:t>Clique para editar o estilo de título Mestre</a:t>
            </a:r>
          </a:p>
        </p:txBody>
      </p:sp>
      <p:sp>
        <p:nvSpPr>
          <p:cNvPr id="7" name="Espaço Reservado para Conteúdo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533399" y="1013308"/>
            <a:ext cx="11125201" cy="5204612"/>
          </a:xfrm>
          <a:prstGeom prst="rect">
            <a:avLst/>
          </a:prstGeom>
        </p:spPr>
        <p:txBody>
          <a:bodyPr rtlCol="0" anchor="t">
            <a:normAutofit/>
          </a:bodyPr>
          <a:lstStyle>
            <a:lvl1pPr marL="0" indent="0">
              <a:lnSpc>
                <a:spcPct val="90000"/>
              </a:lnSpc>
              <a:spcBef>
                <a:spcPts val="0"/>
              </a:spcBef>
              <a:buNone/>
              <a:defRPr sz="7200" b="1">
                <a:solidFill>
                  <a:schemeClr val="tx2"/>
                </a:solidFill>
              </a:defRPr>
            </a:lvl1pPr>
            <a:lvl2pPr marL="228600" indent="0">
              <a:lnSpc>
                <a:spcPct val="90000"/>
              </a:lnSpc>
              <a:spcBef>
                <a:spcPts val="0"/>
              </a:spcBef>
              <a:buNone/>
              <a:defRPr sz="7200" b="1">
                <a:solidFill>
                  <a:schemeClr val="tx2"/>
                </a:solidFill>
              </a:defRPr>
            </a:lvl2pPr>
            <a:lvl3pPr marL="457200" indent="0">
              <a:lnSpc>
                <a:spcPct val="90000"/>
              </a:lnSpc>
              <a:spcBef>
                <a:spcPts val="0"/>
              </a:spcBef>
              <a:buNone/>
              <a:defRPr sz="7200" b="1">
                <a:solidFill>
                  <a:schemeClr val="tx2"/>
                </a:solidFill>
              </a:defRPr>
            </a:lvl3pPr>
            <a:lvl4pPr marL="685800" indent="0">
              <a:lnSpc>
                <a:spcPct val="90000"/>
              </a:lnSpc>
              <a:spcBef>
                <a:spcPts val="0"/>
              </a:spcBef>
              <a:buNone/>
              <a:defRPr sz="7200" b="1">
                <a:solidFill>
                  <a:schemeClr val="tx2"/>
                </a:solidFill>
              </a:defRPr>
            </a:lvl4pPr>
            <a:lvl5pPr marL="914400" indent="0">
              <a:lnSpc>
                <a:spcPct val="90000"/>
              </a:lnSpc>
              <a:spcBef>
                <a:spcPts val="0"/>
              </a:spcBef>
              <a:buNone/>
              <a:defRPr sz="7200" b="1">
                <a:solidFill>
                  <a:schemeClr val="tx2"/>
                </a:solidFill>
              </a:defRPr>
            </a:lvl5pPr>
          </a:lstStyle>
          <a:p>
            <a:pPr lvl="0" rtl="0"/>
            <a:r>
              <a:rPr lang="pt-br"/>
              <a:t>Clique para adicionar uma Instrução</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10" name="Espaço Reservado para Rodapé 3">
            <a:extLst>
              <a:ext uri="{FF2B5EF4-FFF2-40B4-BE49-F238E27FC236}">
                <a16:creationId xmlns:a16="http://schemas.microsoft.com/office/drawing/2014/main" id="{8BF9C9D6-DA86-3C40-578D-A1E0A226D24A}"/>
              </a:ext>
            </a:extLst>
          </p:cNvPr>
          <p:cNvSpPr>
            <a:spLocks noGrp="1"/>
          </p:cNvSpPr>
          <p:nvPr>
            <p:ph type="ftr" sz="quarter" idx="11"/>
          </p:nvPr>
        </p:nvSpPr>
        <p:spPr>
          <a:xfrm>
            <a:off x="533399" y="6492241"/>
            <a:ext cx="8576637" cy="365760"/>
          </a:xfrm>
          <a:prstGeom prst="rect">
            <a:avLst/>
          </a:prstGeom>
        </p:spPr>
        <p:txBody>
          <a:bodyPr rtlCol="0"/>
          <a:lstStyle/>
          <a:p>
            <a:pPr rtl="0"/>
            <a:r>
              <a:rPr lang="pt-br"/>
              <a:t>Título da apresentação</a:t>
            </a:r>
            <a:endParaRPr lang="en-US" dirty="0"/>
          </a:p>
        </p:txBody>
      </p:sp>
      <p:sp>
        <p:nvSpPr>
          <p:cNvPr id="9" name="Espaço Reservado para Data 2">
            <a:extLst>
              <a:ext uri="{FF2B5EF4-FFF2-40B4-BE49-F238E27FC236}">
                <a16:creationId xmlns:a16="http://schemas.microsoft.com/office/drawing/2014/main" id="{EDDA72D8-8E1B-E9E1-BE77-CAA0A8C269FD}"/>
              </a:ext>
            </a:extLst>
          </p:cNvPr>
          <p:cNvSpPr>
            <a:spLocks noGrp="1"/>
          </p:cNvSpPr>
          <p:nvPr>
            <p:ph type="dt" sz="half" idx="10"/>
          </p:nvPr>
        </p:nvSpPr>
        <p:spPr>
          <a:xfrm>
            <a:off x="9110036" y="6492240"/>
            <a:ext cx="1891337" cy="365760"/>
          </a:xfrm>
          <a:prstGeom prst="rect">
            <a:avLst/>
          </a:prstGeom>
        </p:spPr>
        <p:txBody>
          <a:bodyPr rtlCol="0"/>
          <a:lstStyle/>
          <a:p>
            <a:pPr rtl="0"/>
            <a:r>
              <a:rPr lang="en-US"/>
              <a:t>17/09/2025</a:t>
            </a:r>
            <a:endParaRPr lang="en-US" dirty="0"/>
          </a:p>
        </p:txBody>
      </p:sp>
      <p:sp>
        <p:nvSpPr>
          <p:cNvPr id="11" name="Espaço Reservado para o Número do Slide 4">
            <a:extLst>
              <a:ext uri="{FF2B5EF4-FFF2-40B4-BE49-F238E27FC236}">
                <a16:creationId xmlns:a16="http://schemas.microsoft.com/office/drawing/2014/main" id="{6CD685AC-8C83-2966-C687-1A563ED4E20A}"/>
              </a:ext>
            </a:extLst>
          </p:cNvPr>
          <p:cNvSpPr>
            <a:spLocks noGrp="1"/>
          </p:cNvSpPr>
          <p:nvPr>
            <p:ph type="sldNum" sz="quarter" idx="12"/>
          </p:nvPr>
        </p:nvSpPr>
        <p:spPr>
          <a:xfrm>
            <a:off x="10995976" y="6492241"/>
            <a:ext cx="662623" cy="365760"/>
          </a:xfrm>
          <a:prstGeom prst="rect">
            <a:avLst/>
          </a:prstGeom>
        </p:spPr>
        <p:txBody>
          <a:bodyPr rtlCol="0"/>
          <a:lstStyle/>
          <a:p>
            <a:pPr rtl="0"/>
            <a:fld id="{AEAA3239-9EA4-4A65-A281-97F994456D9F}" type="slidenum">
              <a:rPr lang="en-US" smtClean="0"/>
              <a:t>‹#›</a:t>
            </a:fld>
            <a:endParaRPr lang="en-US" dirty="0"/>
          </a:p>
        </p:txBody>
      </p:sp>
      <p:sp>
        <p:nvSpPr>
          <p:cNvPr id="3" name="Retângulo 2">
            <a:extLst>
              <a:ext uri="{FF2B5EF4-FFF2-40B4-BE49-F238E27FC236}">
                <a16:creationId xmlns:a16="http://schemas.microsoft.com/office/drawing/2014/main" id="{16013958-6C87-60CF-9219-2BB1A3A4CCA8}"/>
              </a:ext>
            </a:extLst>
          </p:cNvPr>
          <p:cNvSpPr/>
          <p:nvPr userDrawn="1"/>
        </p:nvSpPr>
        <p:spPr>
          <a:xfrm>
            <a:off x="634029" y="570037"/>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4" name="Retângulo 3">
            <a:extLst>
              <a:ext uri="{FF2B5EF4-FFF2-40B4-BE49-F238E27FC236}">
                <a16:creationId xmlns:a16="http://schemas.microsoft.com/office/drawing/2014/main" id="{7F72B8EA-56EE-EDC6-509C-908732AAD241}"/>
              </a:ext>
            </a:extLst>
          </p:cNvPr>
          <p:cNvSpPr/>
          <p:nvPr userDrawn="1"/>
        </p:nvSpPr>
        <p:spPr>
          <a:xfrm>
            <a:off x="9110036" y="570037"/>
            <a:ext cx="3081964" cy="6154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70037739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Instrução 3">
    <p:bg>
      <p:bgPr>
        <a:solidFill>
          <a:schemeClr val="tx2"/>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a:prstGeom prst="rect">
            <a:avLst/>
          </a:prstGeom>
        </p:spPr>
        <p:txBody>
          <a:bodyPr rtlCol="0"/>
          <a:lstStyle>
            <a:lvl1pPr>
              <a:defRPr>
                <a:solidFill>
                  <a:schemeClr val="tx1"/>
                </a:solidFill>
              </a:defRPr>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3F6E1CB6-4A50-1364-430B-EF249B6D0012}"/>
              </a:ext>
            </a:extLst>
          </p:cNvPr>
          <p:cNvSpPr>
            <a:spLocks noGrp="1"/>
          </p:cNvSpPr>
          <p:nvPr>
            <p:ph sz="quarter" idx="14" hasCustomPrompt="1"/>
          </p:nvPr>
        </p:nvSpPr>
        <p:spPr>
          <a:xfrm>
            <a:off x="533398" y="1016955"/>
            <a:ext cx="11125201" cy="4782312"/>
          </a:xfrm>
          <a:prstGeom prst="rect">
            <a:avLst/>
          </a:prstGeom>
        </p:spPr>
        <p:txBody>
          <a:bodyPr rtlCol="0" anchor="b">
            <a:noAutofit/>
          </a:bodyPr>
          <a:lstStyle>
            <a:lvl1pPr marL="0" indent="0">
              <a:lnSpc>
                <a:spcPct val="90000"/>
              </a:lnSpc>
              <a:spcBef>
                <a:spcPts val="0"/>
              </a:spcBef>
              <a:buNone/>
              <a:defRPr sz="7200" b="1">
                <a:solidFill>
                  <a:schemeClr val="bg1"/>
                </a:solidFill>
              </a:defRPr>
            </a:lvl1pPr>
            <a:lvl2pPr marL="228600" indent="0">
              <a:lnSpc>
                <a:spcPct val="90000"/>
              </a:lnSpc>
              <a:spcBef>
                <a:spcPts val="0"/>
              </a:spcBef>
              <a:buNone/>
              <a:defRPr sz="7200" b="1">
                <a:solidFill>
                  <a:schemeClr val="bg1"/>
                </a:solidFill>
              </a:defRPr>
            </a:lvl2pPr>
            <a:lvl3pPr marL="457200" indent="0">
              <a:lnSpc>
                <a:spcPct val="90000"/>
              </a:lnSpc>
              <a:spcBef>
                <a:spcPts val="0"/>
              </a:spcBef>
              <a:buNone/>
              <a:defRPr sz="7200" b="1">
                <a:solidFill>
                  <a:schemeClr val="bg1"/>
                </a:solidFill>
              </a:defRPr>
            </a:lvl3pPr>
            <a:lvl4pPr marL="685800" indent="0">
              <a:lnSpc>
                <a:spcPct val="90000"/>
              </a:lnSpc>
              <a:spcBef>
                <a:spcPts val="0"/>
              </a:spcBef>
              <a:buNone/>
              <a:defRPr sz="7200" b="1">
                <a:solidFill>
                  <a:schemeClr val="bg1"/>
                </a:solidFill>
              </a:defRPr>
            </a:lvl4pPr>
            <a:lvl5pPr marL="914400" indent="0">
              <a:lnSpc>
                <a:spcPct val="90000"/>
              </a:lnSpc>
              <a:spcBef>
                <a:spcPts val="0"/>
              </a:spcBef>
              <a:buNone/>
              <a:defRPr sz="7200" b="1">
                <a:solidFill>
                  <a:schemeClr val="bg1"/>
                </a:solidFill>
              </a:defRPr>
            </a:lvl5pPr>
          </a:lstStyle>
          <a:p>
            <a:pPr lvl="0" rtl="0"/>
            <a:r>
              <a:rPr lang="pt-br"/>
              <a:t>Clique para adicionar uma instrução</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4" name="Espaço Reservado para Rodapé 3">
            <a:extLst>
              <a:ext uri="{FF2B5EF4-FFF2-40B4-BE49-F238E27FC236}">
                <a16:creationId xmlns:a16="http://schemas.microsoft.com/office/drawing/2014/main" id="{3D56E87B-2252-4382-E6E7-15A81BCC8029}"/>
              </a:ext>
            </a:extLst>
          </p:cNvPr>
          <p:cNvSpPr>
            <a:spLocks noGrp="1"/>
          </p:cNvSpPr>
          <p:nvPr>
            <p:ph type="ftr" sz="quarter" idx="11"/>
          </p:nvPr>
        </p:nvSpPr>
        <p:spPr>
          <a:xfrm>
            <a:off x="533399" y="6492241"/>
            <a:ext cx="8576637" cy="365760"/>
          </a:xfrm>
          <a:prstGeom prst="rect">
            <a:avLst/>
          </a:prstGeom>
        </p:spPr>
        <p:txBody>
          <a:bodyPr rtlCol="0"/>
          <a:lstStyle>
            <a:lvl1pPr>
              <a:defRPr>
                <a:solidFill>
                  <a:schemeClr val="bg1"/>
                </a:solidFill>
              </a:defRPr>
            </a:lvl1pPr>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67F688C7-1128-9027-65E4-A17BBE7DDDF0}"/>
              </a:ext>
            </a:extLst>
          </p:cNvPr>
          <p:cNvSpPr>
            <a:spLocks noGrp="1"/>
          </p:cNvSpPr>
          <p:nvPr>
            <p:ph type="dt" sz="half" idx="10"/>
          </p:nvPr>
        </p:nvSpPr>
        <p:spPr>
          <a:xfrm>
            <a:off x="9110036" y="6492240"/>
            <a:ext cx="1878955" cy="365760"/>
          </a:xfrm>
          <a:prstGeom prst="rect">
            <a:avLst/>
          </a:prstGeom>
        </p:spPr>
        <p:txBody>
          <a:bodyPr rtlCol="0"/>
          <a:lstStyle>
            <a:lvl1pPr>
              <a:defRPr>
                <a:solidFill>
                  <a:schemeClr val="bg1"/>
                </a:solidFill>
              </a:defRPr>
            </a:lvl1pPr>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8C1C6A68-1AC4-7B10-CD66-D67327434E62}"/>
              </a:ext>
            </a:extLst>
          </p:cNvPr>
          <p:cNvSpPr>
            <a:spLocks noGrp="1"/>
          </p:cNvSpPr>
          <p:nvPr>
            <p:ph type="sldNum" sz="quarter" idx="12"/>
          </p:nvPr>
        </p:nvSpPr>
        <p:spPr>
          <a:xfrm>
            <a:off x="10988996" y="6492241"/>
            <a:ext cx="669603" cy="365760"/>
          </a:xfrm>
          <a:prstGeom prst="rect">
            <a:avLst/>
          </a:prstGeom>
        </p:spPr>
        <p:txBody>
          <a:bodyPr rtlCol="0"/>
          <a:lstStyle>
            <a:lvl1pPr>
              <a:defRPr>
                <a:solidFill>
                  <a:schemeClr val="bg1"/>
                </a:solidFill>
              </a:defRPr>
            </a:lvl1pPr>
          </a:lstStyle>
          <a:p>
            <a:pPr rtl="0"/>
            <a:fld id="{AEAA3239-9EA4-4A65-A281-97F994456D9F}" type="slidenum">
              <a:rPr lang="en-US" smtClean="0"/>
              <a:pPr/>
              <a:t>‹#›</a:t>
            </a:fld>
            <a:endParaRPr lang="en-US" dirty="0"/>
          </a:p>
        </p:txBody>
      </p:sp>
      <p:sp>
        <p:nvSpPr>
          <p:cNvPr id="6" name="Retângulo 5">
            <a:extLst>
              <a:ext uri="{FF2B5EF4-FFF2-40B4-BE49-F238E27FC236}">
                <a16:creationId xmlns:a16="http://schemas.microsoft.com/office/drawing/2014/main" id="{CDEEA900-0D70-4D93-7863-89A4085C93C9}"/>
              </a:ext>
            </a:extLst>
          </p:cNvPr>
          <p:cNvSpPr/>
          <p:nvPr userDrawn="1"/>
        </p:nvSpPr>
        <p:spPr>
          <a:xfrm>
            <a:off x="634029" y="570037"/>
            <a:ext cx="8476007" cy="6154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7" name="Retângulo 6">
            <a:extLst>
              <a:ext uri="{FF2B5EF4-FFF2-40B4-BE49-F238E27FC236}">
                <a16:creationId xmlns:a16="http://schemas.microsoft.com/office/drawing/2014/main" id="{B6174C4B-8932-8749-0D17-218307FD761A}"/>
              </a:ext>
            </a:extLst>
          </p:cNvPr>
          <p:cNvSpPr/>
          <p:nvPr userDrawn="1"/>
        </p:nvSpPr>
        <p:spPr>
          <a:xfrm>
            <a:off x="9110036" y="570037"/>
            <a:ext cx="3081964" cy="6154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71817065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Citação">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12FA0A-1F7B-DD41-ECED-02B60BC46B10}"/>
              </a:ext>
            </a:extLst>
          </p:cNvPr>
          <p:cNvSpPr>
            <a:spLocks noGrp="1"/>
          </p:cNvSpPr>
          <p:nvPr>
            <p:ph type="title" hasCustomPrompt="1"/>
          </p:nvPr>
        </p:nvSpPr>
        <p:spPr>
          <a:xfrm>
            <a:off x="3467745" y="5216204"/>
            <a:ext cx="8190855" cy="640080"/>
          </a:xfrm>
          <a:prstGeom prst="rect">
            <a:avLst/>
          </a:prstGeom>
        </p:spPr>
        <p:txBody>
          <a:bodyPr rtlCol="0" anchor="b">
            <a:normAutofit/>
          </a:bodyPr>
          <a:lstStyle>
            <a:lvl1pPr>
              <a:lnSpc>
                <a:spcPct val="120000"/>
              </a:lnSpc>
              <a:defRPr sz="2000" spc="0">
                <a:solidFill>
                  <a:schemeClr val="tx2"/>
                </a:solidFill>
                <a:latin typeface="Arial" panose="020B0604020202020204" pitchFamily="34" charset="0"/>
                <a:cs typeface="Arial" panose="020B0604020202020204" pitchFamily="34" charset="0"/>
              </a:defRPr>
            </a:lvl1pPr>
          </a:lstStyle>
          <a:p>
            <a:pPr rtl="0"/>
            <a:r>
              <a:rPr lang="pt-br"/>
              <a:t>Autor da Citação</a:t>
            </a:r>
          </a:p>
        </p:txBody>
      </p:sp>
      <p:sp>
        <p:nvSpPr>
          <p:cNvPr id="7" name="Espaço Reservado para Conteúdo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533398" y="1016954"/>
            <a:ext cx="11125201" cy="3711571"/>
          </a:xfrm>
          <a:prstGeom prst="rect">
            <a:avLst/>
          </a:prstGeom>
        </p:spPr>
        <p:txBody>
          <a:bodyPr rtlCol="0" anchor="t">
            <a:normAutofit/>
          </a:bodyPr>
          <a:lstStyle>
            <a:lvl1pPr marL="164592" indent="-164592">
              <a:lnSpc>
                <a:spcPct val="90000"/>
              </a:lnSpc>
              <a:spcBef>
                <a:spcPts val="0"/>
              </a:spcBef>
              <a:buNone/>
              <a:defRPr sz="7200">
                <a:latin typeface="Arial" panose="020B0604020202020204" pitchFamily="34" charset="0"/>
                <a:cs typeface="Arial" panose="020B0604020202020204" pitchFamily="34" charset="0"/>
              </a:defRPr>
            </a:lvl1pPr>
          </a:lstStyle>
          <a:p>
            <a:pPr lvl="0" rtl="0"/>
            <a:r>
              <a:rPr lang="pt-br"/>
              <a:t>Clique para adicionar uma Citação</a:t>
            </a:r>
          </a:p>
        </p:txBody>
      </p:sp>
      <p:sp>
        <p:nvSpPr>
          <p:cNvPr id="4" name="Espaço Reservado para Rodapé 3">
            <a:extLst>
              <a:ext uri="{FF2B5EF4-FFF2-40B4-BE49-F238E27FC236}">
                <a16:creationId xmlns:a16="http://schemas.microsoft.com/office/drawing/2014/main" id="{B23912E3-7555-EAAB-BE83-59ED3B5C9E5B}"/>
              </a:ext>
            </a:extLst>
          </p:cNvPr>
          <p:cNvSpPr>
            <a:spLocks noGrp="1"/>
          </p:cNvSpPr>
          <p:nvPr>
            <p:ph type="ftr" sz="quarter" idx="11"/>
          </p:nvPr>
        </p:nvSpPr>
        <p:spPr>
          <a:xfrm>
            <a:off x="533399" y="6492241"/>
            <a:ext cx="8576637" cy="365760"/>
          </a:xfrm>
          <a:prstGeom prst="rect">
            <a:avLst/>
          </a:prstGeom>
        </p:spPr>
        <p:txBody>
          <a:bodyPr rtlCol="0"/>
          <a:lstStyle/>
          <a:p>
            <a:pPr rtl="0"/>
            <a:r>
              <a:rPr lang="pt-br"/>
              <a:t>Título da apresentação</a:t>
            </a:r>
          </a:p>
        </p:txBody>
      </p:sp>
      <p:sp>
        <p:nvSpPr>
          <p:cNvPr id="3" name="Espaço Reservado para Data 2">
            <a:extLst>
              <a:ext uri="{FF2B5EF4-FFF2-40B4-BE49-F238E27FC236}">
                <a16:creationId xmlns:a16="http://schemas.microsoft.com/office/drawing/2014/main" id="{C344C372-F7FA-5AA5-92C1-CF476A26623E}"/>
              </a:ext>
            </a:extLst>
          </p:cNvPr>
          <p:cNvSpPr>
            <a:spLocks noGrp="1"/>
          </p:cNvSpPr>
          <p:nvPr>
            <p:ph type="dt" sz="half" idx="10"/>
          </p:nvPr>
        </p:nvSpPr>
        <p:spPr>
          <a:xfrm>
            <a:off x="9110036" y="6492240"/>
            <a:ext cx="1878961" cy="365760"/>
          </a:xfrm>
          <a:prstGeom prst="rect">
            <a:avLst/>
          </a:prstGeom>
        </p:spPr>
        <p:txBody>
          <a:bodyPr rtlCol="0"/>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C6EAECF6-9F03-4C12-4BD4-4E8AE63A4F3A}"/>
              </a:ext>
            </a:extLst>
          </p:cNvPr>
          <p:cNvSpPr>
            <a:spLocks noGrp="1"/>
          </p:cNvSpPr>
          <p:nvPr>
            <p:ph type="sldNum" sz="quarter" idx="12"/>
          </p:nvPr>
        </p:nvSpPr>
        <p:spPr>
          <a:xfrm>
            <a:off x="11001368" y="6492241"/>
            <a:ext cx="657231" cy="365760"/>
          </a:xfrm>
          <a:prstGeom prst="rect">
            <a:avLst/>
          </a:prstGeom>
        </p:spPr>
        <p:txBody>
          <a:bodyPr rtlCol="0"/>
          <a:lstStyle/>
          <a:p>
            <a:pPr rtl="0"/>
            <a:fld id="{AEAA3239-9EA4-4A65-A281-97F994456D9F}" type="slidenum">
              <a:rPr lang="en-US" smtClean="0"/>
              <a:t>‹#›</a:t>
            </a:fld>
            <a:endParaRPr lang="en-US" dirty="0"/>
          </a:p>
        </p:txBody>
      </p:sp>
      <p:sp>
        <p:nvSpPr>
          <p:cNvPr id="34" name="Retângulo 33">
            <a:extLst>
              <a:ext uri="{FF2B5EF4-FFF2-40B4-BE49-F238E27FC236}">
                <a16:creationId xmlns:a16="http://schemas.microsoft.com/office/drawing/2014/main" id="{F22AFB11-60F0-1BFB-3EE2-25A317606ED4}"/>
              </a:ext>
            </a:extLst>
          </p:cNvPr>
          <p:cNvSpPr/>
          <p:nvPr/>
        </p:nvSpPr>
        <p:spPr>
          <a:xfrm>
            <a:off x="9110040" y="6155911"/>
            <a:ext cx="3081959" cy="6400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35" name="Retângulo 34">
            <a:extLst>
              <a:ext uri="{FF2B5EF4-FFF2-40B4-BE49-F238E27FC236}">
                <a16:creationId xmlns:a16="http://schemas.microsoft.com/office/drawing/2014/main" id="{3DB6C2DA-9756-1101-616C-92AE71300FD8}"/>
              </a:ext>
            </a:extLst>
          </p:cNvPr>
          <p:cNvSpPr/>
          <p:nvPr/>
        </p:nvSpPr>
        <p:spPr>
          <a:xfrm>
            <a:off x="3467745" y="6155911"/>
            <a:ext cx="5642289" cy="6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96956042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itação 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8" name="Título 7">
            <a:extLst>
              <a:ext uri="{FF2B5EF4-FFF2-40B4-BE49-F238E27FC236}">
                <a16:creationId xmlns:a16="http://schemas.microsoft.com/office/drawing/2014/main" id="{8E449530-F624-DF0E-5783-08CE43BB9B09}"/>
              </a:ext>
            </a:extLst>
          </p:cNvPr>
          <p:cNvSpPr>
            <a:spLocks noGrp="1"/>
          </p:cNvSpPr>
          <p:nvPr>
            <p:ph type="title" hasCustomPrompt="1"/>
          </p:nvPr>
        </p:nvSpPr>
        <p:spPr>
          <a:xfrm>
            <a:off x="3450579" y="5213166"/>
            <a:ext cx="7152032" cy="654234"/>
          </a:xfrm>
        </p:spPr>
        <p:txBody>
          <a:bodyPr rtlCol="0" anchor="b">
            <a:normAutofit/>
          </a:bodyPr>
          <a:lstStyle>
            <a:lvl1pPr>
              <a:defRPr sz="2000">
                <a:solidFill>
                  <a:schemeClr val="bg2"/>
                </a:solidFill>
              </a:defRPr>
            </a:lvl1pPr>
          </a:lstStyle>
          <a:p>
            <a:pPr rtl="0"/>
            <a:r>
              <a:rPr lang="pt-br"/>
              <a:t>Autor da Citação</a:t>
            </a:r>
          </a:p>
        </p:txBody>
      </p:sp>
      <p:sp>
        <p:nvSpPr>
          <p:cNvPr id="7" name="Espaço Reservado para Conteúdo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564629" y="1016955"/>
            <a:ext cx="9037983" cy="3361830"/>
          </a:xfrm>
          <a:prstGeom prst="rect">
            <a:avLst/>
          </a:prstGeom>
        </p:spPr>
        <p:txBody>
          <a:bodyPr rtlCol="0" anchor="t">
            <a:normAutofit/>
          </a:bodyPr>
          <a:lstStyle>
            <a:lvl1pPr marL="164592" indent="-164592">
              <a:lnSpc>
                <a:spcPct val="90000"/>
              </a:lnSpc>
              <a:spcBef>
                <a:spcPts val="0"/>
              </a:spcBef>
              <a:buNone/>
              <a:defRPr sz="7200">
                <a:solidFill>
                  <a:schemeClr val="bg2"/>
                </a:solidFill>
                <a:latin typeface="Arial" panose="020B0604020202020204" pitchFamily="34" charset="0"/>
                <a:cs typeface="Arial" panose="020B0604020202020204" pitchFamily="34" charset="0"/>
              </a:defRPr>
            </a:lvl1pPr>
          </a:lstStyle>
          <a:p>
            <a:pPr lvl="0" rtl="0"/>
            <a:r>
              <a:rPr lang="pt-br"/>
              <a:t>Clique para adicionar uma citação</a:t>
            </a:r>
          </a:p>
        </p:txBody>
      </p:sp>
      <p:sp>
        <p:nvSpPr>
          <p:cNvPr id="4" name="Espaço Reservado para Rodapé 3">
            <a:extLst>
              <a:ext uri="{FF2B5EF4-FFF2-40B4-BE49-F238E27FC236}">
                <a16:creationId xmlns:a16="http://schemas.microsoft.com/office/drawing/2014/main" id="{B23912E3-7555-EAAB-BE83-59ED3B5C9E5B}"/>
              </a:ext>
            </a:extLst>
          </p:cNvPr>
          <p:cNvSpPr>
            <a:spLocks noGrp="1"/>
          </p:cNvSpPr>
          <p:nvPr>
            <p:ph type="ftr" sz="quarter" idx="11"/>
          </p:nvPr>
        </p:nvSpPr>
        <p:spPr>
          <a:xfrm>
            <a:off x="533399" y="6492241"/>
            <a:ext cx="8576637" cy="365760"/>
          </a:xfrm>
          <a:prstGeom prst="rect">
            <a:avLst/>
          </a:prstGeom>
        </p:spPr>
        <p:txBody>
          <a:bodyPr rtlCol="0"/>
          <a:lstStyle>
            <a:lvl1pPr>
              <a:defRPr>
                <a:solidFill>
                  <a:schemeClr val="bg2"/>
                </a:solidFill>
              </a:defRPr>
            </a:lvl1pPr>
          </a:lstStyle>
          <a:p>
            <a:pPr rtl="0"/>
            <a:r>
              <a:rPr lang="pt-br"/>
              <a:t>Título da apresentação</a:t>
            </a:r>
          </a:p>
        </p:txBody>
      </p:sp>
      <p:sp>
        <p:nvSpPr>
          <p:cNvPr id="3" name="Espaço Reservado para Data 2">
            <a:extLst>
              <a:ext uri="{FF2B5EF4-FFF2-40B4-BE49-F238E27FC236}">
                <a16:creationId xmlns:a16="http://schemas.microsoft.com/office/drawing/2014/main" id="{C344C372-F7FA-5AA5-92C1-CF476A26623E}"/>
              </a:ext>
            </a:extLst>
          </p:cNvPr>
          <p:cNvSpPr>
            <a:spLocks noGrp="1"/>
          </p:cNvSpPr>
          <p:nvPr>
            <p:ph type="dt" sz="half" idx="10"/>
          </p:nvPr>
        </p:nvSpPr>
        <p:spPr>
          <a:xfrm>
            <a:off x="9110036" y="6492240"/>
            <a:ext cx="1878955" cy="365760"/>
          </a:xfrm>
          <a:prstGeom prst="rect">
            <a:avLst/>
          </a:prstGeom>
        </p:spPr>
        <p:txBody>
          <a:bodyPr rtlCol="0"/>
          <a:lstStyle>
            <a:lvl1pPr>
              <a:defRPr>
                <a:solidFill>
                  <a:schemeClr val="bg2"/>
                </a:solidFill>
              </a:defRPr>
            </a:lvl1pPr>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C6EAECF6-9F03-4C12-4BD4-4E8AE63A4F3A}"/>
              </a:ext>
            </a:extLst>
          </p:cNvPr>
          <p:cNvSpPr>
            <a:spLocks noGrp="1"/>
          </p:cNvSpPr>
          <p:nvPr>
            <p:ph type="sldNum" sz="quarter" idx="12"/>
          </p:nvPr>
        </p:nvSpPr>
        <p:spPr>
          <a:xfrm>
            <a:off x="10988996" y="6492239"/>
            <a:ext cx="669603" cy="365762"/>
          </a:xfrm>
          <a:prstGeom prst="rect">
            <a:avLst/>
          </a:prstGeom>
        </p:spPr>
        <p:txBody>
          <a:bodyPr rtlCol="0"/>
          <a:lstStyle>
            <a:lvl1pPr>
              <a:defRPr>
                <a:solidFill>
                  <a:schemeClr val="bg2"/>
                </a:solidFill>
              </a:defRPr>
            </a:lvl1pPr>
          </a:lstStyle>
          <a:p>
            <a:pPr rtl="0"/>
            <a:fld id="{AEAA3239-9EA4-4A65-A281-97F994456D9F}" type="slidenum">
              <a:rPr lang="en-US" smtClean="0"/>
              <a:pPr/>
              <a:t>‹#›</a:t>
            </a:fld>
            <a:endParaRPr lang="en-US" dirty="0"/>
          </a:p>
        </p:txBody>
      </p:sp>
      <p:sp>
        <p:nvSpPr>
          <p:cNvPr id="34" name="Retângulo 33">
            <a:extLst>
              <a:ext uri="{FF2B5EF4-FFF2-40B4-BE49-F238E27FC236}">
                <a16:creationId xmlns:a16="http://schemas.microsoft.com/office/drawing/2014/main" id="{4DFFCFBA-7D7E-58B0-8630-FC532477B231}"/>
              </a:ext>
            </a:extLst>
          </p:cNvPr>
          <p:cNvSpPr/>
          <p:nvPr/>
        </p:nvSpPr>
        <p:spPr>
          <a:xfrm>
            <a:off x="9110040" y="6155911"/>
            <a:ext cx="3081959" cy="6400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35" name="Retângulo 34">
            <a:extLst>
              <a:ext uri="{FF2B5EF4-FFF2-40B4-BE49-F238E27FC236}">
                <a16:creationId xmlns:a16="http://schemas.microsoft.com/office/drawing/2014/main" id="{C7ABCBB3-5444-1C63-982A-1A2C44851352}"/>
              </a:ext>
            </a:extLst>
          </p:cNvPr>
          <p:cNvSpPr/>
          <p:nvPr/>
        </p:nvSpPr>
        <p:spPr>
          <a:xfrm>
            <a:off x="3467745" y="6155911"/>
            <a:ext cx="5642289" cy="64008"/>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395003965"/>
      </p:ext>
    </p:extLst>
  </p:cSld>
  <p:clrMapOvr>
    <a:overrideClrMapping bg1="dk1" tx1="lt1" bg2="dk2" tx2="lt2" accent1="accent1" accent2="accent2" accent3="accent3" accent4="accent4" accent5="accent5" accent6="accent6" hlink="hlink" folHlink="folHlink"/>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itação 3">
    <p:spTree>
      <p:nvGrpSpPr>
        <p:cNvPr id="1" name=""/>
        <p:cNvGrpSpPr/>
        <p:nvPr/>
      </p:nvGrpSpPr>
      <p:grpSpPr>
        <a:xfrm>
          <a:off x="0" y="0"/>
          <a:ext cx="0" cy="0"/>
          <a:chOff x="0" y="0"/>
          <a:chExt cx="0" cy="0"/>
        </a:xfrm>
      </p:grpSpPr>
      <p:sp>
        <p:nvSpPr>
          <p:cNvPr id="9" name="Título 8">
            <a:extLst>
              <a:ext uri="{FF2B5EF4-FFF2-40B4-BE49-F238E27FC236}">
                <a16:creationId xmlns:a16="http://schemas.microsoft.com/office/drawing/2014/main" id="{F3911537-9B2D-3AC3-4978-FFAA74E6CB17}"/>
              </a:ext>
            </a:extLst>
          </p:cNvPr>
          <p:cNvSpPr>
            <a:spLocks noGrp="1"/>
          </p:cNvSpPr>
          <p:nvPr>
            <p:ph type="title" hasCustomPrompt="1"/>
          </p:nvPr>
        </p:nvSpPr>
        <p:spPr>
          <a:xfrm>
            <a:off x="5900118" y="5472201"/>
            <a:ext cx="5758481" cy="385039"/>
          </a:xfrm>
        </p:spPr>
        <p:txBody>
          <a:bodyPr rtlCol="0" anchor="b">
            <a:normAutofit/>
          </a:bodyPr>
          <a:lstStyle>
            <a:lvl1pPr>
              <a:defRPr sz="2000">
                <a:solidFill>
                  <a:schemeClr val="tx1"/>
                </a:solidFill>
              </a:defRPr>
            </a:lvl1pPr>
          </a:lstStyle>
          <a:p>
            <a:pPr rtl="0"/>
            <a:r>
              <a:rPr lang="pt-br"/>
              <a:t>Autor da Citação</a:t>
            </a:r>
          </a:p>
        </p:txBody>
      </p:sp>
      <p:sp>
        <p:nvSpPr>
          <p:cNvPr id="7" name="Espaço Reservado para Conteúdo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533399" y="1016954"/>
            <a:ext cx="8576637" cy="4089489"/>
          </a:xfrm>
          <a:prstGeom prst="rect">
            <a:avLst/>
          </a:prstGeom>
        </p:spPr>
        <p:txBody>
          <a:bodyPr rtlCol="0" anchor="t">
            <a:normAutofit/>
          </a:bodyPr>
          <a:lstStyle>
            <a:lvl1pPr marL="164592" indent="-164592">
              <a:lnSpc>
                <a:spcPct val="90000"/>
              </a:lnSpc>
              <a:spcBef>
                <a:spcPts val="0"/>
              </a:spcBef>
              <a:buNone/>
              <a:defRPr sz="7200">
                <a:latin typeface="Arial" panose="020B0604020202020204" pitchFamily="34" charset="0"/>
                <a:cs typeface="Arial" panose="020B0604020202020204" pitchFamily="34" charset="0"/>
              </a:defRPr>
            </a:lvl1pPr>
          </a:lstStyle>
          <a:p>
            <a:pPr lvl="0" rtl="0"/>
            <a:r>
              <a:rPr lang="pt-br"/>
              <a:t>Clique para adicionar uma Citação</a:t>
            </a:r>
          </a:p>
        </p:txBody>
      </p:sp>
      <p:sp>
        <p:nvSpPr>
          <p:cNvPr id="4" name="Espaço Reservado para Rodapé 3">
            <a:extLst>
              <a:ext uri="{FF2B5EF4-FFF2-40B4-BE49-F238E27FC236}">
                <a16:creationId xmlns:a16="http://schemas.microsoft.com/office/drawing/2014/main" id="{B23912E3-7555-EAAB-BE83-59ED3B5C9E5B}"/>
              </a:ext>
            </a:extLst>
          </p:cNvPr>
          <p:cNvSpPr>
            <a:spLocks noGrp="1"/>
          </p:cNvSpPr>
          <p:nvPr>
            <p:ph type="ftr" sz="quarter" idx="11"/>
          </p:nvPr>
        </p:nvSpPr>
        <p:spPr>
          <a:xfrm>
            <a:off x="533399" y="6492241"/>
            <a:ext cx="8576637" cy="365760"/>
          </a:xfrm>
          <a:prstGeom prst="rect">
            <a:avLst/>
          </a:prstGeom>
        </p:spPr>
        <p:txBody>
          <a:bodyPr rtlCol="0"/>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C344C372-F7FA-5AA5-92C1-CF476A26623E}"/>
              </a:ext>
            </a:extLst>
          </p:cNvPr>
          <p:cNvSpPr>
            <a:spLocks noGrp="1"/>
          </p:cNvSpPr>
          <p:nvPr>
            <p:ph type="dt" sz="half" idx="10"/>
          </p:nvPr>
        </p:nvSpPr>
        <p:spPr>
          <a:xfrm>
            <a:off x="9110036" y="6492240"/>
            <a:ext cx="1891337" cy="365760"/>
          </a:xfrm>
          <a:prstGeom prst="rect">
            <a:avLst/>
          </a:prstGeom>
        </p:spPr>
        <p:txBody>
          <a:bodyPr rtlCol="0"/>
          <a:lstStyle/>
          <a:p>
            <a:pPr rtl="0"/>
            <a:r>
              <a:rPr lang="en-US"/>
              <a:t>17/09/2025</a:t>
            </a:r>
            <a:endParaRPr lang="en-US" dirty="0"/>
          </a:p>
        </p:txBody>
      </p:sp>
      <p:sp>
        <p:nvSpPr>
          <p:cNvPr id="5" name="Espaço Reservado para o Número do Slide 4">
            <a:extLst>
              <a:ext uri="{FF2B5EF4-FFF2-40B4-BE49-F238E27FC236}">
                <a16:creationId xmlns:a16="http://schemas.microsoft.com/office/drawing/2014/main" id="{C6EAECF6-9F03-4C12-4BD4-4E8AE63A4F3A}"/>
              </a:ext>
            </a:extLst>
          </p:cNvPr>
          <p:cNvSpPr>
            <a:spLocks noGrp="1"/>
          </p:cNvSpPr>
          <p:nvPr>
            <p:ph type="sldNum" sz="quarter" idx="12"/>
          </p:nvPr>
        </p:nvSpPr>
        <p:spPr>
          <a:xfrm>
            <a:off x="10995976" y="6492241"/>
            <a:ext cx="662623" cy="365760"/>
          </a:xfrm>
          <a:prstGeom prst="rect">
            <a:avLst/>
          </a:prstGeom>
        </p:spPr>
        <p:txBody>
          <a:bodyPr rtlCol="0"/>
          <a:lstStyle/>
          <a:p>
            <a:pPr rtl="0"/>
            <a:fld id="{AEAA3239-9EA4-4A65-A281-97F994456D9F}" type="slidenum">
              <a:rPr lang="en-US" smtClean="0"/>
              <a:t>‹#›</a:t>
            </a:fld>
            <a:endParaRPr lang="en-US" dirty="0"/>
          </a:p>
        </p:txBody>
      </p:sp>
      <p:sp>
        <p:nvSpPr>
          <p:cNvPr id="6" name="Retângulo 5">
            <a:extLst>
              <a:ext uri="{FF2B5EF4-FFF2-40B4-BE49-F238E27FC236}">
                <a16:creationId xmlns:a16="http://schemas.microsoft.com/office/drawing/2014/main" id="{23216E38-A715-5665-7BB7-7254F2F2D693}"/>
              </a:ext>
            </a:extLst>
          </p:cNvPr>
          <p:cNvSpPr/>
          <p:nvPr userDrawn="1"/>
        </p:nvSpPr>
        <p:spPr>
          <a:xfrm>
            <a:off x="5900118" y="6155910"/>
            <a:ext cx="6279500" cy="6400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219282836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Dois Conteúdos">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F3BB49-A328-F121-7F27-DEB7C3CC2B0F}"/>
              </a:ext>
            </a:extLst>
          </p:cNvPr>
          <p:cNvSpPr>
            <a:spLocks noGrp="1"/>
          </p:cNvSpPr>
          <p:nvPr>
            <p:ph type="title"/>
          </p:nvPr>
        </p:nvSpPr>
        <p:spPr>
          <a:xfrm>
            <a:off x="533398" y="1016956"/>
            <a:ext cx="11125201" cy="731520"/>
          </a:xfrm>
          <a:prstGeom prst="rect">
            <a:avLst/>
          </a:prstGeom>
        </p:spPr>
        <p:txBody>
          <a:bodyPr rtlCol="0" anchor="t"/>
          <a:lstStyle>
            <a:lvl1pPr>
              <a:defRPr cap="all" baseline="0"/>
            </a:lvl1pPr>
          </a:lstStyle>
          <a:p>
            <a:pPr rtl="0"/>
            <a:r>
              <a:rPr lang="pt-br"/>
              <a:t>Clique para editar o estilo de título Mestre</a:t>
            </a:r>
          </a:p>
        </p:txBody>
      </p:sp>
      <p:sp>
        <p:nvSpPr>
          <p:cNvPr id="37" name="Espaço Reservado para Conteúdo 5">
            <a:extLst>
              <a:ext uri="{FF2B5EF4-FFF2-40B4-BE49-F238E27FC236}">
                <a16:creationId xmlns:a16="http://schemas.microsoft.com/office/drawing/2014/main" id="{2D30AC1E-99F3-1176-72D1-F6FF258E3075}"/>
              </a:ext>
            </a:extLst>
          </p:cNvPr>
          <p:cNvSpPr>
            <a:spLocks noGrp="1"/>
          </p:cNvSpPr>
          <p:nvPr>
            <p:ph sz="quarter" idx="15"/>
          </p:nvPr>
        </p:nvSpPr>
        <p:spPr>
          <a:xfrm>
            <a:off x="533399" y="1883248"/>
            <a:ext cx="5075238" cy="4339752"/>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38" name="Espaço Reservado para Conteúdo 11">
            <a:extLst>
              <a:ext uri="{FF2B5EF4-FFF2-40B4-BE49-F238E27FC236}">
                <a16:creationId xmlns:a16="http://schemas.microsoft.com/office/drawing/2014/main" id="{54CE6F64-34A4-5E4B-21B9-E65B60D60DF7}"/>
              </a:ext>
            </a:extLst>
          </p:cNvPr>
          <p:cNvSpPr>
            <a:spLocks noGrp="1"/>
          </p:cNvSpPr>
          <p:nvPr>
            <p:ph sz="quarter" idx="16"/>
          </p:nvPr>
        </p:nvSpPr>
        <p:spPr>
          <a:xfrm>
            <a:off x="6583043" y="1883248"/>
            <a:ext cx="5075556" cy="4339752"/>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C2BDD5A2-CE3E-3215-6DAA-F75C0D1229DA}"/>
              </a:ext>
            </a:extLst>
          </p:cNvPr>
          <p:cNvSpPr>
            <a:spLocks noGrp="1"/>
          </p:cNvSpPr>
          <p:nvPr>
            <p:ph type="ftr" sz="quarter" idx="11"/>
          </p:nvPr>
        </p:nvSpPr>
        <p:spPr>
          <a:xfrm>
            <a:off x="533399" y="6492241"/>
            <a:ext cx="8576637" cy="365760"/>
          </a:xfrm>
          <a:prstGeom prst="rect">
            <a:avLst/>
          </a:prstGeom>
        </p:spPr>
        <p:txBody>
          <a:bodyPr rtlCol="0"/>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897D0B7E-1A60-DA52-6965-92412B1C2F9F}"/>
              </a:ext>
            </a:extLst>
          </p:cNvPr>
          <p:cNvSpPr>
            <a:spLocks noGrp="1"/>
          </p:cNvSpPr>
          <p:nvPr>
            <p:ph type="dt" sz="half" idx="10"/>
          </p:nvPr>
        </p:nvSpPr>
        <p:spPr>
          <a:xfrm>
            <a:off x="9110036" y="6492240"/>
            <a:ext cx="1891338" cy="365760"/>
          </a:xfrm>
          <a:prstGeom prst="rect">
            <a:avLst/>
          </a:prstGeom>
        </p:spPr>
        <p:txBody>
          <a:bodyPr rtlCol="0"/>
          <a:lstStyle/>
          <a:p>
            <a:pPr rtl="0"/>
            <a:r>
              <a:rPr lang="en-US"/>
              <a:t>17/09/2025</a:t>
            </a:r>
          </a:p>
        </p:txBody>
      </p:sp>
      <p:sp>
        <p:nvSpPr>
          <p:cNvPr id="7" name="Espaço Reservado para o Número do Slide 6">
            <a:extLst>
              <a:ext uri="{FF2B5EF4-FFF2-40B4-BE49-F238E27FC236}">
                <a16:creationId xmlns:a16="http://schemas.microsoft.com/office/drawing/2014/main" id="{B1B822F1-284A-1786-FAF2-72129E2FE64D}"/>
              </a:ext>
            </a:extLst>
          </p:cNvPr>
          <p:cNvSpPr>
            <a:spLocks noGrp="1"/>
          </p:cNvSpPr>
          <p:nvPr>
            <p:ph type="sldNum" sz="quarter" idx="12"/>
          </p:nvPr>
        </p:nvSpPr>
        <p:spPr>
          <a:xfrm>
            <a:off x="10995976" y="6492239"/>
            <a:ext cx="662624" cy="365761"/>
          </a:xfrm>
          <a:prstGeom prst="rect">
            <a:avLst/>
          </a:prstGeom>
        </p:spPr>
        <p:txBody>
          <a:bodyPr rtlCol="0"/>
          <a:lstStyle/>
          <a:p>
            <a:pPr rtl="0"/>
            <a:fld id="{AEAA3239-9EA4-4A65-A281-97F994456D9F}" type="slidenum">
              <a:rPr lang="en-US" smtClean="0"/>
              <a:t>‹#›</a:t>
            </a:fld>
            <a:endParaRPr lang="en-US"/>
          </a:p>
        </p:txBody>
      </p:sp>
      <p:sp>
        <p:nvSpPr>
          <p:cNvPr id="8" name="Retângulo 7">
            <a:extLst>
              <a:ext uri="{FF2B5EF4-FFF2-40B4-BE49-F238E27FC236}">
                <a16:creationId xmlns:a16="http://schemas.microsoft.com/office/drawing/2014/main" id="{B0DF6D21-8591-4FB9-5FF0-44B10800DC79}"/>
              </a:ext>
            </a:extLst>
          </p:cNvPr>
          <p:cNvSpPr/>
          <p:nvPr/>
        </p:nvSpPr>
        <p:spPr>
          <a:xfrm>
            <a:off x="634029" y="570037"/>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9" name="Retângulo 8">
            <a:extLst>
              <a:ext uri="{FF2B5EF4-FFF2-40B4-BE49-F238E27FC236}">
                <a16:creationId xmlns:a16="http://schemas.microsoft.com/office/drawing/2014/main" id="{7A7345B5-8AF1-C46D-5FB8-FF298EC5943D}"/>
              </a:ext>
            </a:extLst>
          </p:cNvPr>
          <p:cNvSpPr/>
          <p:nvPr/>
        </p:nvSpPr>
        <p:spPr>
          <a:xfrm>
            <a:off x="9110036" y="570037"/>
            <a:ext cx="3081964" cy="6154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7786614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Comparação">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1FEE969-634D-6E32-D227-18E9282C6F9E}"/>
              </a:ext>
            </a:extLst>
          </p:cNvPr>
          <p:cNvSpPr>
            <a:spLocks noGrp="1"/>
          </p:cNvSpPr>
          <p:nvPr>
            <p:ph type="title"/>
          </p:nvPr>
        </p:nvSpPr>
        <p:spPr>
          <a:xfrm>
            <a:off x="533398" y="1016955"/>
            <a:ext cx="11125201" cy="731520"/>
          </a:xfrm>
          <a:prstGeom prst="rect">
            <a:avLst/>
          </a:prstGeom>
        </p:spPr>
        <p:txBody>
          <a:bodyPr rtlCol="0" anchor="t"/>
          <a:lstStyle>
            <a:lvl1pPr>
              <a:defRPr cap="all" baseline="0"/>
            </a:lvl1pPr>
          </a:lstStyle>
          <a:p>
            <a:pPr rtl="0"/>
            <a:r>
              <a:rPr lang="pt-br"/>
              <a:t>Clique para editar o estilo de título Mestre</a:t>
            </a:r>
          </a:p>
        </p:txBody>
      </p:sp>
      <p:sp>
        <p:nvSpPr>
          <p:cNvPr id="3" name="Espaço Reservado para Texto 2">
            <a:extLst>
              <a:ext uri="{FF2B5EF4-FFF2-40B4-BE49-F238E27FC236}">
                <a16:creationId xmlns:a16="http://schemas.microsoft.com/office/drawing/2014/main" id="{61CD26D4-290A-F0ED-7D62-41EDA6FEC2B9}"/>
              </a:ext>
            </a:extLst>
          </p:cNvPr>
          <p:cNvSpPr>
            <a:spLocks noGrp="1"/>
          </p:cNvSpPr>
          <p:nvPr>
            <p:ph type="body" idx="1"/>
          </p:nvPr>
        </p:nvSpPr>
        <p:spPr>
          <a:xfrm>
            <a:off x="533399" y="1883248"/>
            <a:ext cx="5074920" cy="375613"/>
          </a:xfrm>
          <a:prstGeom prst="rect">
            <a:avLst/>
          </a:prstGeom>
        </p:spPr>
        <p:txBody>
          <a:bodyPr rtlCol="0" anchor="t">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pt-br"/>
              <a:t>Clique para editar o texto Mestre</a:t>
            </a:r>
          </a:p>
        </p:txBody>
      </p:sp>
      <p:sp>
        <p:nvSpPr>
          <p:cNvPr id="6" name="Espaço Reservado para Conteúdo 5">
            <a:extLst>
              <a:ext uri="{FF2B5EF4-FFF2-40B4-BE49-F238E27FC236}">
                <a16:creationId xmlns:a16="http://schemas.microsoft.com/office/drawing/2014/main" id="{5776AAF7-C632-FCD0-6A60-E0EA4A52F229}"/>
              </a:ext>
            </a:extLst>
          </p:cNvPr>
          <p:cNvSpPr>
            <a:spLocks noGrp="1"/>
          </p:cNvSpPr>
          <p:nvPr>
            <p:ph sz="quarter" idx="15"/>
          </p:nvPr>
        </p:nvSpPr>
        <p:spPr>
          <a:xfrm>
            <a:off x="533399" y="2444434"/>
            <a:ext cx="5075238" cy="3778566"/>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5" name="Espaço Reservado para Texto 4">
            <a:extLst>
              <a:ext uri="{FF2B5EF4-FFF2-40B4-BE49-F238E27FC236}">
                <a16:creationId xmlns:a16="http://schemas.microsoft.com/office/drawing/2014/main" id="{06536620-C4F3-EEC3-DBF1-05196B1CBB55}"/>
              </a:ext>
            </a:extLst>
          </p:cNvPr>
          <p:cNvSpPr>
            <a:spLocks noGrp="1"/>
          </p:cNvSpPr>
          <p:nvPr>
            <p:ph type="body" sz="quarter" idx="3"/>
          </p:nvPr>
        </p:nvSpPr>
        <p:spPr>
          <a:xfrm>
            <a:off x="6583679" y="1883247"/>
            <a:ext cx="5074920" cy="375613"/>
          </a:xfrm>
          <a:prstGeom prst="rect">
            <a:avLst/>
          </a:prstGeom>
        </p:spPr>
        <p:txBody>
          <a:bodyPr rtlCol="0" anchor="t">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pt-br"/>
              <a:t>Clique para editar o texto Mestre</a:t>
            </a:r>
          </a:p>
        </p:txBody>
      </p:sp>
      <p:sp>
        <p:nvSpPr>
          <p:cNvPr id="12" name="Espaço Reservado para Conteúdo 11">
            <a:extLst>
              <a:ext uri="{FF2B5EF4-FFF2-40B4-BE49-F238E27FC236}">
                <a16:creationId xmlns:a16="http://schemas.microsoft.com/office/drawing/2014/main" id="{CD998360-6973-27D8-8B08-ACAE10572B32}"/>
              </a:ext>
            </a:extLst>
          </p:cNvPr>
          <p:cNvSpPr>
            <a:spLocks noGrp="1"/>
          </p:cNvSpPr>
          <p:nvPr>
            <p:ph sz="quarter" idx="16"/>
          </p:nvPr>
        </p:nvSpPr>
        <p:spPr>
          <a:xfrm>
            <a:off x="6583043" y="2444434"/>
            <a:ext cx="5075556" cy="3778566"/>
          </a:xfrm>
          <a:prstGeom prst="rect">
            <a:avLst/>
          </a:prstGeom>
        </p:spPr>
        <p:txBody>
          <a:bodyPr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8" name="Espaço Reservado para Rodapé 7">
            <a:extLst>
              <a:ext uri="{FF2B5EF4-FFF2-40B4-BE49-F238E27FC236}">
                <a16:creationId xmlns:a16="http://schemas.microsoft.com/office/drawing/2014/main" id="{949D76D8-9033-26CF-BF4C-AECCC685C177}"/>
              </a:ext>
            </a:extLst>
          </p:cNvPr>
          <p:cNvSpPr>
            <a:spLocks noGrp="1"/>
          </p:cNvSpPr>
          <p:nvPr>
            <p:ph type="ftr" sz="quarter" idx="11"/>
          </p:nvPr>
        </p:nvSpPr>
        <p:spPr>
          <a:xfrm>
            <a:off x="533399" y="6492241"/>
            <a:ext cx="8576637" cy="365760"/>
          </a:xfrm>
          <a:prstGeom prst="rect">
            <a:avLst/>
          </a:prstGeom>
        </p:spPr>
        <p:txBody>
          <a:bodyPr rtlCol="0"/>
          <a:lstStyle/>
          <a:p>
            <a:pPr rtl="0"/>
            <a:r>
              <a:rPr lang="pt-br"/>
              <a:t>Título da apresentação</a:t>
            </a:r>
            <a:endParaRPr lang="en-US" dirty="0"/>
          </a:p>
        </p:txBody>
      </p:sp>
      <p:sp>
        <p:nvSpPr>
          <p:cNvPr id="7" name="Espaço Reservado para Data 6">
            <a:extLst>
              <a:ext uri="{FF2B5EF4-FFF2-40B4-BE49-F238E27FC236}">
                <a16:creationId xmlns:a16="http://schemas.microsoft.com/office/drawing/2014/main" id="{4E3B3581-658A-8487-F9CB-E79F2BFF27E4}"/>
              </a:ext>
            </a:extLst>
          </p:cNvPr>
          <p:cNvSpPr>
            <a:spLocks noGrp="1"/>
          </p:cNvSpPr>
          <p:nvPr>
            <p:ph type="dt" sz="half" idx="10"/>
          </p:nvPr>
        </p:nvSpPr>
        <p:spPr>
          <a:xfrm>
            <a:off x="9110036" y="6492240"/>
            <a:ext cx="1891338" cy="365760"/>
          </a:xfrm>
          <a:prstGeom prst="rect">
            <a:avLst/>
          </a:prstGeom>
        </p:spPr>
        <p:txBody>
          <a:bodyPr rtlCol="0"/>
          <a:lstStyle/>
          <a:p>
            <a:pPr rtl="0"/>
            <a:r>
              <a:rPr lang="en-US"/>
              <a:t>17/09/2025</a:t>
            </a:r>
          </a:p>
        </p:txBody>
      </p:sp>
      <p:sp>
        <p:nvSpPr>
          <p:cNvPr id="9" name="Espaço Reservado para o Número do Slide 8">
            <a:extLst>
              <a:ext uri="{FF2B5EF4-FFF2-40B4-BE49-F238E27FC236}">
                <a16:creationId xmlns:a16="http://schemas.microsoft.com/office/drawing/2014/main" id="{E02A06B8-CC1D-542F-D8EB-7625046B91D2}"/>
              </a:ext>
            </a:extLst>
          </p:cNvPr>
          <p:cNvSpPr>
            <a:spLocks noGrp="1"/>
          </p:cNvSpPr>
          <p:nvPr>
            <p:ph type="sldNum" sz="quarter" idx="12"/>
          </p:nvPr>
        </p:nvSpPr>
        <p:spPr>
          <a:xfrm>
            <a:off x="11001374" y="6492241"/>
            <a:ext cx="657226" cy="365760"/>
          </a:xfrm>
          <a:prstGeom prst="rect">
            <a:avLst/>
          </a:prstGeom>
        </p:spPr>
        <p:txBody>
          <a:bodyPr rtlCol="0"/>
          <a:lstStyle/>
          <a:p>
            <a:pPr rtl="0"/>
            <a:fld id="{AEAA3239-9EA4-4A65-A281-97F994456D9F}" type="slidenum">
              <a:rPr lang="en-US" smtClean="0"/>
              <a:t>‹#›</a:t>
            </a:fld>
            <a:endParaRPr lang="en-US"/>
          </a:p>
        </p:txBody>
      </p:sp>
      <p:sp>
        <p:nvSpPr>
          <p:cNvPr id="37" name="Retângulo 36">
            <a:extLst>
              <a:ext uri="{FF2B5EF4-FFF2-40B4-BE49-F238E27FC236}">
                <a16:creationId xmlns:a16="http://schemas.microsoft.com/office/drawing/2014/main" id="{AB0A7ECD-2835-13DC-1392-DC6E9D6B14EE}"/>
              </a:ext>
            </a:extLst>
          </p:cNvPr>
          <p:cNvSpPr/>
          <p:nvPr/>
        </p:nvSpPr>
        <p:spPr>
          <a:xfrm>
            <a:off x="634029" y="570037"/>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38" name="Retângulo 37">
            <a:extLst>
              <a:ext uri="{FF2B5EF4-FFF2-40B4-BE49-F238E27FC236}">
                <a16:creationId xmlns:a16="http://schemas.microsoft.com/office/drawing/2014/main" id="{33FF6D6A-BF5E-8499-2E05-993B26BA4977}"/>
              </a:ext>
            </a:extLst>
          </p:cNvPr>
          <p:cNvSpPr/>
          <p:nvPr/>
        </p:nvSpPr>
        <p:spPr>
          <a:xfrm>
            <a:off x="9110036" y="570037"/>
            <a:ext cx="3081964" cy="6154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416578429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66A9F42-7FF7-F803-C075-BC4968D35E34}"/>
              </a:ext>
            </a:extLst>
          </p:cNvPr>
          <p:cNvSpPr>
            <a:spLocks noGrp="1"/>
          </p:cNvSpPr>
          <p:nvPr>
            <p:ph type="title"/>
          </p:nvPr>
        </p:nvSpPr>
        <p:spPr>
          <a:xfrm>
            <a:off x="533398" y="1016955"/>
            <a:ext cx="11125201" cy="1112519"/>
          </a:xfrm>
          <a:prstGeom prst="rect">
            <a:avLst/>
          </a:prstGeom>
        </p:spPr>
        <p:txBody>
          <a:bodyPr rtlCol="0" anchor="t"/>
          <a:lstStyle>
            <a:lvl1pPr>
              <a:defRPr cap="all" baseline="0">
                <a:solidFill>
                  <a:schemeClr val="tx2"/>
                </a:solidFill>
              </a:defRPr>
            </a:lvl1pPr>
          </a:lstStyle>
          <a:p>
            <a:pPr rtl="0"/>
            <a:r>
              <a:rPr lang="pt-br"/>
              <a:t>Clique para editar o estilo de título Mestre</a:t>
            </a:r>
          </a:p>
        </p:txBody>
      </p:sp>
      <p:sp>
        <p:nvSpPr>
          <p:cNvPr id="4" name="Espaço Reservado para Rodapé 3">
            <a:extLst>
              <a:ext uri="{FF2B5EF4-FFF2-40B4-BE49-F238E27FC236}">
                <a16:creationId xmlns:a16="http://schemas.microsoft.com/office/drawing/2014/main" id="{6B968DDD-323F-89A1-84E3-DDBA626D9386}"/>
              </a:ext>
            </a:extLst>
          </p:cNvPr>
          <p:cNvSpPr>
            <a:spLocks noGrp="1"/>
          </p:cNvSpPr>
          <p:nvPr>
            <p:ph type="ftr" sz="quarter" idx="11"/>
          </p:nvPr>
        </p:nvSpPr>
        <p:spPr>
          <a:xfrm>
            <a:off x="533399" y="6492241"/>
            <a:ext cx="8576637" cy="36576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3" name="Espaço Reservado para Data 2">
            <a:extLst>
              <a:ext uri="{FF2B5EF4-FFF2-40B4-BE49-F238E27FC236}">
                <a16:creationId xmlns:a16="http://schemas.microsoft.com/office/drawing/2014/main" id="{E89E8268-7232-2944-F1BD-399F9419B563}"/>
              </a:ext>
            </a:extLst>
          </p:cNvPr>
          <p:cNvSpPr>
            <a:spLocks noGrp="1"/>
          </p:cNvSpPr>
          <p:nvPr>
            <p:ph type="dt" sz="half" idx="10"/>
          </p:nvPr>
        </p:nvSpPr>
        <p:spPr>
          <a:xfrm>
            <a:off x="9110036" y="6492240"/>
            <a:ext cx="1891338" cy="365760"/>
          </a:xfrm>
          <a:prstGeom prst="rect">
            <a:avLst/>
          </a:prstGeom>
        </p:spPr>
        <p:txBody>
          <a:bodyPr rtlCol="0"/>
          <a:lstStyle>
            <a:lvl1pPr>
              <a:defRPr>
                <a:solidFill>
                  <a:schemeClr val="tx2"/>
                </a:solidFill>
              </a:defRPr>
            </a:lvl1pPr>
          </a:lstStyle>
          <a:p>
            <a:pPr rtl="0"/>
            <a:r>
              <a:rPr lang="en-US"/>
              <a:t>17/09/2025</a:t>
            </a:r>
          </a:p>
        </p:txBody>
      </p:sp>
      <p:sp>
        <p:nvSpPr>
          <p:cNvPr id="5" name="Espaço Reservado para o Número do Slide 4">
            <a:extLst>
              <a:ext uri="{FF2B5EF4-FFF2-40B4-BE49-F238E27FC236}">
                <a16:creationId xmlns:a16="http://schemas.microsoft.com/office/drawing/2014/main" id="{98FBDC76-671D-1671-DCE2-D5658BD40E29}"/>
              </a:ext>
            </a:extLst>
          </p:cNvPr>
          <p:cNvSpPr>
            <a:spLocks noGrp="1"/>
          </p:cNvSpPr>
          <p:nvPr>
            <p:ph type="sldNum" sz="quarter" idx="12"/>
          </p:nvPr>
        </p:nvSpPr>
        <p:spPr>
          <a:xfrm>
            <a:off x="10995976" y="6492241"/>
            <a:ext cx="662624" cy="36576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a:p>
        </p:txBody>
      </p:sp>
      <p:sp>
        <p:nvSpPr>
          <p:cNvPr id="6" name="Retângulo 5">
            <a:extLst>
              <a:ext uri="{FF2B5EF4-FFF2-40B4-BE49-F238E27FC236}">
                <a16:creationId xmlns:a16="http://schemas.microsoft.com/office/drawing/2014/main" id="{D0F7BCB4-DC28-7382-4A0F-0498411C4247}"/>
              </a:ext>
            </a:extLst>
          </p:cNvPr>
          <p:cNvSpPr/>
          <p:nvPr userDrawn="1"/>
        </p:nvSpPr>
        <p:spPr>
          <a:xfrm>
            <a:off x="634029" y="570037"/>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7" name="Retângulo 6">
            <a:extLst>
              <a:ext uri="{FF2B5EF4-FFF2-40B4-BE49-F238E27FC236}">
                <a16:creationId xmlns:a16="http://schemas.microsoft.com/office/drawing/2014/main" id="{DB5560D8-36FC-D0D1-04BB-54F2CCBC8B5E}"/>
              </a:ext>
            </a:extLst>
          </p:cNvPr>
          <p:cNvSpPr/>
          <p:nvPr userDrawn="1"/>
        </p:nvSpPr>
        <p:spPr>
          <a:xfrm>
            <a:off x="9110036" y="570037"/>
            <a:ext cx="3081964" cy="6154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200760490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Vazio">
    <p:spTree>
      <p:nvGrpSpPr>
        <p:cNvPr id="1" name=""/>
        <p:cNvGrpSpPr/>
        <p:nvPr/>
      </p:nvGrpSpPr>
      <p:grpSpPr>
        <a:xfrm>
          <a:off x="0" y="0"/>
          <a:ext cx="0" cy="0"/>
          <a:chOff x="0" y="0"/>
          <a:chExt cx="0" cy="0"/>
        </a:xfrm>
      </p:grpSpPr>
      <p:sp>
        <p:nvSpPr>
          <p:cNvPr id="3" name="Espaço Reservado para Rodapé 2">
            <a:extLst>
              <a:ext uri="{FF2B5EF4-FFF2-40B4-BE49-F238E27FC236}">
                <a16:creationId xmlns:a16="http://schemas.microsoft.com/office/drawing/2014/main" id="{10EAA6C9-A7F3-19F1-D17C-A1D83FAF553F}"/>
              </a:ext>
            </a:extLst>
          </p:cNvPr>
          <p:cNvSpPr>
            <a:spLocks noGrp="1"/>
          </p:cNvSpPr>
          <p:nvPr>
            <p:ph type="ftr" sz="quarter" idx="11"/>
          </p:nvPr>
        </p:nvSpPr>
        <p:spPr>
          <a:xfrm>
            <a:off x="533399" y="6492241"/>
            <a:ext cx="8576637" cy="365760"/>
          </a:xfrm>
          <a:prstGeom prst="rect">
            <a:avLst/>
          </a:prstGeom>
        </p:spPr>
        <p:txBody>
          <a:bodyPr rtlCol="0"/>
          <a:lstStyle/>
          <a:p>
            <a:pPr rtl="0"/>
            <a:r>
              <a:rPr lang="pt-br"/>
              <a:t>Título da apresentação</a:t>
            </a:r>
            <a:endParaRPr lang="en-US" dirty="0"/>
          </a:p>
        </p:txBody>
      </p:sp>
      <p:sp>
        <p:nvSpPr>
          <p:cNvPr id="2" name="Espaço Reservado para Data 1">
            <a:extLst>
              <a:ext uri="{FF2B5EF4-FFF2-40B4-BE49-F238E27FC236}">
                <a16:creationId xmlns:a16="http://schemas.microsoft.com/office/drawing/2014/main" id="{49BC4D82-0182-501C-9231-46767680476E}"/>
              </a:ext>
            </a:extLst>
          </p:cNvPr>
          <p:cNvSpPr>
            <a:spLocks noGrp="1"/>
          </p:cNvSpPr>
          <p:nvPr>
            <p:ph type="dt" sz="half" idx="10"/>
          </p:nvPr>
        </p:nvSpPr>
        <p:spPr>
          <a:xfrm>
            <a:off x="9110036" y="6492240"/>
            <a:ext cx="1891338" cy="365760"/>
          </a:xfrm>
          <a:prstGeom prst="rect">
            <a:avLst/>
          </a:prstGeom>
        </p:spPr>
        <p:txBody>
          <a:bodyPr rtlCol="0"/>
          <a:lstStyle/>
          <a:p>
            <a:pPr rtl="0"/>
            <a:r>
              <a:rPr lang="en-US"/>
              <a:t>17/09/2025</a:t>
            </a:r>
          </a:p>
        </p:txBody>
      </p:sp>
      <p:sp>
        <p:nvSpPr>
          <p:cNvPr id="4" name="Espaço Reservado para o Número do Slide 3">
            <a:extLst>
              <a:ext uri="{FF2B5EF4-FFF2-40B4-BE49-F238E27FC236}">
                <a16:creationId xmlns:a16="http://schemas.microsoft.com/office/drawing/2014/main" id="{34EBB816-1B94-116F-92D4-6043AE9E0C6B}"/>
              </a:ext>
            </a:extLst>
          </p:cNvPr>
          <p:cNvSpPr>
            <a:spLocks noGrp="1"/>
          </p:cNvSpPr>
          <p:nvPr>
            <p:ph type="sldNum" sz="quarter" idx="12"/>
          </p:nvPr>
        </p:nvSpPr>
        <p:spPr>
          <a:xfrm>
            <a:off x="11001374" y="6492241"/>
            <a:ext cx="657226" cy="365760"/>
          </a:xfrm>
          <a:prstGeom prst="rect">
            <a:avLst/>
          </a:prstGeom>
        </p:spPr>
        <p:txBody>
          <a:bodyPr rtlCol="0"/>
          <a:lstStyle/>
          <a:p>
            <a:pPr rtl="0"/>
            <a:fld id="{AEAA3239-9EA4-4A65-A281-97F994456D9F}" type="slidenum">
              <a:rPr lang="en-US" smtClean="0"/>
              <a:t>‹#›</a:t>
            </a:fld>
            <a:endParaRPr lang="en-US"/>
          </a:p>
        </p:txBody>
      </p:sp>
    </p:spTree>
    <p:extLst>
      <p:ext uri="{BB962C8B-B14F-4D97-AF65-F5344CB8AC3E}">
        <p14:creationId xmlns:p14="http://schemas.microsoft.com/office/powerpoint/2010/main" val="364784413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50C37F-77BE-E128-4248-D001C39E79C6}"/>
              </a:ext>
            </a:extLst>
          </p:cNvPr>
          <p:cNvSpPr>
            <a:spLocks noGrp="1"/>
          </p:cNvSpPr>
          <p:nvPr>
            <p:ph type="title"/>
          </p:nvPr>
        </p:nvSpPr>
        <p:spPr>
          <a:xfrm>
            <a:off x="533398" y="1016955"/>
            <a:ext cx="3867155" cy="1757505"/>
          </a:xfrm>
          <a:prstGeom prst="rect">
            <a:avLst/>
          </a:prstGeom>
        </p:spPr>
        <p:txBody>
          <a:bodyPr rtlCol="0" anchor="t">
            <a:normAutofit/>
          </a:bodyPr>
          <a:lstStyle>
            <a:lvl1pPr>
              <a:defRPr sz="3600" cap="all" baseline="0"/>
            </a:lvl1pPr>
          </a:lstStyle>
          <a:p>
            <a:pPr rtl="0"/>
            <a:r>
              <a:rPr lang="pt-br"/>
              <a:t>Clique para editar o estilo de título Mestre</a:t>
            </a:r>
          </a:p>
        </p:txBody>
      </p:sp>
      <p:sp>
        <p:nvSpPr>
          <p:cNvPr id="4" name="Espaço Reservado para Texto 3">
            <a:extLst>
              <a:ext uri="{FF2B5EF4-FFF2-40B4-BE49-F238E27FC236}">
                <a16:creationId xmlns:a16="http://schemas.microsoft.com/office/drawing/2014/main" id="{EC0EEBFB-2026-6A35-33ED-F008376B67A0}"/>
              </a:ext>
            </a:extLst>
          </p:cNvPr>
          <p:cNvSpPr>
            <a:spLocks noGrp="1"/>
          </p:cNvSpPr>
          <p:nvPr>
            <p:ph type="body" sz="half" idx="2"/>
          </p:nvPr>
        </p:nvSpPr>
        <p:spPr>
          <a:xfrm>
            <a:off x="533398" y="3242948"/>
            <a:ext cx="3867154" cy="3081652"/>
          </a:xfrm>
          <a:prstGeom prst="rect">
            <a:avLst/>
          </a:prstGeom>
        </p:spPr>
        <p:txBody>
          <a:bodyPr rtlCol="0" anchor="t">
            <a:normAutofit/>
          </a:bodyPr>
          <a:lstStyle>
            <a:lvl1pPr marL="0" indent="0">
              <a:buNone/>
              <a:defRPr sz="1400">
                <a:solidFill>
                  <a:schemeClr val="tx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pt-br"/>
              <a:t>Clique para editar o texto Mestre</a:t>
            </a:r>
          </a:p>
        </p:txBody>
      </p:sp>
      <p:sp>
        <p:nvSpPr>
          <p:cNvPr id="3" name="Espaço Reservado para Conteúdo 2">
            <a:extLst>
              <a:ext uri="{FF2B5EF4-FFF2-40B4-BE49-F238E27FC236}">
                <a16:creationId xmlns:a16="http://schemas.microsoft.com/office/drawing/2014/main" id="{2F3B20A8-A604-C977-02C0-083BA8663484}"/>
              </a:ext>
            </a:extLst>
          </p:cNvPr>
          <p:cNvSpPr>
            <a:spLocks noGrp="1"/>
          </p:cNvSpPr>
          <p:nvPr>
            <p:ph idx="1"/>
          </p:nvPr>
        </p:nvSpPr>
        <p:spPr>
          <a:xfrm>
            <a:off x="4962527" y="1001714"/>
            <a:ext cx="6696073" cy="5221285"/>
          </a:xfrm>
          <a:prstGeom prst="rect">
            <a:avLst/>
          </a:prstGeom>
        </p:spPr>
        <p:txBody>
          <a:bodyPr vert="horz" lIns="91440" tIns="45720" rIns="91440" bIns="45720" rtlCol="0">
            <a:normAutofit/>
          </a:bodyPr>
          <a:lstStyle>
            <a:lvl1pPr>
              <a:defRPr lang="en-US" dirty="0">
                <a:solidFill>
                  <a:schemeClr val="tx2"/>
                </a:solidFill>
              </a:defRPr>
            </a:lvl1pPr>
            <a:lvl2pPr>
              <a:defRPr lang="en-US" dirty="0">
                <a:solidFill>
                  <a:schemeClr val="tx2"/>
                </a:solidFill>
              </a:defRPr>
            </a:lvl2pPr>
            <a:lvl3pPr>
              <a:defRPr lang="en-US" dirty="0">
                <a:solidFill>
                  <a:schemeClr val="tx2"/>
                </a:solidFill>
              </a:defRPr>
            </a:lvl3pPr>
            <a:lvl4pPr>
              <a:defRPr lang="en-US" dirty="0">
                <a:solidFill>
                  <a:schemeClr val="tx2"/>
                </a:solidFill>
              </a:defRPr>
            </a:lvl4pPr>
            <a:lvl5pPr>
              <a:defRPr lang="en-US" dirty="0">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6" name="Espaço Reservado para Rodapé 5">
            <a:extLst>
              <a:ext uri="{FF2B5EF4-FFF2-40B4-BE49-F238E27FC236}">
                <a16:creationId xmlns:a16="http://schemas.microsoft.com/office/drawing/2014/main" id="{9C85A215-184B-2105-0279-ED02F6445831}"/>
              </a:ext>
            </a:extLst>
          </p:cNvPr>
          <p:cNvSpPr>
            <a:spLocks noGrp="1"/>
          </p:cNvSpPr>
          <p:nvPr>
            <p:ph type="ftr" sz="quarter" idx="11"/>
          </p:nvPr>
        </p:nvSpPr>
        <p:spPr>
          <a:xfrm>
            <a:off x="533399" y="6492241"/>
            <a:ext cx="8576637" cy="365760"/>
          </a:xfrm>
          <a:prstGeom prst="rect">
            <a:avLst/>
          </a:prstGeom>
        </p:spPr>
        <p:txBody>
          <a:bodyPr rtlCol="0"/>
          <a:lstStyle/>
          <a:p>
            <a:pPr rtl="0"/>
            <a:r>
              <a:rPr lang="pt-br"/>
              <a:t>Título da apresentação</a:t>
            </a:r>
            <a:endParaRPr lang="en-US" dirty="0"/>
          </a:p>
        </p:txBody>
      </p:sp>
      <p:sp>
        <p:nvSpPr>
          <p:cNvPr id="5" name="Espaço Reservado para Data 4">
            <a:extLst>
              <a:ext uri="{FF2B5EF4-FFF2-40B4-BE49-F238E27FC236}">
                <a16:creationId xmlns:a16="http://schemas.microsoft.com/office/drawing/2014/main" id="{93F05638-7A56-469A-825A-1DFA600254C8}"/>
              </a:ext>
            </a:extLst>
          </p:cNvPr>
          <p:cNvSpPr>
            <a:spLocks noGrp="1"/>
          </p:cNvSpPr>
          <p:nvPr>
            <p:ph type="dt" sz="half" idx="10"/>
          </p:nvPr>
        </p:nvSpPr>
        <p:spPr>
          <a:xfrm>
            <a:off x="9110036" y="6492240"/>
            <a:ext cx="1891338" cy="365760"/>
          </a:xfrm>
          <a:prstGeom prst="rect">
            <a:avLst/>
          </a:prstGeom>
        </p:spPr>
        <p:txBody>
          <a:bodyPr rtlCol="0"/>
          <a:lstStyle/>
          <a:p>
            <a:pPr rtl="0"/>
            <a:r>
              <a:rPr lang="en-US"/>
              <a:t>17/09/2025</a:t>
            </a:r>
          </a:p>
        </p:txBody>
      </p:sp>
      <p:sp>
        <p:nvSpPr>
          <p:cNvPr id="7" name="Espaço Reservado para o Número do Slide 6">
            <a:extLst>
              <a:ext uri="{FF2B5EF4-FFF2-40B4-BE49-F238E27FC236}">
                <a16:creationId xmlns:a16="http://schemas.microsoft.com/office/drawing/2014/main" id="{32C7CA46-892B-253A-3A28-7414E17B837B}"/>
              </a:ext>
            </a:extLst>
          </p:cNvPr>
          <p:cNvSpPr>
            <a:spLocks noGrp="1"/>
          </p:cNvSpPr>
          <p:nvPr>
            <p:ph type="sldNum" sz="quarter" idx="12"/>
          </p:nvPr>
        </p:nvSpPr>
        <p:spPr>
          <a:xfrm>
            <a:off x="10995976" y="6492241"/>
            <a:ext cx="662624" cy="365760"/>
          </a:xfrm>
          <a:prstGeom prst="rect">
            <a:avLst/>
          </a:prstGeom>
        </p:spPr>
        <p:txBody>
          <a:bodyPr rtlCol="0"/>
          <a:lstStyle/>
          <a:p>
            <a:pPr rtl="0"/>
            <a:fld id="{AEAA3239-9EA4-4A65-A281-97F994456D9F}" type="slidenum">
              <a:rPr lang="en-US" smtClean="0"/>
              <a:t>‹#›</a:t>
            </a:fld>
            <a:endParaRPr lang="en-US"/>
          </a:p>
        </p:txBody>
      </p:sp>
      <p:sp>
        <p:nvSpPr>
          <p:cNvPr id="37" name="Retângulo 36">
            <a:extLst>
              <a:ext uri="{FF2B5EF4-FFF2-40B4-BE49-F238E27FC236}">
                <a16:creationId xmlns:a16="http://schemas.microsoft.com/office/drawing/2014/main" id="{120561F0-CF17-B530-6961-589A8ED59092}"/>
              </a:ext>
            </a:extLst>
          </p:cNvPr>
          <p:cNvSpPr/>
          <p:nvPr/>
        </p:nvSpPr>
        <p:spPr>
          <a:xfrm>
            <a:off x="634029" y="570037"/>
            <a:ext cx="3766523"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38" name="Retângulo 37">
            <a:extLst>
              <a:ext uri="{FF2B5EF4-FFF2-40B4-BE49-F238E27FC236}">
                <a16:creationId xmlns:a16="http://schemas.microsoft.com/office/drawing/2014/main" id="{38CC40D6-7654-D186-61ED-908232C31F69}"/>
              </a:ext>
            </a:extLst>
          </p:cNvPr>
          <p:cNvSpPr/>
          <p:nvPr/>
        </p:nvSpPr>
        <p:spPr>
          <a:xfrm>
            <a:off x="4400552" y="570037"/>
            <a:ext cx="7791448" cy="6154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278328429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B06A09-98CF-FAC2-3708-AECC4360C651}"/>
              </a:ext>
            </a:extLst>
          </p:cNvPr>
          <p:cNvSpPr>
            <a:spLocks noGrp="1"/>
          </p:cNvSpPr>
          <p:nvPr>
            <p:ph type="title"/>
          </p:nvPr>
        </p:nvSpPr>
        <p:spPr>
          <a:xfrm>
            <a:off x="533399" y="1016955"/>
            <a:ext cx="3486153" cy="1762083"/>
          </a:xfrm>
          <a:prstGeom prst="rect">
            <a:avLst/>
          </a:prstGeom>
        </p:spPr>
        <p:txBody>
          <a:bodyPr rtlCol="0" anchor="t">
            <a:normAutofit/>
          </a:bodyPr>
          <a:lstStyle>
            <a:lvl1pPr>
              <a:defRPr sz="3600" cap="all" baseline="0"/>
            </a:lvl1pPr>
          </a:lstStyle>
          <a:p>
            <a:pPr rtl="0"/>
            <a:r>
              <a:rPr lang="pt-br"/>
              <a:t>Clique para editar o estilo de título Mestre</a:t>
            </a:r>
          </a:p>
        </p:txBody>
      </p:sp>
      <p:sp>
        <p:nvSpPr>
          <p:cNvPr id="4" name="Espaço Reservado para Texto 3">
            <a:extLst>
              <a:ext uri="{FF2B5EF4-FFF2-40B4-BE49-F238E27FC236}">
                <a16:creationId xmlns:a16="http://schemas.microsoft.com/office/drawing/2014/main" id="{F32C4A61-EF2A-C5A5-B150-4448600B3937}"/>
              </a:ext>
            </a:extLst>
          </p:cNvPr>
          <p:cNvSpPr>
            <a:spLocks noGrp="1"/>
          </p:cNvSpPr>
          <p:nvPr>
            <p:ph type="body" sz="half" idx="2"/>
          </p:nvPr>
        </p:nvSpPr>
        <p:spPr>
          <a:xfrm>
            <a:off x="533399" y="2991503"/>
            <a:ext cx="3486153" cy="3333097"/>
          </a:xfrm>
          <a:prstGeom prst="rect">
            <a:avLst/>
          </a:prstGeom>
        </p:spPr>
        <p:txBody>
          <a:bodyPr rtlCol="0" anchor="b">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pt-br"/>
              <a:t>Clique para editar o texto Mestre</a:t>
            </a:r>
          </a:p>
        </p:txBody>
      </p:sp>
      <p:sp>
        <p:nvSpPr>
          <p:cNvPr id="3" name="Espaço Reservado para Imagem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4962527" y="631580"/>
            <a:ext cx="6696073" cy="5845420"/>
          </a:xfrm>
          <a:prstGeom prst="rect">
            <a:avLst/>
          </a:prstGeom>
          <a:blipFill dpi="0" rotWithShape="1">
            <a:blip r:embed="rId2">
              <a:alphaModFix amt="60000"/>
            </a:blip>
            <a:srcRect/>
            <a:stretch>
              <a:fillRect/>
            </a:stretch>
          </a:blipFill>
        </p:spPr>
        <p:txBody>
          <a:bodyPr rtlCol="0">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pt-br"/>
              <a:t> </a:t>
            </a:r>
          </a:p>
        </p:txBody>
      </p:sp>
      <p:sp>
        <p:nvSpPr>
          <p:cNvPr id="6" name="Espaço Reservado para Rodapé 5">
            <a:extLst>
              <a:ext uri="{FF2B5EF4-FFF2-40B4-BE49-F238E27FC236}">
                <a16:creationId xmlns:a16="http://schemas.microsoft.com/office/drawing/2014/main" id="{7FDC75DA-9A78-9AB9-7171-95A08CC51C56}"/>
              </a:ext>
            </a:extLst>
          </p:cNvPr>
          <p:cNvSpPr>
            <a:spLocks noGrp="1"/>
          </p:cNvSpPr>
          <p:nvPr>
            <p:ph type="ftr" sz="quarter" idx="11"/>
          </p:nvPr>
        </p:nvSpPr>
        <p:spPr>
          <a:xfrm>
            <a:off x="533399" y="6492241"/>
            <a:ext cx="8576637" cy="365760"/>
          </a:xfrm>
          <a:prstGeom prst="rect">
            <a:avLst/>
          </a:prstGeom>
        </p:spPr>
        <p:txBody>
          <a:bodyPr rtlCol="0"/>
          <a:lstStyle/>
          <a:p>
            <a:pPr rtl="0"/>
            <a:r>
              <a:rPr lang="pt-br"/>
              <a:t>Título da apresentação</a:t>
            </a:r>
          </a:p>
        </p:txBody>
      </p:sp>
      <p:sp>
        <p:nvSpPr>
          <p:cNvPr id="5" name="Espaço Reservado para Data 4">
            <a:extLst>
              <a:ext uri="{FF2B5EF4-FFF2-40B4-BE49-F238E27FC236}">
                <a16:creationId xmlns:a16="http://schemas.microsoft.com/office/drawing/2014/main" id="{920B235E-39C7-4C78-20EF-DB48ECD9CB90}"/>
              </a:ext>
            </a:extLst>
          </p:cNvPr>
          <p:cNvSpPr>
            <a:spLocks noGrp="1"/>
          </p:cNvSpPr>
          <p:nvPr>
            <p:ph type="dt" sz="half" idx="10"/>
          </p:nvPr>
        </p:nvSpPr>
        <p:spPr>
          <a:xfrm>
            <a:off x="9110036" y="6492238"/>
            <a:ext cx="1880548" cy="365761"/>
          </a:xfrm>
          <a:prstGeom prst="rect">
            <a:avLst/>
          </a:prstGeom>
        </p:spPr>
        <p:txBody>
          <a:bodyPr rtlCol="0"/>
          <a:lstStyle/>
          <a:p>
            <a:pPr rtl="0"/>
            <a:r>
              <a:rPr lang="en-US"/>
              <a:t>17/09/2025</a:t>
            </a:r>
          </a:p>
        </p:txBody>
      </p:sp>
      <p:sp>
        <p:nvSpPr>
          <p:cNvPr id="7" name="Espaço Reservado para o Número do Slide 6">
            <a:extLst>
              <a:ext uri="{FF2B5EF4-FFF2-40B4-BE49-F238E27FC236}">
                <a16:creationId xmlns:a16="http://schemas.microsoft.com/office/drawing/2014/main" id="{5EFE1A03-DCCB-53C7-DBFE-2AD55C90591B}"/>
              </a:ext>
            </a:extLst>
          </p:cNvPr>
          <p:cNvSpPr>
            <a:spLocks noGrp="1"/>
          </p:cNvSpPr>
          <p:nvPr>
            <p:ph type="sldNum" sz="quarter" idx="12"/>
          </p:nvPr>
        </p:nvSpPr>
        <p:spPr>
          <a:xfrm>
            <a:off x="10995976" y="6492237"/>
            <a:ext cx="662624" cy="365763"/>
          </a:xfrm>
          <a:prstGeom prst="rect">
            <a:avLst/>
          </a:prstGeom>
        </p:spPr>
        <p:txBody>
          <a:bodyPr rtlCol="0"/>
          <a:lstStyle/>
          <a:p>
            <a:pPr rtl="0"/>
            <a:fld id="{AEAA3239-9EA4-4A65-A281-97F994456D9F}" type="slidenum">
              <a:rPr lang="en-US" smtClean="0"/>
              <a:t>‹#›</a:t>
            </a:fld>
            <a:endParaRPr lang="en-US" dirty="0"/>
          </a:p>
        </p:txBody>
      </p:sp>
      <p:sp>
        <p:nvSpPr>
          <p:cNvPr id="35" name="Retângulo 34">
            <a:extLst>
              <a:ext uri="{FF2B5EF4-FFF2-40B4-BE49-F238E27FC236}">
                <a16:creationId xmlns:a16="http://schemas.microsoft.com/office/drawing/2014/main" id="{103DE75D-DDAE-AF30-6FFC-D490DF411F57}"/>
              </a:ext>
            </a:extLst>
          </p:cNvPr>
          <p:cNvSpPr/>
          <p:nvPr/>
        </p:nvSpPr>
        <p:spPr>
          <a:xfrm>
            <a:off x="634029" y="570037"/>
            <a:ext cx="4323111" cy="7481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36" name="Retângulo 35">
            <a:extLst>
              <a:ext uri="{FF2B5EF4-FFF2-40B4-BE49-F238E27FC236}">
                <a16:creationId xmlns:a16="http://schemas.microsoft.com/office/drawing/2014/main" id="{37FF2131-F761-6A93-E155-1DE63565D2B6}"/>
              </a:ext>
            </a:extLst>
          </p:cNvPr>
          <p:cNvSpPr/>
          <p:nvPr/>
        </p:nvSpPr>
        <p:spPr>
          <a:xfrm>
            <a:off x="4962522" y="570037"/>
            <a:ext cx="7229478" cy="7481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295357706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Conclusão">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533398" y="1016955"/>
            <a:ext cx="11125201" cy="1860235"/>
          </a:xfrm>
          <a:prstGeom prst="rect">
            <a:avLst/>
          </a:prstGeom>
        </p:spPr>
        <p:txBody>
          <a:bodyPr rtlCol="0" anchor="t">
            <a:noAutofit/>
          </a:bodyPr>
          <a:lstStyle>
            <a:lvl1pPr>
              <a:defRPr sz="7200" cap="all" baseline="0">
                <a:solidFill>
                  <a:schemeClr val="tx2"/>
                </a:solidFill>
              </a:defRPr>
            </a:lvl1pPr>
          </a:lstStyle>
          <a:p>
            <a:pPr rtl="0"/>
            <a:r>
              <a:rPr lang="pt-br"/>
              <a:t>Clique para editar o estilo de título Mestre</a:t>
            </a:r>
          </a:p>
        </p:txBody>
      </p:sp>
      <p:sp>
        <p:nvSpPr>
          <p:cNvPr id="8" name="Espaço Reservado para Conteúdo 7">
            <a:extLst>
              <a:ext uri="{FF2B5EF4-FFF2-40B4-BE49-F238E27FC236}">
                <a16:creationId xmlns:a16="http://schemas.microsoft.com/office/drawing/2014/main" id="{C7E1FCC9-2D1D-9C6B-8C9A-E3D0A77DBEF0}"/>
              </a:ext>
            </a:extLst>
          </p:cNvPr>
          <p:cNvSpPr>
            <a:spLocks noGrp="1"/>
          </p:cNvSpPr>
          <p:nvPr>
            <p:ph sz="quarter" idx="13"/>
          </p:nvPr>
        </p:nvSpPr>
        <p:spPr>
          <a:xfrm>
            <a:off x="533398" y="3258190"/>
            <a:ext cx="11125201" cy="2964810"/>
          </a:xfrm>
          <a:prstGeom prst="rect">
            <a:avLst/>
          </a:prstGeom>
        </p:spPr>
        <p:txBody>
          <a:bodyPr rtlCol="0"/>
          <a:lstStyle>
            <a:lvl1pPr marL="0" indent="0">
              <a:buNone/>
              <a:defRPr>
                <a:solidFill>
                  <a:schemeClr val="tx2"/>
                </a:solidFill>
              </a:defRPr>
            </a:lvl1pPr>
            <a:lvl2pPr marL="228600" indent="0">
              <a:buNone/>
              <a:defRPr>
                <a:solidFill>
                  <a:schemeClr val="tx2"/>
                </a:solidFill>
              </a:defRPr>
            </a:lvl2pPr>
            <a:lvl3pPr marL="457200" indent="0">
              <a:buNone/>
              <a:defRPr>
                <a:solidFill>
                  <a:schemeClr val="tx2"/>
                </a:solidFill>
              </a:defRPr>
            </a:lvl3pPr>
            <a:lvl4pPr marL="685800" indent="0">
              <a:buNone/>
              <a:defRPr>
                <a:solidFill>
                  <a:schemeClr val="tx2"/>
                </a:solidFill>
              </a:defRPr>
            </a:lvl4pPr>
            <a:lvl5pPr marL="914400" indent="0">
              <a:buNone/>
              <a:defRPr>
                <a:solidFill>
                  <a:schemeClr val="tx2"/>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5" name="Espaço Reservado para Rodapé 4">
            <a:extLst>
              <a:ext uri="{FF2B5EF4-FFF2-40B4-BE49-F238E27FC236}">
                <a16:creationId xmlns:a16="http://schemas.microsoft.com/office/drawing/2014/main" id="{B17E6B5E-6174-FD5C-41E8-FFC44C650D7E}"/>
              </a:ext>
            </a:extLst>
          </p:cNvPr>
          <p:cNvSpPr>
            <a:spLocks noGrp="1"/>
          </p:cNvSpPr>
          <p:nvPr>
            <p:ph type="ftr" sz="quarter" idx="11"/>
          </p:nvPr>
        </p:nvSpPr>
        <p:spPr>
          <a:xfrm>
            <a:off x="533399" y="6492241"/>
            <a:ext cx="8576637" cy="365760"/>
          </a:xfrm>
          <a:prstGeom prst="rect">
            <a:avLst/>
          </a:prstGeom>
        </p:spPr>
        <p:txBody>
          <a:bodyPr rtlCol="0"/>
          <a:lstStyle>
            <a:lvl1pPr>
              <a:defRPr>
                <a:solidFill>
                  <a:schemeClr val="tx2"/>
                </a:solidFill>
              </a:defRPr>
            </a:lvl1pPr>
          </a:lstStyle>
          <a:p>
            <a:pPr rtl="0"/>
            <a:r>
              <a:rPr lang="pt-br"/>
              <a:t>Título da apresentação</a:t>
            </a:r>
          </a:p>
        </p:txBody>
      </p:sp>
      <p:sp>
        <p:nvSpPr>
          <p:cNvPr id="4" name="Espaço Reservado para Data 3">
            <a:extLst>
              <a:ext uri="{FF2B5EF4-FFF2-40B4-BE49-F238E27FC236}">
                <a16:creationId xmlns:a16="http://schemas.microsoft.com/office/drawing/2014/main" id="{0B9485D1-E172-8F0A-A425-3097B3ABCFB4}"/>
              </a:ext>
            </a:extLst>
          </p:cNvPr>
          <p:cNvSpPr>
            <a:spLocks noGrp="1"/>
          </p:cNvSpPr>
          <p:nvPr>
            <p:ph type="dt" sz="half" idx="10"/>
          </p:nvPr>
        </p:nvSpPr>
        <p:spPr>
          <a:xfrm>
            <a:off x="9110036" y="6492240"/>
            <a:ext cx="1504949" cy="365760"/>
          </a:xfrm>
          <a:prstGeom prst="rect">
            <a:avLst/>
          </a:prstGeom>
        </p:spPr>
        <p:txBody>
          <a:bodyPr rtlCol="0"/>
          <a:lstStyle>
            <a:lvl1pPr>
              <a:defRPr>
                <a:solidFill>
                  <a:schemeClr val="tx2"/>
                </a:solidFill>
              </a:defRPr>
            </a:lvl1pPr>
          </a:lstStyle>
          <a:p>
            <a:pPr rtl="0"/>
            <a:r>
              <a:rPr lang="en-US"/>
              <a:t>17/09/2025</a:t>
            </a:r>
          </a:p>
        </p:txBody>
      </p:sp>
      <p:sp>
        <p:nvSpPr>
          <p:cNvPr id="6" name="Espaço Reservado para o Número do Slide 5">
            <a:extLst>
              <a:ext uri="{FF2B5EF4-FFF2-40B4-BE49-F238E27FC236}">
                <a16:creationId xmlns:a16="http://schemas.microsoft.com/office/drawing/2014/main" id="{4BF72154-F85B-E301-DA57-E314D7315916}"/>
              </a:ext>
            </a:extLst>
          </p:cNvPr>
          <p:cNvSpPr>
            <a:spLocks noGrp="1"/>
          </p:cNvSpPr>
          <p:nvPr>
            <p:ph type="sldNum" sz="quarter" idx="12"/>
          </p:nvPr>
        </p:nvSpPr>
        <p:spPr>
          <a:xfrm>
            <a:off x="10614990" y="6492241"/>
            <a:ext cx="1043610" cy="36576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dirty="0"/>
          </a:p>
        </p:txBody>
      </p:sp>
      <p:sp>
        <p:nvSpPr>
          <p:cNvPr id="34" name="Retângulo 33">
            <a:extLst>
              <a:ext uri="{FF2B5EF4-FFF2-40B4-BE49-F238E27FC236}">
                <a16:creationId xmlns:a16="http://schemas.microsoft.com/office/drawing/2014/main" id="{C0612DD4-C154-5A34-CBE2-09022345DFF5}"/>
              </a:ext>
            </a:extLst>
          </p:cNvPr>
          <p:cNvSpPr/>
          <p:nvPr/>
        </p:nvSpPr>
        <p:spPr>
          <a:xfrm>
            <a:off x="634029" y="570037"/>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solidFill>
                <a:schemeClr val="tx2"/>
              </a:solidFill>
            </a:endParaRPr>
          </a:p>
        </p:txBody>
      </p:sp>
      <p:sp>
        <p:nvSpPr>
          <p:cNvPr id="35" name="Retângulo 34">
            <a:extLst>
              <a:ext uri="{FF2B5EF4-FFF2-40B4-BE49-F238E27FC236}">
                <a16:creationId xmlns:a16="http://schemas.microsoft.com/office/drawing/2014/main" id="{A245B82D-4F13-20D2-DD25-C26E60C48A92}"/>
              </a:ext>
            </a:extLst>
          </p:cNvPr>
          <p:cNvSpPr/>
          <p:nvPr/>
        </p:nvSpPr>
        <p:spPr>
          <a:xfrm>
            <a:off x="9110036" y="570037"/>
            <a:ext cx="3081964" cy="6154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1800403535"/>
      </p:ext>
    </p:extLst>
  </p:cSld>
  <p:clrMapOvr>
    <a:overrideClrMapping bg1="lt1" tx1="dk1" bg2="lt2" tx2="dk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Conclusão 2">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533400" y="1016955"/>
            <a:ext cx="8576636" cy="1842020"/>
          </a:xfrm>
          <a:prstGeom prst="rect">
            <a:avLst/>
          </a:prstGeom>
        </p:spPr>
        <p:txBody>
          <a:bodyPr rtlCol="0" anchor="t">
            <a:noAutofit/>
          </a:bodyPr>
          <a:lstStyle>
            <a:lvl1pPr>
              <a:defRPr sz="7200" cap="all" baseline="0">
                <a:solidFill>
                  <a:schemeClr val="tx2"/>
                </a:solidFill>
              </a:defRPr>
            </a:lvl1pPr>
          </a:lstStyle>
          <a:p>
            <a:pPr rtl="0"/>
            <a:r>
              <a:rPr lang="pt-br"/>
              <a:t>Clique para editar o estilo de título Mestre</a:t>
            </a:r>
          </a:p>
        </p:txBody>
      </p:sp>
      <p:sp>
        <p:nvSpPr>
          <p:cNvPr id="7" name="Espaço Reservado para Conteúdo 6">
            <a:extLst>
              <a:ext uri="{FF2B5EF4-FFF2-40B4-BE49-F238E27FC236}">
                <a16:creationId xmlns:a16="http://schemas.microsoft.com/office/drawing/2014/main" id="{053FFEDA-E57B-DF13-2394-A1514E15F85A}"/>
              </a:ext>
            </a:extLst>
          </p:cNvPr>
          <p:cNvSpPr>
            <a:spLocks noGrp="1"/>
          </p:cNvSpPr>
          <p:nvPr>
            <p:ph sz="quarter" idx="14"/>
          </p:nvPr>
        </p:nvSpPr>
        <p:spPr>
          <a:xfrm>
            <a:off x="533400" y="4614992"/>
            <a:ext cx="8576506" cy="1608008"/>
          </a:xfrm>
          <a:prstGeom prst="rect">
            <a:avLst/>
          </a:prstGeom>
        </p:spPr>
        <p:txBody>
          <a:bodyPr rtlCol="0">
            <a:noAutofit/>
          </a:bodyPr>
          <a:lstStyle>
            <a:lvl1pPr marL="0" indent="0">
              <a:buNone/>
              <a:defRPr sz="2000" b="1" i="0">
                <a:solidFill>
                  <a:schemeClr val="tx2"/>
                </a:solidFill>
                <a:latin typeface="Arial" panose="020B0604020202020204" pitchFamily="34" charset="0"/>
                <a:cs typeface="Arial" panose="020B0604020202020204" pitchFamily="34" charset="0"/>
              </a:defRPr>
            </a:lvl1pPr>
            <a:lvl2pPr marL="228600" indent="0">
              <a:buNone/>
              <a:defRPr sz="2000" b="1" i="0">
                <a:solidFill>
                  <a:schemeClr val="tx2"/>
                </a:solidFill>
                <a:latin typeface="Arial" panose="020B0604020202020204" pitchFamily="34" charset="0"/>
                <a:cs typeface="Arial" panose="020B0604020202020204" pitchFamily="34" charset="0"/>
              </a:defRPr>
            </a:lvl2pPr>
            <a:lvl3pPr marL="457200" indent="0">
              <a:buNone/>
              <a:defRPr sz="2000" b="1" i="0">
                <a:solidFill>
                  <a:schemeClr val="tx2"/>
                </a:solidFill>
                <a:latin typeface="Arial" panose="020B0604020202020204" pitchFamily="34" charset="0"/>
                <a:cs typeface="Arial" panose="020B0604020202020204" pitchFamily="34" charset="0"/>
              </a:defRPr>
            </a:lvl3pPr>
            <a:lvl4pPr marL="685800" indent="0">
              <a:buNone/>
              <a:defRPr sz="2000" b="1" i="0">
                <a:solidFill>
                  <a:schemeClr val="tx2"/>
                </a:solidFill>
                <a:latin typeface="Arial" panose="020B0604020202020204" pitchFamily="34" charset="0"/>
                <a:cs typeface="Arial" panose="020B0604020202020204" pitchFamily="34" charset="0"/>
              </a:defRPr>
            </a:lvl4pPr>
            <a:lvl5pPr marL="914400" indent="0">
              <a:buNone/>
              <a:defRPr sz="2000" b="1" i="0">
                <a:solidFill>
                  <a:schemeClr val="tx2"/>
                </a:solidFill>
                <a:latin typeface="Arial" panose="020B0604020202020204" pitchFamily="34" charset="0"/>
                <a:cs typeface="Arial" panose="020B0604020202020204" pitchFamily="34" charset="0"/>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endParaRPr lang="en-US" dirty="0"/>
          </a:p>
        </p:txBody>
      </p:sp>
      <p:sp>
        <p:nvSpPr>
          <p:cNvPr id="5" name="Espaço Reservado para Rodapé 4">
            <a:extLst>
              <a:ext uri="{FF2B5EF4-FFF2-40B4-BE49-F238E27FC236}">
                <a16:creationId xmlns:a16="http://schemas.microsoft.com/office/drawing/2014/main" id="{B17E6B5E-6174-FD5C-41E8-FFC44C650D7E}"/>
              </a:ext>
            </a:extLst>
          </p:cNvPr>
          <p:cNvSpPr>
            <a:spLocks noGrp="1"/>
          </p:cNvSpPr>
          <p:nvPr>
            <p:ph type="ftr" sz="quarter" idx="11"/>
          </p:nvPr>
        </p:nvSpPr>
        <p:spPr>
          <a:xfrm>
            <a:off x="533400" y="6492241"/>
            <a:ext cx="8576636" cy="365760"/>
          </a:xfrm>
          <a:prstGeom prst="rect">
            <a:avLst/>
          </a:prstGeom>
        </p:spPr>
        <p:txBody>
          <a:bodyPr rtlCol="0"/>
          <a:lstStyle>
            <a:lvl1pPr>
              <a:defRPr>
                <a:solidFill>
                  <a:schemeClr val="tx2"/>
                </a:solidFill>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0B9485D1-E172-8F0A-A425-3097B3ABCFB4}"/>
              </a:ext>
            </a:extLst>
          </p:cNvPr>
          <p:cNvSpPr>
            <a:spLocks noGrp="1"/>
          </p:cNvSpPr>
          <p:nvPr>
            <p:ph type="dt" sz="half" idx="10"/>
          </p:nvPr>
        </p:nvSpPr>
        <p:spPr>
          <a:xfrm>
            <a:off x="9110036" y="6492240"/>
            <a:ext cx="1891338" cy="365760"/>
          </a:xfrm>
          <a:prstGeom prst="rect">
            <a:avLst/>
          </a:prstGeom>
        </p:spPr>
        <p:txBody>
          <a:bodyPr rtlCol="0"/>
          <a:lstStyle>
            <a:lvl1pPr>
              <a:defRPr>
                <a:solidFill>
                  <a:schemeClr val="tx2"/>
                </a:solidFill>
              </a:defRPr>
            </a:lvl1pPr>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4" y="6492241"/>
            <a:ext cx="657226" cy="365760"/>
          </a:xfrm>
          <a:prstGeom prst="rect">
            <a:avLst/>
          </a:prstGeom>
        </p:spPr>
        <p:txBody>
          <a:bodyPr rtlCol="0"/>
          <a:lstStyle>
            <a:lvl1pPr>
              <a:defRPr>
                <a:solidFill>
                  <a:schemeClr val="tx2"/>
                </a:solidFill>
              </a:defRPr>
            </a:lvl1pPr>
          </a:lstStyle>
          <a:p>
            <a:pPr rtl="0"/>
            <a:fld id="{AEAA3239-9EA4-4A65-A281-97F994456D9F}" type="slidenum">
              <a:rPr lang="en-US" smtClean="0"/>
              <a:pPr/>
              <a:t>‹#›</a:t>
            </a:fld>
            <a:endParaRPr lang="en-US"/>
          </a:p>
        </p:txBody>
      </p:sp>
      <p:sp>
        <p:nvSpPr>
          <p:cNvPr id="58" name="Retângulo 57">
            <a:extLst>
              <a:ext uri="{FF2B5EF4-FFF2-40B4-BE49-F238E27FC236}">
                <a16:creationId xmlns:a16="http://schemas.microsoft.com/office/drawing/2014/main" id="{C0E45243-34A7-09D9-589C-A28D8FB592BD}"/>
              </a:ext>
            </a:extLst>
          </p:cNvPr>
          <p:cNvSpPr/>
          <p:nvPr/>
        </p:nvSpPr>
        <p:spPr>
          <a:xfrm>
            <a:off x="634029" y="570037"/>
            <a:ext cx="8476007" cy="6154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59" name="Retângulo 58">
            <a:extLst>
              <a:ext uri="{FF2B5EF4-FFF2-40B4-BE49-F238E27FC236}">
                <a16:creationId xmlns:a16="http://schemas.microsoft.com/office/drawing/2014/main" id="{377B2CF5-DB49-E6FB-F72A-24AA38988AEC}"/>
              </a:ext>
            </a:extLst>
          </p:cNvPr>
          <p:cNvSpPr/>
          <p:nvPr/>
        </p:nvSpPr>
        <p:spPr>
          <a:xfrm>
            <a:off x="9110036" y="570037"/>
            <a:ext cx="3081964" cy="6154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rtl="0"/>
            <a:endParaRPr lang="en-US"/>
          </a:p>
        </p:txBody>
      </p:sp>
    </p:spTree>
    <p:extLst>
      <p:ext uri="{BB962C8B-B14F-4D97-AF65-F5344CB8AC3E}">
        <p14:creationId xmlns:p14="http://schemas.microsoft.com/office/powerpoint/2010/main" val="3562945291"/>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475BFB69-9245-EC58-F1DE-FEB625BD336A}"/>
              </a:ext>
            </a:extLst>
          </p:cNvPr>
          <p:cNvSpPr>
            <a:spLocks noGrp="1"/>
          </p:cNvSpPr>
          <p:nvPr>
            <p:ph type="title"/>
          </p:nvPr>
        </p:nvSpPr>
        <p:spPr>
          <a:xfrm>
            <a:off x="533398" y="1016955"/>
            <a:ext cx="11125201" cy="746759"/>
          </a:xfrm>
          <a:prstGeom prst="rect">
            <a:avLst/>
          </a:prstGeom>
        </p:spPr>
        <p:txBody>
          <a:bodyPr vert="horz" lIns="91440" tIns="45720" rIns="91440" bIns="45720" rtlCol="0" anchor="t">
            <a:normAutofit/>
          </a:bodyPr>
          <a:lstStyle/>
          <a:p>
            <a:pPr rtl="0"/>
            <a:r>
              <a:rPr lang="pt-br"/>
              <a:t>Clique para editar o estilo de título Mestre</a:t>
            </a:r>
          </a:p>
        </p:txBody>
      </p:sp>
      <p:sp>
        <p:nvSpPr>
          <p:cNvPr id="3" name="Espaço Reservado para Texto 2">
            <a:extLst>
              <a:ext uri="{FF2B5EF4-FFF2-40B4-BE49-F238E27FC236}">
                <a16:creationId xmlns:a16="http://schemas.microsoft.com/office/drawing/2014/main" id="{5516AFD5-5144-C460-0CA4-644BC4A93C02}"/>
              </a:ext>
            </a:extLst>
          </p:cNvPr>
          <p:cNvSpPr>
            <a:spLocks noGrp="1"/>
          </p:cNvSpPr>
          <p:nvPr>
            <p:ph type="body" idx="1"/>
          </p:nvPr>
        </p:nvSpPr>
        <p:spPr>
          <a:xfrm>
            <a:off x="533398" y="1748474"/>
            <a:ext cx="11125202" cy="4728524"/>
          </a:xfrm>
          <a:prstGeom prst="rect">
            <a:avLst/>
          </a:prstGeom>
        </p:spPr>
        <p:txBody>
          <a:bodyPr vert="horz" lIns="91440" tIns="45720" rIns="91440" bIns="45720" rtlCol="0">
            <a:normAutofit/>
          </a:body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5" name="Espaço Reservado para Rodapé 4">
            <a:extLst>
              <a:ext uri="{FF2B5EF4-FFF2-40B4-BE49-F238E27FC236}">
                <a16:creationId xmlns:a16="http://schemas.microsoft.com/office/drawing/2014/main" id="{D4E1B7C8-DA74-800B-EE14-A39E9DB32DE4}"/>
              </a:ext>
            </a:extLst>
          </p:cNvPr>
          <p:cNvSpPr>
            <a:spLocks noGrp="1"/>
          </p:cNvSpPr>
          <p:nvPr>
            <p:ph type="ftr" sz="quarter" idx="3"/>
          </p:nvPr>
        </p:nvSpPr>
        <p:spPr>
          <a:xfrm>
            <a:off x="533399" y="6476998"/>
            <a:ext cx="8576637" cy="381003"/>
          </a:xfrm>
          <a:prstGeom prst="rect">
            <a:avLst/>
          </a:prstGeom>
        </p:spPr>
        <p:txBody>
          <a:bodyPr vert="horz" lIns="91440" tIns="45720" rIns="91440" bIns="45720" rtlCol="0" anchor="ctr"/>
          <a:lstStyle>
            <a:lvl1pPr algn="l" rtl="0">
              <a:defRPr sz="800">
                <a:solidFill>
                  <a:schemeClr val="tx2"/>
                </a:solidFill>
                <a:latin typeface="+mn-lt"/>
                <a:cs typeface="Arial" panose="020B0604020202020204" pitchFamily="34" charset="0"/>
              </a:defRPr>
            </a:lvl1pPr>
          </a:lstStyle>
          <a:p>
            <a:pPr rtl="0"/>
            <a:r>
              <a:rPr lang="pt-br"/>
              <a:t>Título da apresentação</a:t>
            </a:r>
            <a:endParaRPr lang="en-US" dirty="0"/>
          </a:p>
        </p:txBody>
      </p:sp>
      <p:sp>
        <p:nvSpPr>
          <p:cNvPr id="4" name="Espaço Reservado para Data 3">
            <a:extLst>
              <a:ext uri="{FF2B5EF4-FFF2-40B4-BE49-F238E27FC236}">
                <a16:creationId xmlns:a16="http://schemas.microsoft.com/office/drawing/2014/main" id="{3995753E-AF8A-7E04-8A1A-205B755A0215}"/>
              </a:ext>
            </a:extLst>
          </p:cNvPr>
          <p:cNvSpPr>
            <a:spLocks noGrp="1"/>
          </p:cNvSpPr>
          <p:nvPr>
            <p:ph type="dt" sz="half" idx="2"/>
          </p:nvPr>
        </p:nvSpPr>
        <p:spPr>
          <a:xfrm>
            <a:off x="9110036" y="6476998"/>
            <a:ext cx="1885951" cy="381003"/>
          </a:xfrm>
          <a:prstGeom prst="rect">
            <a:avLst/>
          </a:prstGeom>
        </p:spPr>
        <p:txBody>
          <a:bodyPr vert="horz" lIns="91440" tIns="45720" rIns="91440" bIns="45720" rtlCol="0" anchor="ctr"/>
          <a:lstStyle>
            <a:lvl1pPr algn="r" rtl="0">
              <a:defRPr sz="800">
                <a:solidFill>
                  <a:schemeClr val="tx2"/>
                </a:solidFill>
                <a:latin typeface="+mn-lt"/>
                <a:cs typeface="Arial" panose="020B0604020202020204" pitchFamily="34" charset="0"/>
              </a:defRPr>
            </a:lvl1pPr>
          </a:lstStyle>
          <a:p>
            <a:pPr rtl="0"/>
            <a:r>
              <a:rPr lang="en-US"/>
              <a:t>17/09/2025</a:t>
            </a:r>
            <a:endParaRPr lang="en-US" dirty="0"/>
          </a:p>
        </p:txBody>
      </p:sp>
      <p:sp>
        <p:nvSpPr>
          <p:cNvPr id="6" name="Espaço Reservado para o Número do Slide 5">
            <a:extLst>
              <a:ext uri="{FF2B5EF4-FFF2-40B4-BE49-F238E27FC236}">
                <a16:creationId xmlns:a16="http://schemas.microsoft.com/office/drawing/2014/main" id="{7AC1647D-0DF0-CA1B-F723-EF7B8F508DB7}"/>
              </a:ext>
            </a:extLst>
          </p:cNvPr>
          <p:cNvSpPr>
            <a:spLocks noGrp="1"/>
          </p:cNvSpPr>
          <p:nvPr>
            <p:ph type="sldNum" sz="quarter" idx="4"/>
          </p:nvPr>
        </p:nvSpPr>
        <p:spPr>
          <a:xfrm>
            <a:off x="11001379" y="6476998"/>
            <a:ext cx="657221" cy="381003"/>
          </a:xfrm>
          <a:prstGeom prst="rect">
            <a:avLst/>
          </a:prstGeom>
        </p:spPr>
        <p:txBody>
          <a:bodyPr vert="horz" lIns="91440" tIns="45720" rIns="91440" bIns="45720" rtlCol="0" anchor="ctr"/>
          <a:lstStyle>
            <a:lvl1pPr algn="r" rtl="0">
              <a:defRPr sz="800">
                <a:solidFill>
                  <a:schemeClr val="tx2"/>
                </a:solidFill>
                <a:latin typeface="+mn-lt"/>
                <a:cs typeface="Arial" panose="020B0604020202020204" pitchFamily="34" charset="0"/>
              </a:defRPr>
            </a:lvl1pPr>
          </a:lstStyle>
          <a:p>
            <a:pPr rtl="0"/>
            <a:fld id="{AEAA3239-9EA4-4A65-A281-97F994456D9F}" type="slidenum">
              <a:rPr lang="en-US" smtClean="0"/>
              <a:pPr/>
              <a:t>‹#›</a:t>
            </a:fld>
            <a:endParaRPr lang="en-US" dirty="0"/>
          </a:p>
        </p:txBody>
      </p:sp>
    </p:spTree>
    <p:extLst>
      <p:ext uri="{BB962C8B-B14F-4D97-AF65-F5344CB8AC3E}">
        <p14:creationId xmlns:p14="http://schemas.microsoft.com/office/powerpoint/2010/main" val="1339175978"/>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55" r:id="rId3"/>
    <p:sldLayoutId id="2147483956" r:id="rId4"/>
    <p:sldLayoutId id="2147483957" r:id="rId5"/>
    <p:sldLayoutId id="2147483958" r:id="rId6"/>
    <p:sldLayoutId id="2147483959" r:id="rId7"/>
    <p:sldLayoutId id="2147483960" r:id="rId8"/>
    <p:sldLayoutId id="2147483961" r:id="rId9"/>
    <p:sldLayoutId id="2147483962" r:id="rId10"/>
    <p:sldLayoutId id="2147483963" r:id="rId11"/>
    <p:sldLayoutId id="2147483964" r:id="rId12"/>
    <p:sldLayoutId id="2147483965" r:id="rId13"/>
    <p:sldLayoutId id="2147483967" r:id="rId14"/>
    <p:sldLayoutId id="2147483966" r:id="rId15"/>
    <p:sldLayoutId id="2147483968" r:id="rId16"/>
    <p:sldLayoutId id="2147483969" r:id="rId17"/>
    <p:sldLayoutId id="2147483970" r:id="rId18"/>
    <p:sldLayoutId id="2147483971" r:id="rId19"/>
    <p:sldLayoutId id="2147483972" r:id="rId20"/>
    <p:sldLayoutId id="2147483973" r:id="rId21"/>
    <p:sldLayoutId id="2147483974" r:id="rId22"/>
    <p:sldLayoutId id="2147483975" r:id="rId23"/>
    <p:sldLayoutId id="2147483976" r:id="rId24"/>
    <p:sldLayoutId id="2147483977" r:id="rId25"/>
    <p:sldLayoutId id="2147483978" r:id="rId26"/>
    <p:sldLayoutId id="2147483979" r:id="rId27"/>
    <p:sldLayoutId id="2147483980" r:id="rId28"/>
    <p:sldLayoutId id="2147483981" r:id="rId29"/>
    <p:sldLayoutId id="2147483982" r:id="rId30"/>
    <p:sldLayoutId id="2147483983" r:id="rId31"/>
    <p:sldLayoutId id="2147483984" r:id="rId32"/>
    <p:sldLayoutId id="2147483985" r:id="rId33"/>
    <p:sldLayoutId id="2147483986" r:id="rId34"/>
    <p:sldLayoutId id="2147483987" r:id="rId35"/>
    <p:sldLayoutId id="2147483988" r:id="rId36"/>
    <p:sldLayoutId id="2147483989" r:id="rId37"/>
    <p:sldLayoutId id="2147483990" r:id="rId38"/>
    <p:sldLayoutId id="2147483991" r:id="rId39"/>
    <p:sldLayoutId id="2147483992" r:id="rId40"/>
    <p:sldLayoutId id="2147483993" r:id="rId41"/>
    <p:sldLayoutId id="2147483994" r:id="rId42"/>
    <p:sldLayoutId id="2147483995" r:id="rId43"/>
    <p:sldLayoutId id="2147484008" r:id="rId44"/>
    <p:sldLayoutId id="2147483997" r:id="rId45"/>
    <p:sldLayoutId id="2147483998" r:id="rId46"/>
    <p:sldLayoutId id="2147483999" r:id="rId47"/>
    <p:sldLayoutId id="2147484000" r:id="rId48"/>
    <p:sldLayoutId id="2147484001" r:id="rId49"/>
    <p:sldLayoutId id="2147484002" r:id="rId50"/>
    <p:sldLayoutId id="2147484003" r:id="rId51"/>
    <p:sldLayoutId id="2147484004" r:id="rId52"/>
    <p:sldLayoutId id="2147484005" r:id="rId53"/>
    <p:sldLayoutId id="2147484006" r:id="rId54"/>
    <p:sldLayoutId id="2147484007" r:id="rId55"/>
  </p:sldLayoutIdLst>
  <p:hf sldNum="0" hdr="0" ftr="0" dt="0"/>
  <p:txStyles>
    <p:titleStyle>
      <a:lvl1pPr algn="l" defTabSz="914400" rtl="0" eaLnBrk="1" latinLnBrk="0" hangingPunct="1">
        <a:lnSpc>
          <a:spcPct val="80000"/>
        </a:lnSpc>
        <a:spcBef>
          <a:spcPct val="0"/>
        </a:spcBef>
        <a:buNone/>
        <a:defRPr sz="3600" b="0" kern="1200" spc="0" baseline="0">
          <a:solidFill>
            <a:schemeClr val="tx2"/>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400" kern="1200">
          <a:solidFill>
            <a:schemeClr val="tx2"/>
          </a:solidFill>
          <a:latin typeface="+mn-lt"/>
          <a:ea typeface="+mn-ea"/>
          <a:cs typeface="Arial" panose="020B0604020202020204" pitchFamily="34" charset="0"/>
        </a:defRPr>
      </a:lvl1pPr>
      <a:lvl2pPr marL="457200" indent="-228600" algn="l" defTabSz="914400" rtl="0" eaLnBrk="1" latinLnBrk="0" hangingPunct="1">
        <a:lnSpc>
          <a:spcPct val="90000"/>
        </a:lnSpc>
        <a:spcBef>
          <a:spcPts val="500"/>
        </a:spcBef>
        <a:buFont typeface="Arial" panose="020B0604020202020204" pitchFamily="34" charset="0"/>
        <a:buChar char="•"/>
        <a:defRPr sz="1400" kern="1200">
          <a:solidFill>
            <a:schemeClr val="tx2"/>
          </a:solidFill>
          <a:latin typeface="+mn-lt"/>
          <a:ea typeface="+mn-ea"/>
          <a:cs typeface="Arial" panose="020B0604020202020204" pitchFamily="34" charset="0"/>
        </a:defRPr>
      </a:lvl2pPr>
      <a:lvl3pPr marL="685800" indent="-228600" algn="l" defTabSz="914400" rtl="0" eaLnBrk="1" latinLnBrk="0" hangingPunct="1">
        <a:lnSpc>
          <a:spcPct val="90000"/>
        </a:lnSpc>
        <a:spcBef>
          <a:spcPts val="500"/>
        </a:spcBef>
        <a:buFont typeface="Arial" panose="020B0604020202020204" pitchFamily="34" charset="0"/>
        <a:buChar char="•"/>
        <a:defRPr sz="1400" kern="1200">
          <a:solidFill>
            <a:schemeClr val="tx2"/>
          </a:solidFill>
          <a:latin typeface="+mn-lt"/>
          <a:ea typeface="+mn-ea"/>
          <a:cs typeface="Arial" panose="020B0604020202020204" pitchFamily="34" charset="0"/>
        </a:defRPr>
      </a:lvl3pPr>
      <a:lvl4pPr marL="914400" indent="-228600" algn="l" defTabSz="914400" rtl="0" eaLnBrk="1" latinLnBrk="0" hangingPunct="1">
        <a:lnSpc>
          <a:spcPct val="90000"/>
        </a:lnSpc>
        <a:spcBef>
          <a:spcPts val="500"/>
        </a:spcBef>
        <a:buFont typeface="Arial" panose="020B0604020202020204" pitchFamily="34" charset="0"/>
        <a:buChar char="•"/>
        <a:defRPr sz="1400" kern="1200">
          <a:solidFill>
            <a:schemeClr val="tx2"/>
          </a:solidFill>
          <a:latin typeface="+mn-lt"/>
          <a:ea typeface="+mn-ea"/>
          <a:cs typeface="Arial" panose="020B0604020202020204" pitchFamily="34" charset="0"/>
        </a:defRPr>
      </a:lvl4pPr>
      <a:lvl5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0" orient="horz" pos="2160" userDrawn="1">
          <p15:clr>
            <a:srgbClr val="F26B43"/>
          </p15:clr>
        </p15:guide>
        <p15:guide id="31" pos="3840" userDrawn="1">
          <p15:clr>
            <a:srgbClr val="F26B43"/>
          </p15:clr>
        </p15:guide>
        <p15:guide id="32" pos="336" userDrawn="1">
          <p15:clr>
            <a:srgbClr val="F26B43"/>
          </p15:clr>
        </p15:guide>
        <p15:guide id="33" pos="7344" userDrawn="1">
          <p15:clr>
            <a:srgbClr val="F26B43"/>
          </p15:clr>
        </p15:guide>
        <p15:guide id="34" orient="horz" pos="4080" userDrawn="1">
          <p15:clr>
            <a:srgbClr val="F26B43"/>
          </p15:clr>
        </p15:guide>
        <p15:guide id="35" orient="horz" pos="1344" userDrawn="1">
          <p15:clr>
            <a:srgbClr val="F26B43"/>
          </p15:clr>
        </p15:guide>
        <p15:guide id="36" orient="horz" pos="3888"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9FFFC-0E9A-3AEB-085E-E6210E43517E}"/>
              </a:ext>
            </a:extLst>
          </p:cNvPr>
          <p:cNvSpPr>
            <a:spLocks noGrp="1"/>
          </p:cNvSpPr>
          <p:nvPr>
            <p:ph type="title"/>
          </p:nvPr>
        </p:nvSpPr>
        <p:spPr>
          <a:xfrm>
            <a:off x="3048000" y="2971799"/>
            <a:ext cx="8644563" cy="3414423"/>
          </a:xfrm>
        </p:spPr>
        <p:txBody>
          <a:bodyPr anchor="b">
            <a:normAutofit fontScale="90000"/>
          </a:bodyPr>
          <a:lstStyle/>
          <a:p>
            <a:r>
              <a:rPr lang="pt-PT" sz="6700" noProof="0" dirty="0"/>
              <a:t>Sistema de </a:t>
            </a:r>
            <a:r>
              <a:rPr lang="pt-PT" sz="6700" noProof="0" dirty="0" err="1"/>
              <a:t>Streaming</a:t>
            </a:r>
            <a:r>
              <a:rPr lang="pt-PT" sz="6700" noProof="0" dirty="0"/>
              <a:t> de Eventos em Tempo Real com </a:t>
            </a:r>
            <a:r>
              <a:rPr lang="pt-PT" sz="6700" noProof="0" dirty="0" err="1"/>
              <a:t>Rabbitmq</a:t>
            </a:r>
            <a:endParaRPr lang="pt-PT" sz="6700" noProof="0" dirty="0"/>
          </a:p>
        </p:txBody>
      </p:sp>
      <p:sp>
        <p:nvSpPr>
          <p:cNvPr id="3" name="Subtitle 2">
            <a:extLst>
              <a:ext uri="{FF2B5EF4-FFF2-40B4-BE49-F238E27FC236}">
                <a16:creationId xmlns:a16="http://schemas.microsoft.com/office/drawing/2014/main" id="{E7C6663F-B15B-5E9D-B884-3E90BC05EAB5}"/>
              </a:ext>
            </a:extLst>
          </p:cNvPr>
          <p:cNvSpPr>
            <a:spLocks noGrp="1"/>
          </p:cNvSpPr>
          <p:nvPr>
            <p:ph type="subTitle" idx="1"/>
          </p:nvPr>
        </p:nvSpPr>
        <p:spPr>
          <a:xfrm>
            <a:off x="533400" y="1016955"/>
            <a:ext cx="7924797" cy="1128714"/>
          </a:xfrm>
        </p:spPr>
        <p:txBody>
          <a:bodyPr anchor="t">
            <a:normAutofit/>
          </a:bodyPr>
          <a:lstStyle/>
          <a:p>
            <a:r>
              <a:rPr lang="pt-PT" noProof="0" dirty="0"/>
              <a:t>Exploração da estrutura, execução e resultados alcançados</a:t>
            </a:r>
          </a:p>
        </p:txBody>
      </p:sp>
    </p:spTree>
    <p:extLst>
      <p:ext uri="{BB962C8B-B14F-4D97-AF65-F5344CB8AC3E}">
        <p14:creationId xmlns:p14="http://schemas.microsoft.com/office/powerpoint/2010/main" val="35610535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10" presetClass="entr" presetSubtype="0" fill="hold" grpId="1" nodeType="withEffect">
                                  <p:stCondLst>
                                    <p:cond delay="250"/>
                                  </p:stCondLst>
                                  <p:iterate>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F335D-F57B-7752-9438-104BC2F671DB}"/>
              </a:ext>
            </a:extLst>
          </p:cNvPr>
          <p:cNvSpPr>
            <a:spLocks noGrp="1"/>
          </p:cNvSpPr>
          <p:nvPr>
            <p:ph type="ctrTitle"/>
          </p:nvPr>
        </p:nvSpPr>
        <p:spPr>
          <a:xfrm>
            <a:off x="533400" y="1143000"/>
            <a:ext cx="8576636" cy="5271008"/>
          </a:xfrm>
        </p:spPr>
        <p:txBody>
          <a:bodyPr anchor="b">
            <a:normAutofit/>
          </a:bodyPr>
          <a:lstStyle/>
          <a:p>
            <a:r>
              <a:rPr lang="pt-PT" noProof="0" dirty="0"/>
              <a:t>Introdução e Constituição do Grupo</a:t>
            </a:r>
          </a:p>
        </p:txBody>
      </p:sp>
    </p:spTree>
    <p:extLst>
      <p:ext uri="{BB962C8B-B14F-4D97-AF65-F5344CB8AC3E}">
        <p14:creationId xmlns:p14="http://schemas.microsoft.com/office/powerpoint/2010/main" val="11484924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5C7D0-0F05-E436-AA20-75BE14AAFC0B}"/>
              </a:ext>
            </a:extLst>
          </p:cNvPr>
          <p:cNvSpPr>
            <a:spLocks noGrp="1"/>
          </p:cNvSpPr>
          <p:nvPr>
            <p:ph type="title"/>
          </p:nvPr>
        </p:nvSpPr>
        <p:spPr>
          <a:xfrm>
            <a:off x="533399" y="1016955"/>
            <a:ext cx="8195646" cy="1127758"/>
          </a:xfrm>
        </p:spPr>
        <p:txBody>
          <a:bodyPr anchor="t">
            <a:normAutofit/>
          </a:bodyPr>
          <a:lstStyle/>
          <a:p>
            <a:r>
              <a:rPr lang="pt-PT" sz="4000" noProof="0" dirty="0" err="1"/>
              <a:t>EquipA</a:t>
            </a:r>
            <a:endParaRPr lang="pt-PT" sz="4000" noProof="0" dirty="0"/>
          </a:p>
        </p:txBody>
      </p:sp>
      <p:graphicFrame>
        <p:nvGraphicFramePr>
          <p:cNvPr id="7" name="Content Placeholder 2">
            <a:extLst>
              <a:ext uri="{FF2B5EF4-FFF2-40B4-BE49-F238E27FC236}">
                <a16:creationId xmlns:a16="http://schemas.microsoft.com/office/drawing/2014/main" id="{4EC8D31F-F98C-A145-62D1-4116239212C0}"/>
              </a:ext>
            </a:extLst>
          </p:cNvPr>
          <p:cNvGraphicFramePr>
            <a:graphicFrameLocks noGrp="1"/>
          </p:cNvGraphicFramePr>
          <p:nvPr>
            <p:ph sz="quarter" idx="13"/>
            <p:extLst>
              <p:ext uri="{D42A27DB-BD31-4B8C-83A1-F6EECF244321}">
                <p14:modId xmlns:p14="http://schemas.microsoft.com/office/powerpoint/2010/main" val="2786715677"/>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533399" y="2510472"/>
          <a:ext cx="8190496" cy="39665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4566449"/>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BF58F-617C-7C50-C775-AE236D87BF65}"/>
              </a:ext>
            </a:extLst>
          </p:cNvPr>
          <p:cNvSpPr>
            <a:spLocks noGrp="1"/>
          </p:cNvSpPr>
          <p:nvPr>
            <p:ph type="ctrTitle"/>
          </p:nvPr>
        </p:nvSpPr>
        <p:spPr>
          <a:xfrm>
            <a:off x="533400" y="1143000"/>
            <a:ext cx="8576636" cy="5271008"/>
          </a:xfrm>
        </p:spPr>
        <p:txBody>
          <a:bodyPr anchor="b">
            <a:normAutofit/>
          </a:bodyPr>
          <a:lstStyle/>
          <a:p>
            <a:r>
              <a:rPr lang="pt-PT" noProof="0" dirty="0"/>
              <a:t>Arquitetura e Implementação</a:t>
            </a:r>
          </a:p>
        </p:txBody>
      </p:sp>
    </p:spTree>
    <p:extLst>
      <p:ext uri="{BB962C8B-B14F-4D97-AF65-F5344CB8AC3E}">
        <p14:creationId xmlns:p14="http://schemas.microsoft.com/office/powerpoint/2010/main" val="29803857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2762F5-4C99-279C-877B-854D0E85BCC7}"/>
              </a:ext>
            </a:extLst>
          </p:cNvPr>
          <p:cNvSpPr>
            <a:spLocks noGrp="1"/>
          </p:cNvSpPr>
          <p:nvPr>
            <p:ph type="title"/>
          </p:nvPr>
        </p:nvSpPr>
        <p:spPr>
          <a:xfrm>
            <a:off x="533399" y="1016955"/>
            <a:ext cx="8195646" cy="1127758"/>
          </a:xfrm>
        </p:spPr>
        <p:txBody>
          <a:bodyPr anchor="t">
            <a:normAutofit/>
          </a:bodyPr>
          <a:lstStyle/>
          <a:p>
            <a:r>
              <a:rPr lang="pt-PT" sz="4000" noProof="0" dirty="0"/>
              <a:t>Arquitetura Geral do Sistema</a:t>
            </a:r>
          </a:p>
        </p:txBody>
      </p:sp>
      <p:graphicFrame>
        <p:nvGraphicFramePr>
          <p:cNvPr id="7" name="Content Placeholder 2">
            <a:extLst>
              <a:ext uri="{FF2B5EF4-FFF2-40B4-BE49-F238E27FC236}">
                <a16:creationId xmlns:a16="http://schemas.microsoft.com/office/drawing/2014/main" id="{9936C4F2-6113-243B-835A-1D1E9893AE75}"/>
              </a:ext>
            </a:extLst>
          </p:cNvPr>
          <p:cNvGraphicFramePr>
            <a:graphicFrameLocks noGrp="1"/>
          </p:cNvGraphicFramePr>
          <p:nvPr>
            <p:ph sz="quarter" idx="13"/>
            <p:extLst>
              <p:ext uri="{D42A27DB-BD31-4B8C-83A1-F6EECF244321}">
                <p14:modId xmlns:p14="http://schemas.microsoft.com/office/powerpoint/2010/main" val="1937195843"/>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533399" y="2510472"/>
          <a:ext cx="8190496" cy="39665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6547523"/>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0FBF2-90EC-BED0-D44A-CD7256E1E9F9}"/>
              </a:ext>
            </a:extLst>
          </p:cNvPr>
          <p:cNvSpPr>
            <a:spLocks noGrp="1"/>
          </p:cNvSpPr>
          <p:nvPr>
            <p:ph type="title"/>
          </p:nvPr>
        </p:nvSpPr>
        <p:spPr>
          <a:xfrm>
            <a:off x="533399" y="1016955"/>
            <a:ext cx="8195646" cy="1127758"/>
          </a:xfrm>
        </p:spPr>
        <p:txBody>
          <a:bodyPr anchor="t">
            <a:normAutofit/>
          </a:bodyPr>
          <a:lstStyle/>
          <a:p>
            <a:r>
              <a:rPr lang="pt-PT" sz="4000" noProof="0" dirty="0"/>
              <a:t>Opções de Implementação e Tecnologias</a:t>
            </a:r>
          </a:p>
        </p:txBody>
      </p:sp>
      <p:graphicFrame>
        <p:nvGraphicFramePr>
          <p:cNvPr id="7" name="Content Placeholder 2">
            <a:extLst>
              <a:ext uri="{FF2B5EF4-FFF2-40B4-BE49-F238E27FC236}">
                <a16:creationId xmlns:a16="http://schemas.microsoft.com/office/drawing/2014/main" id="{E5BAB73A-D0B8-28C5-F0D5-217EB05FECB9}"/>
              </a:ext>
            </a:extLst>
          </p:cNvPr>
          <p:cNvGraphicFramePr>
            <a:graphicFrameLocks noGrp="1"/>
          </p:cNvGraphicFramePr>
          <p:nvPr>
            <p:ph sz="quarter" idx="13"/>
            <p:extLst>
              <p:ext uri="{D42A27DB-BD31-4B8C-83A1-F6EECF244321}">
                <p14:modId xmlns:p14="http://schemas.microsoft.com/office/powerpoint/2010/main" val="953776060"/>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533399" y="2510472"/>
          <a:ext cx="8190496" cy="39665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38305779"/>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F8207-E0D2-9A2D-E7DF-DAE5CAEC4C5C}"/>
              </a:ext>
            </a:extLst>
          </p:cNvPr>
          <p:cNvSpPr>
            <a:spLocks noGrp="1"/>
          </p:cNvSpPr>
          <p:nvPr>
            <p:ph type="title"/>
          </p:nvPr>
        </p:nvSpPr>
        <p:spPr>
          <a:xfrm>
            <a:off x="533399" y="1016955"/>
            <a:ext cx="8195646" cy="1127758"/>
          </a:xfrm>
        </p:spPr>
        <p:txBody>
          <a:bodyPr anchor="t">
            <a:normAutofit/>
          </a:bodyPr>
          <a:lstStyle/>
          <a:p>
            <a:r>
              <a:rPr lang="pt-PT" sz="3400" noProof="0" dirty="0"/>
              <a:t>Mecanismos de Comunicação entre Componentes</a:t>
            </a:r>
          </a:p>
        </p:txBody>
      </p:sp>
      <p:graphicFrame>
        <p:nvGraphicFramePr>
          <p:cNvPr id="7" name="Content Placeholder 2">
            <a:extLst>
              <a:ext uri="{FF2B5EF4-FFF2-40B4-BE49-F238E27FC236}">
                <a16:creationId xmlns:a16="http://schemas.microsoft.com/office/drawing/2014/main" id="{393D50CF-F801-7F16-1692-144EE15C8FB9}"/>
              </a:ext>
            </a:extLst>
          </p:cNvPr>
          <p:cNvGraphicFramePr>
            <a:graphicFrameLocks noGrp="1"/>
          </p:cNvGraphicFramePr>
          <p:nvPr>
            <p:ph sz="quarter" idx="13"/>
            <p:extLst>
              <p:ext uri="{D42A27DB-BD31-4B8C-83A1-F6EECF244321}">
                <p14:modId xmlns:p14="http://schemas.microsoft.com/office/powerpoint/2010/main" val="724200987"/>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533399" y="2510472"/>
          <a:ext cx="8190496" cy="39665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21932615"/>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CE6E09-25C6-5716-919B-5BAD393045FA}"/>
              </a:ext>
            </a:extLst>
          </p:cNvPr>
          <p:cNvSpPr>
            <a:spLocks noGrp="1"/>
          </p:cNvSpPr>
          <p:nvPr>
            <p:ph type="ctrTitle"/>
          </p:nvPr>
        </p:nvSpPr>
        <p:spPr>
          <a:xfrm>
            <a:off x="533400" y="1143000"/>
            <a:ext cx="8576636" cy="5271008"/>
          </a:xfrm>
        </p:spPr>
        <p:txBody>
          <a:bodyPr anchor="b">
            <a:normAutofit/>
          </a:bodyPr>
          <a:lstStyle/>
          <a:p>
            <a:r>
              <a:rPr lang="pt-PT" noProof="0" dirty="0"/>
              <a:t>Testes e Resultados</a:t>
            </a:r>
          </a:p>
        </p:txBody>
      </p:sp>
    </p:spTree>
    <p:extLst>
      <p:ext uri="{BB962C8B-B14F-4D97-AF65-F5344CB8AC3E}">
        <p14:creationId xmlns:p14="http://schemas.microsoft.com/office/powerpoint/2010/main" val="51565728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DCA63-626D-3FE6-948B-C355C4AD25CD}"/>
              </a:ext>
            </a:extLst>
          </p:cNvPr>
          <p:cNvSpPr>
            <a:spLocks noGrp="1"/>
          </p:cNvSpPr>
          <p:nvPr>
            <p:ph type="title"/>
          </p:nvPr>
        </p:nvSpPr>
        <p:spPr>
          <a:xfrm>
            <a:off x="533399" y="1016955"/>
            <a:ext cx="8195646" cy="1127758"/>
          </a:xfrm>
        </p:spPr>
        <p:txBody>
          <a:bodyPr anchor="t">
            <a:normAutofit/>
          </a:bodyPr>
          <a:lstStyle/>
          <a:p>
            <a:r>
              <a:rPr lang="pt-PT" sz="4000" noProof="0" dirty="0"/>
              <a:t>Estratégia e Tipos de Testes</a:t>
            </a:r>
          </a:p>
        </p:txBody>
      </p:sp>
      <p:graphicFrame>
        <p:nvGraphicFramePr>
          <p:cNvPr id="7" name="Content Placeholder 2">
            <a:extLst>
              <a:ext uri="{FF2B5EF4-FFF2-40B4-BE49-F238E27FC236}">
                <a16:creationId xmlns:a16="http://schemas.microsoft.com/office/drawing/2014/main" id="{9C61F9E4-2EE1-3687-68D9-B22239565A70}"/>
              </a:ext>
            </a:extLst>
          </p:cNvPr>
          <p:cNvGraphicFramePr>
            <a:graphicFrameLocks noGrp="1"/>
          </p:cNvGraphicFramePr>
          <p:nvPr>
            <p:ph sz="quarter" idx="13"/>
            <p:extLst>
              <p:ext uri="{D42A27DB-BD31-4B8C-83A1-F6EECF244321}">
                <p14:modId xmlns:p14="http://schemas.microsoft.com/office/powerpoint/2010/main" val="367622327"/>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533399" y="2510472"/>
          <a:ext cx="8190496" cy="39665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06521487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FE38E-B244-E004-C91B-180E3E7C02E9}"/>
              </a:ext>
            </a:extLst>
          </p:cNvPr>
          <p:cNvSpPr>
            <a:spLocks noGrp="1"/>
          </p:cNvSpPr>
          <p:nvPr>
            <p:ph type="title"/>
          </p:nvPr>
        </p:nvSpPr>
        <p:spPr>
          <a:xfrm>
            <a:off x="533399" y="1016955"/>
            <a:ext cx="8195646" cy="1127758"/>
          </a:xfrm>
        </p:spPr>
        <p:txBody>
          <a:bodyPr anchor="t">
            <a:normAutofit/>
          </a:bodyPr>
          <a:lstStyle/>
          <a:p>
            <a:r>
              <a:rPr lang="pt-PT" sz="4000" noProof="0" dirty="0"/>
              <a:t>Resultados Obtidos e Análise</a:t>
            </a:r>
          </a:p>
        </p:txBody>
      </p:sp>
      <p:graphicFrame>
        <p:nvGraphicFramePr>
          <p:cNvPr id="7" name="Content Placeholder 2">
            <a:extLst>
              <a:ext uri="{FF2B5EF4-FFF2-40B4-BE49-F238E27FC236}">
                <a16:creationId xmlns:a16="http://schemas.microsoft.com/office/drawing/2014/main" id="{A716D664-A697-37A3-86A4-C8140501920B}"/>
              </a:ext>
            </a:extLst>
          </p:cNvPr>
          <p:cNvGraphicFramePr>
            <a:graphicFrameLocks noGrp="1"/>
          </p:cNvGraphicFramePr>
          <p:nvPr>
            <p:ph sz="quarter" idx="13"/>
            <p:extLst>
              <p:ext uri="{D42A27DB-BD31-4B8C-83A1-F6EECF244321}">
                <p14:modId xmlns:p14="http://schemas.microsoft.com/office/powerpoint/2010/main" val="2458162189"/>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533399" y="2510472"/>
          <a:ext cx="8190496" cy="39665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90516787"/>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957D9-7F0E-C740-CF83-4AB3DDF5A324}"/>
              </a:ext>
            </a:extLst>
          </p:cNvPr>
          <p:cNvSpPr>
            <a:spLocks noGrp="1"/>
          </p:cNvSpPr>
          <p:nvPr>
            <p:ph type="ctrTitle"/>
          </p:nvPr>
        </p:nvSpPr>
        <p:spPr>
          <a:xfrm>
            <a:off x="533400" y="1143000"/>
            <a:ext cx="8576636" cy="5271008"/>
          </a:xfrm>
        </p:spPr>
        <p:txBody>
          <a:bodyPr anchor="b">
            <a:normAutofit/>
          </a:bodyPr>
          <a:lstStyle/>
          <a:p>
            <a:r>
              <a:rPr lang="pt-PT" noProof="0" dirty="0"/>
              <a:t>Conclusão</a:t>
            </a:r>
          </a:p>
        </p:txBody>
      </p:sp>
    </p:spTree>
    <p:extLst>
      <p:ext uri="{BB962C8B-B14F-4D97-AF65-F5344CB8AC3E}">
        <p14:creationId xmlns:p14="http://schemas.microsoft.com/office/powerpoint/2010/main" val="238325812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C85B0-F776-71C1-D18B-FEA90B5745D1}"/>
              </a:ext>
            </a:extLst>
          </p:cNvPr>
          <p:cNvSpPr>
            <a:spLocks noGrp="1"/>
          </p:cNvSpPr>
          <p:nvPr>
            <p:ph type="title"/>
          </p:nvPr>
        </p:nvSpPr>
        <p:spPr>
          <a:xfrm>
            <a:off x="533399" y="1016955"/>
            <a:ext cx="8195646" cy="1127758"/>
          </a:xfrm>
        </p:spPr>
        <p:txBody>
          <a:bodyPr anchor="t">
            <a:normAutofit/>
          </a:bodyPr>
          <a:lstStyle/>
          <a:p>
            <a:r>
              <a:rPr lang="pt-PT" sz="4000" noProof="0" dirty="0"/>
              <a:t>Principais Aprendizados e Próximos Passos</a:t>
            </a:r>
          </a:p>
        </p:txBody>
      </p:sp>
      <p:graphicFrame>
        <p:nvGraphicFramePr>
          <p:cNvPr id="7" name="Content Placeholder 2">
            <a:extLst>
              <a:ext uri="{FF2B5EF4-FFF2-40B4-BE49-F238E27FC236}">
                <a16:creationId xmlns:a16="http://schemas.microsoft.com/office/drawing/2014/main" id="{ADD8BB0F-99BB-D0F6-B73F-130BC7737725}"/>
              </a:ext>
            </a:extLst>
          </p:cNvPr>
          <p:cNvGraphicFramePr>
            <a:graphicFrameLocks noGrp="1"/>
          </p:cNvGraphicFramePr>
          <p:nvPr>
            <p:ph sz="quarter" idx="13"/>
            <p:extLst>
              <p:ext uri="{D42A27DB-BD31-4B8C-83A1-F6EECF244321}">
                <p14:modId xmlns:p14="http://schemas.microsoft.com/office/powerpoint/2010/main" val="559841517"/>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533399" y="2510472"/>
          <a:ext cx="8190496" cy="39665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600519890"/>
      </p:ext>
    </p:extLst>
  </p:cSld>
  <p:clrMapOvr>
    <a:masterClrMapping/>
  </p:clrMapOvr>
  <p:transition>
    <p:fade/>
  </p:transition>
</p:sld>
</file>

<file path=ppt/theme/theme1.xml><?xml version="1.0" encoding="utf-8"?>
<a:theme xmlns:a="http://schemas.openxmlformats.org/drawingml/2006/main" name="Modulo">
  <a:themeElements>
    <a:clrScheme name="Project Status Report">
      <a:dk1>
        <a:srgbClr val="000000"/>
      </a:dk1>
      <a:lt1>
        <a:srgbClr val="FFFFFF"/>
      </a:lt1>
      <a:dk2>
        <a:srgbClr val="3B4546"/>
      </a:dk2>
      <a:lt2>
        <a:srgbClr val="E7E6E6"/>
      </a:lt2>
      <a:accent1>
        <a:srgbClr val="B36041"/>
      </a:accent1>
      <a:accent2>
        <a:srgbClr val="6F8185"/>
      </a:accent2>
      <a:accent3>
        <a:srgbClr val="C78F8F"/>
      </a:accent3>
      <a:accent4>
        <a:srgbClr val="647961"/>
      </a:accent4>
      <a:accent5>
        <a:srgbClr val="B09C54"/>
      </a:accent5>
      <a:accent6>
        <a:srgbClr val="9AA749"/>
      </a:accent6>
      <a:hlink>
        <a:srgbClr val="75A073"/>
      </a:hlink>
      <a:folHlink>
        <a:srgbClr val="BD9C5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ulo_Copilot Layouts_win32_SD_V6" id="{49C5632F-1D3A-4333-ABAA-E3191A9D5D1B}" vid="{9EF76739-2083-4254-82E9-ECA94F6BD318}"/>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70BD21B179B1749B10B6700D890B8C6" ma:contentTypeVersion="30" ma:contentTypeDescription="Create a new document." ma:contentTypeScope="" ma:versionID="a13b221ee5b949bd1d4a5301a6f516f4">
  <xsd:schema xmlns:xsd="http://www.w3.org/2001/XMLSchema" xmlns:xs="http://www.w3.org/2001/XMLSchema" xmlns:p="http://schemas.microsoft.com/office/2006/metadata/properties" xmlns:ns1="http://schemas.microsoft.com/sharepoint/v3" xmlns:ns2="9e626b82-2e62-4b56-b4f0-2eb243f478f4" xmlns:ns3="230e9df3-be65-4c73-a93b-d1236ebd677e" xmlns:ns4="543e3375-4853-4ccc-a3e2-1512ebb9cffd" targetNamespace="http://schemas.microsoft.com/office/2006/metadata/properties" ma:root="true" ma:fieldsID="233e7f4977957a9e20bc87caea750b4e" ns1:_="" ns2:_="" ns3:_="" ns4:_="">
    <xsd:import namespace="http://schemas.microsoft.com/sharepoint/v3"/>
    <xsd:import namespace="9e626b82-2e62-4b56-b4f0-2eb243f478f4"/>
    <xsd:import namespace="230e9df3-be65-4c73-a93b-d1236ebd677e"/>
    <xsd:import namespace="543e3375-4853-4ccc-a3e2-1512ebb9cffd"/>
    <xsd:element name="properties">
      <xsd:complexType>
        <xsd:sequence>
          <xsd:element name="documentManagement">
            <xsd:complexType>
              <xsd:all>
                <xsd:element ref="ns2:MediaServiceMetadata" minOccurs="0"/>
                <xsd:element ref="ns2:MediaServiceFastMetadata" minOccurs="0"/>
                <xsd:element ref="ns2:MediaServiceGenerationTime" minOccurs="0"/>
                <xsd:element ref="ns2:MediaServiceEventHashCode" minOccurs="0"/>
                <xsd:element ref="ns2:MediaServiceOCR" minOccurs="0"/>
                <xsd:element ref="ns2:lcf76f155ced4ddcb4097134ff3c332f" minOccurs="0"/>
                <xsd:element ref="ns3:TaxCatchAll" minOccurs="0"/>
                <xsd:element ref="ns4:SharedWithUsers" minOccurs="0"/>
                <xsd:element ref="ns4:SharedWithDetails" minOccurs="0"/>
                <xsd:element ref="ns2:MediaServiceAutoKeyPoints" minOccurs="0"/>
                <xsd:element ref="ns2:MediaServiceKeyPoints" minOccurs="0"/>
                <xsd:element ref="ns2:MediaServiceSearchProperties" minOccurs="0"/>
                <xsd:element ref="ns1:_ip_UnifiedCompliancePolicyProperties" minOccurs="0"/>
                <xsd:element ref="ns1:_ip_UnifiedCompliancePolicyUIAction" minOccurs="0"/>
                <xsd:element ref="ns2:MediaServiceDocTags" minOccurs="0"/>
                <xsd:element ref="ns2:MediaServiceDateTaken" minOccurs="0"/>
                <xsd:element ref="ns2:MediaLengthInSeconds" minOccurs="0"/>
                <xsd:element ref="ns2:MediaServiceObjectDetectorVersions" minOccurs="0"/>
                <xsd:element ref="ns2:MediaServiceSystemTags" minOccurs="0"/>
                <xsd:element ref="ns2:Styletags_x0028_include1_x002d_3_x0029_" minOccurs="0"/>
                <xsd:element ref="ns2:Vertical" minOccurs="0"/>
                <xsd:element ref="ns2:Intent" minOccurs="0"/>
                <xsd:element ref="ns2:Thumbnail"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1" nillable="true" ma:displayName="Unified Compliance Policy Properties" ma:hidden="true" ma:internalName="_ip_UnifiedCompliancePolicyProperties">
      <xsd:simpleType>
        <xsd:restriction base="dms:Note"/>
      </xsd:simpleType>
    </xsd:element>
    <xsd:element name="_ip_UnifiedCompliancePolicyUIAction" ma:index="2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e626b82-2e62-4b56-b4f0-2eb243f478f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GenerationTime" ma:index="10" nillable="true" ma:displayName="MediaServiceGenerationTime" ma:hidden="true" ma:internalName="MediaServiceGenerationTime" ma:readOnly="true">
      <xsd:simpleType>
        <xsd:restriction base="dms:Text"/>
      </xsd:simpleType>
    </xsd:element>
    <xsd:element name="MediaServiceEventHashCode" ma:index="11" nillable="true" ma:displayName="MediaServiceEventHashCode" ma:hidden="true" ma:internalName="MediaServiceEventHashCode"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ocTags" ma:index="23" nillable="true" ma:displayName="MediaServiceDocTags" ma:hidden="true" ma:internalName="MediaServiceDocTags" ma:readOnly="true">
      <xsd:simpleType>
        <xsd:restriction base="dms:Note"/>
      </xsd:simpleType>
    </xsd:element>
    <xsd:element name="MediaServiceDateTaken" ma:index="24" nillable="true" ma:displayName="MediaServiceDateTaken" ma:hidden="true" ma:indexed="true" ma:internalName="MediaServiceDateTaken" ma:readOnly="true">
      <xsd:simpleType>
        <xsd:restriction base="dms:Text"/>
      </xsd:simpleType>
    </xsd:element>
    <xsd:element name="MediaLengthInSeconds" ma:index="25" nillable="true" ma:displayName="MediaLengthInSeconds" ma:hidden="true" ma:internalName="MediaLengthInSeconds" ma:readOnly="true">
      <xsd:simpleType>
        <xsd:restriction base="dms:Unknown"/>
      </xsd:simpleType>
    </xsd:element>
    <xsd:element name="MediaServiceObjectDetectorVersions" ma:index="26" nillable="true" ma:displayName="MediaServiceObjectDetectorVersions" ma:hidden="true" ma:indexed="true" ma:internalName="MediaServiceObjectDetectorVersions" ma:readOnly="true">
      <xsd:simpleType>
        <xsd:restriction base="dms:Text"/>
      </xsd:simpleType>
    </xsd:element>
    <xsd:element name="MediaServiceSystemTags" ma:index="27" nillable="true" ma:displayName="MediaServiceSystemTags" ma:hidden="true" ma:internalName="MediaServiceSystemTags" ma:readOnly="true">
      <xsd:simpleType>
        <xsd:restriction base="dms:Note"/>
      </xsd:simpleType>
    </xsd:element>
    <xsd:element name="Styletags_x0028_include1_x002d_3_x0029_" ma:index="28" nillable="true" ma:displayName="Style tags (include 1 - 3)" ma:format="Dropdown" ma:internalName="Styletags_x0028_include1_x002d_3_x0029_">
      <xsd:simpleType>
        <xsd:restriction base="dms:Text">
          <xsd:maxLength value="255"/>
        </xsd:restriction>
      </xsd:simpleType>
    </xsd:element>
    <xsd:element name="Vertical" ma:index="29" nillable="true" ma:displayName="Vertical" ma:format="Dropdown" ma:internalName="Vertical">
      <xsd:complexType>
        <xsd:complexContent>
          <xsd:extension base="dms:MultiChoice">
            <xsd:sequence>
              <xsd:element name="Value" maxOccurs="unbounded" minOccurs="0" nillable="true">
                <xsd:simpleType>
                  <xsd:restriction base="dms:Choice">
                    <xsd:enumeration value="Animals &amp; pets"/>
                    <xsd:enumeration value="Art &amp; design"/>
                    <xsd:enumeration value="Beauty"/>
                    <xsd:enumeration value="Business"/>
                    <xsd:enumeration value="Fashion"/>
                    <xsd:enumeration value="Floral &amp; garden"/>
                    <xsd:enumeration value="Food &amp; drink"/>
                    <xsd:enumeration value="General"/>
                    <xsd:enumeration value="Health &amp; fitness"/>
                  </xsd:restriction>
                </xsd:simpleType>
              </xsd:element>
            </xsd:sequence>
          </xsd:extension>
        </xsd:complexContent>
      </xsd:complexType>
    </xsd:element>
    <xsd:element name="Intent" ma:index="30" nillable="true" ma:displayName="Intent" ma:format="Dropdown" ma:internalName="Intent">
      <xsd:complexType>
        <xsd:complexContent>
          <xsd:extension base="dms:MultiChoice">
            <xsd:sequence>
              <xsd:element name="Value" maxOccurs="unbounded" minOccurs="0" nillable="true">
                <xsd:simpleType>
                  <xsd:restriction base="dms:Choice">
                    <xsd:enumeration value="About me"/>
                    <xsd:enumeration value="Activism"/>
                    <xsd:enumeration value="Announcement - event"/>
                    <xsd:enumeration value="Announcement - product"/>
                    <xsd:enumeration value="Business"/>
                    <xsd:enumeration value="Celebrate - holiday"/>
                    <xsd:enumeration value="Celebrate - life moments"/>
                    <xsd:enumeration value="Engagement post"/>
                    <xsd:enumeration value="Grand opening"/>
                    <xsd:enumeration value="Marketplace"/>
                    <xsd:enumeration value="Open house"/>
                    <xsd:enumeration value="Quote"/>
                    <xsd:enumeration value="Sale"/>
                    <xsd:enumeration value="Simple phrases"/>
                    <xsd:enumeration value="Subscribe"/>
                    <xsd:enumeration value="Choice 16"/>
                  </xsd:restriction>
                </xsd:simpleType>
              </xsd:element>
            </xsd:sequence>
          </xsd:extension>
        </xsd:complexContent>
      </xsd:complexType>
    </xsd:element>
    <xsd:element name="Thumbnail" ma:index="31" nillable="true" ma:displayName="Thumbnail" ma:format="Thumbnail" ma:internalName="Thumbnail">
      <xsd:simpleType>
        <xsd:restriction base="dms:Unknown"/>
      </xsd:simpleType>
    </xsd:element>
    <xsd:element name="MediaServiceBillingMetadata" ma:index="32"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6051309a-75b7-4c22-93ea-c24616af8dd0}" ma:internalName="TaxCatchAll" ma:showField="CatchAllData" ma:web="543e3375-4853-4ccc-a3e2-1512ebb9cffd">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43e3375-4853-4ccc-a3e2-1512ebb9cffd"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230e9df3-be65-4c73-a93b-d1236ebd677e" xsi:nil="true"/>
    <MediaServiceKeyPoints xmlns="9e626b82-2e62-4b56-b4f0-2eb243f478f4" xsi:nil="true"/>
    <Thumbnail xmlns="9e626b82-2e62-4b56-b4f0-2eb243f478f4" xsi:nil="true"/>
    <Vertical xmlns="9e626b82-2e62-4b56-b4f0-2eb243f478f4" xsi:nil="true"/>
    <lcf76f155ced4ddcb4097134ff3c332f xmlns="9e626b82-2e62-4b56-b4f0-2eb243f478f4">
      <Terms xmlns="http://schemas.microsoft.com/office/infopath/2007/PartnerControls"/>
    </lcf76f155ced4ddcb4097134ff3c332f>
    <Styletags_x0028_include1_x002d_3_x0029_ xmlns="9e626b82-2e62-4b56-b4f0-2eb243f478f4" xsi:nil="true"/>
    <Intent xmlns="9e626b82-2e62-4b56-b4f0-2eb243f478f4" xsi:nil="true"/>
  </documentManagement>
</p:properties>
</file>

<file path=customXml/itemProps1.xml><?xml version="1.0" encoding="utf-8"?>
<ds:datastoreItem xmlns:ds="http://schemas.openxmlformats.org/officeDocument/2006/customXml" ds:itemID="{575A61DA-592A-457B-93F6-DEF077C99BE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9e626b82-2e62-4b56-b4f0-2eb243f478f4"/>
    <ds:schemaRef ds:uri="230e9df3-be65-4c73-a93b-d1236ebd677e"/>
    <ds:schemaRef ds:uri="543e3375-4853-4ccc-a3e2-1512ebb9cff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8E339AF-67FC-4BA3-8B2E-038B3ED310D5}">
  <ds:schemaRefs>
    <ds:schemaRef ds:uri="http://schemas.microsoft.com/sharepoint/v3/contenttype/forms"/>
  </ds:schemaRefs>
</ds:datastoreItem>
</file>

<file path=customXml/itemProps3.xml><?xml version="1.0" encoding="utf-8"?>
<ds:datastoreItem xmlns:ds="http://schemas.openxmlformats.org/officeDocument/2006/customXml" ds:itemID="{4B99ED26-B189-4BA1-99D0-1112D8C2F106}">
  <ds:schemaRefs>
    <ds:schemaRef ds:uri="16c05727-aa75-4e4a-9b5f-8a80a1165891"/>
    <ds:schemaRef ds:uri="230e9df3-be65-4c73-a93b-d1236ebd677e"/>
    <ds:schemaRef ds:uri="71af3243-3dd4-4a8d-8c0d-dd76da1f02a5"/>
    <ds:schemaRef ds:uri="9e626b82-2e62-4b56-b4f0-2eb243f478f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259</TotalTime>
  <Words>1798</Words>
  <Application>Microsoft Macintosh PowerPoint</Application>
  <PresentationFormat>Widescreen</PresentationFormat>
  <Paragraphs>101</Paragraphs>
  <Slides>12</Slides>
  <Notes>12</Notes>
  <HiddenSlides>4</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Aptos</vt:lpstr>
      <vt:lpstr>Arial</vt:lpstr>
      <vt:lpstr>Modulo</vt:lpstr>
      <vt:lpstr>Sistema de Streaming de Eventos em Tempo Real com Rabbitmq</vt:lpstr>
      <vt:lpstr>Introdução e Constituição do Grupo</vt:lpstr>
      <vt:lpstr>EquipA</vt:lpstr>
      <vt:lpstr>Arquitetura e Implementação</vt:lpstr>
      <vt:lpstr>Arquitetura Geral do Sistema</vt:lpstr>
      <vt:lpstr>Opções de Implementação e Tecnologias</vt:lpstr>
      <vt:lpstr>Mecanismos de Comunicação entre Componentes</vt:lpstr>
      <vt:lpstr>Testes e Resultados</vt:lpstr>
      <vt:lpstr>Estratégia e Tipos de Testes</vt:lpstr>
      <vt:lpstr>Resultados Obtidos e Análise</vt:lpstr>
      <vt:lpstr>Conclusão</vt:lpstr>
      <vt:lpstr>Principais Aprendizados e Próximos Passos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Pedro Lourenço Correia Jaques</cp:lastModifiedBy>
  <cp:revision>2</cp:revision>
  <dcterms:created xsi:type="dcterms:W3CDTF">2025-05-21T23:03:00Z</dcterms:created>
  <dcterms:modified xsi:type="dcterms:W3CDTF">2026-01-08T01:14:12Z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0x010100F70BD21B179B1749B10B6700D890B8C6</vt:lpwstr>
  </property>
  <property fmtid="{D5CDD505-2E9C-101B-9397-08002B2CF9AE}" pid="3" name="MediaServiceImageTags">
    <vt:lpwstr/>
  </property>
</Properties>
</file>