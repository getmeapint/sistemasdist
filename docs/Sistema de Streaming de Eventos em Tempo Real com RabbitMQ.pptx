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2" r:id="rId4"/>
  </p:sldMasterIdLst>
  <p:notesMasterIdLst>
    <p:notesMasterId r:id="rId16"/>
  </p:notesMasterIdLst>
  <p:handoutMasterIdLst>
    <p:handoutMasterId r:id="rId17"/>
  </p:handoutMasterIdLst>
  <p:sldIdLst>
    <p:sldId id="2561" r:id="rId5"/>
    <p:sldId id="2562" r:id="rId6"/>
    <p:sldId id="2563" r:id="rId7"/>
    <p:sldId id="2564" r:id="rId8"/>
    <p:sldId id="2565" r:id="rId9"/>
    <p:sldId id="2566" r:id="rId10"/>
    <p:sldId id="2567" r:id="rId11"/>
    <p:sldId id="2568" r:id="rId12"/>
    <p:sldId id="2570" r:id="rId13"/>
    <p:sldId id="2571" r:id="rId14"/>
    <p:sldId id="2572" r:id="rId1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to: Arquitetura, Implementação e Resultados" id="{FF3F67B9-4A72-433D-98C3-88F690A84BFD}">
          <p14:sldIdLst>
            <p14:sldId id="2561"/>
          </p14:sldIdLst>
        </p14:section>
        <p14:section name="Introdução e Constituição do Grupo" id="{639F8DDF-35E5-434B-BFB9-22CAA1AEFAF1}">
          <p14:sldIdLst>
            <p14:sldId id="2562"/>
            <p14:sldId id="2563"/>
          </p14:sldIdLst>
        </p14:section>
        <p14:section name="Arquitetura e Implementação" id="{82BD6315-28D9-4BF2-94B1-5A854FEB7884}">
          <p14:sldIdLst>
            <p14:sldId id="2564"/>
            <p14:sldId id="2565"/>
            <p14:sldId id="2566"/>
            <p14:sldId id="2567"/>
          </p14:sldIdLst>
        </p14:section>
        <p14:section name="Testes e Resultados" id="{7261000A-6182-401D-B778-EDC501880F05}">
          <p14:sldIdLst>
            <p14:sldId id="2568"/>
            <p14:sldId id="2570"/>
          </p14:sldIdLst>
        </p14:section>
        <p14:section name="Conclusão" id="{ACA9AF47-1536-48D8-B6BF-C7BEF304EB3E}">
          <p14:sldIdLst>
            <p14:sldId id="2571"/>
            <p14:sldId id="25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39A418-C943-DD85-ADF2-615A2809C342}" name="Michaele Watts" initials="mlw" userId="Michaele Watts" providerId="None"/>
  <p188:author id="{9941987A-41B7-49AC-EE6E-03F2D0BD95BA}" name="Daria Naidenov" initials="DN" userId="S::danaidenov@microsoft.com::ab38ab5f-bdf0-4774-ae5a-d2782abb2027" providerId="AD"/>
  <p188:author id="{05079B93-9652-6626-7181-414354FAD15D}" name="Sher Dionisio" initials="SD" userId="Sher Dionisio" providerId="None"/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DBD9"/>
    <a:srgbClr val="FFE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83E122-2300-AF4A-ACE5-D5B5E39A1EDC}" v="372" dt="2026-01-09T11:15:48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35" autoAdjust="0"/>
    <p:restoredTop sz="70809"/>
  </p:normalViewPr>
  <p:slideViewPr>
    <p:cSldViewPr showGuides="1">
      <p:cViewPr>
        <p:scale>
          <a:sx n="88" d="100"/>
          <a:sy n="88" d="100"/>
        </p:scale>
        <p:origin x="1192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-21892"/>
    </p:cViewPr>
  </p:sorterViewPr>
  <p:notesViewPr>
    <p:cSldViewPr>
      <p:cViewPr varScale="1">
        <p:scale>
          <a:sx n="87" d="100"/>
          <a:sy n="87" d="100"/>
        </p:scale>
        <p:origin x="700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Lourenço Correia Jaques" userId="2c9294f4-db3c-48f2-b4fe-8b2413068950" providerId="ADAL" clId="{76DABE40-6719-5A3E-8181-693EBCC2EEAC}"/>
    <pc:docChg chg="delSld modSld modSection">
      <pc:chgData name="Pedro Lourenço Correia Jaques" userId="2c9294f4-db3c-48f2-b4fe-8b2413068950" providerId="ADAL" clId="{76DABE40-6719-5A3E-8181-693EBCC2EEAC}" dt="2026-01-09T11:15:48.107" v="414" actId="20577"/>
      <pc:docMkLst>
        <pc:docMk/>
      </pc:docMkLst>
      <pc:sldChg chg="modNotesTx">
        <pc:chgData name="Pedro Lourenço Correia Jaques" userId="2c9294f4-db3c-48f2-b4fe-8b2413068950" providerId="ADAL" clId="{76DABE40-6719-5A3E-8181-693EBCC2EEAC}" dt="2026-01-09T11:10:49.226" v="404" actId="20577"/>
        <pc:sldMkLst>
          <pc:docMk/>
          <pc:sldMk cId="3561053516" sldId="2561"/>
        </pc:sldMkLst>
      </pc:sldChg>
      <pc:sldChg chg="modSp modNotesTx">
        <pc:chgData name="Pedro Lourenço Correia Jaques" userId="2c9294f4-db3c-48f2-b4fe-8b2413068950" providerId="ADAL" clId="{76DABE40-6719-5A3E-8181-693EBCC2EEAC}" dt="2026-01-09T11:10:44.567" v="403" actId="20577"/>
        <pc:sldMkLst>
          <pc:docMk/>
          <pc:sldMk cId="154566449" sldId="2563"/>
        </pc:sldMkLst>
        <pc:graphicFrameChg chg="mod">
          <ac:chgData name="Pedro Lourenço Correia Jaques" userId="2c9294f4-db3c-48f2-b4fe-8b2413068950" providerId="ADAL" clId="{76DABE40-6719-5A3E-8181-693EBCC2EEAC}" dt="2026-01-08T22:00:24.573" v="268" actId="20577"/>
          <ac:graphicFrameMkLst>
            <pc:docMk/>
            <pc:sldMk cId="154566449" sldId="2563"/>
            <ac:graphicFrameMk id="7" creationId="{4EC8D31F-F98C-A145-62D1-4116239212C0}"/>
          </ac:graphicFrameMkLst>
        </pc:graphicFrameChg>
      </pc:sldChg>
      <pc:sldChg chg="modNotesTx">
        <pc:chgData name="Pedro Lourenço Correia Jaques" userId="2c9294f4-db3c-48f2-b4fe-8b2413068950" providerId="ADAL" clId="{76DABE40-6719-5A3E-8181-693EBCC2EEAC}" dt="2026-01-09T11:10:53.363" v="405" actId="20577"/>
        <pc:sldMkLst>
          <pc:docMk/>
          <pc:sldMk cId="2980385785" sldId="2564"/>
        </pc:sldMkLst>
      </pc:sldChg>
      <pc:sldChg chg="modSp modNotesTx">
        <pc:chgData name="Pedro Lourenço Correia Jaques" userId="2c9294f4-db3c-48f2-b4fe-8b2413068950" providerId="ADAL" clId="{76DABE40-6719-5A3E-8181-693EBCC2EEAC}" dt="2026-01-09T11:10:55.989" v="406" actId="20577"/>
        <pc:sldMkLst>
          <pc:docMk/>
          <pc:sldMk cId="426547523" sldId="2565"/>
        </pc:sldMkLst>
        <pc:graphicFrameChg chg="mod">
          <ac:chgData name="Pedro Lourenço Correia Jaques" userId="2c9294f4-db3c-48f2-b4fe-8b2413068950" providerId="ADAL" clId="{76DABE40-6719-5A3E-8181-693EBCC2EEAC}" dt="2026-01-08T22:03:14.654" v="327" actId="20577"/>
          <ac:graphicFrameMkLst>
            <pc:docMk/>
            <pc:sldMk cId="426547523" sldId="2565"/>
            <ac:graphicFrameMk id="7" creationId="{9936C4F2-6113-243B-835A-1D1E9893AE75}"/>
          </ac:graphicFrameMkLst>
        </pc:graphicFrameChg>
      </pc:sldChg>
      <pc:sldChg chg="modNotesTx">
        <pc:chgData name="Pedro Lourenço Correia Jaques" userId="2c9294f4-db3c-48f2-b4fe-8b2413068950" providerId="ADAL" clId="{76DABE40-6719-5A3E-8181-693EBCC2EEAC}" dt="2026-01-09T11:10:57.937" v="407" actId="20577"/>
        <pc:sldMkLst>
          <pc:docMk/>
          <pc:sldMk cId="3538305779" sldId="2566"/>
        </pc:sldMkLst>
      </pc:sldChg>
      <pc:sldChg chg="modSp mod modShow modNotesTx">
        <pc:chgData name="Pedro Lourenço Correia Jaques" userId="2c9294f4-db3c-48f2-b4fe-8b2413068950" providerId="ADAL" clId="{76DABE40-6719-5A3E-8181-693EBCC2EEAC}" dt="2026-01-09T11:11:00.652" v="408" actId="20577"/>
        <pc:sldMkLst>
          <pc:docMk/>
          <pc:sldMk cId="4021932615" sldId="2567"/>
        </pc:sldMkLst>
        <pc:graphicFrameChg chg="mod modGraphic">
          <ac:chgData name="Pedro Lourenço Correia Jaques" userId="2c9294f4-db3c-48f2-b4fe-8b2413068950" providerId="ADAL" clId="{76DABE40-6719-5A3E-8181-693EBCC2EEAC}" dt="2026-01-08T22:04:09.939" v="384" actId="20577"/>
          <ac:graphicFrameMkLst>
            <pc:docMk/>
            <pc:sldMk cId="4021932615" sldId="2567"/>
            <ac:graphicFrameMk id="7" creationId="{393D50CF-F801-7F16-1692-144EE15C8FB9}"/>
          </ac:graphicFrameMkLst>
        </pc:graphicFrameChg>
      </pc:sldChg>
      <pc:sldChg chg="modSp modNotesTx">
        <pc:chgData name="Pedro Lourenço Correia Jaques" userId="2c9294f4-db3c-48f2-b4fe-8b2413068950" providerId="ADAL" clId="{76DABE40-6719-5A3E-8181-693EBCC2EEAC}" dt="2026-01-09T11:15:48.107" v="414" actId="20577"/>
        <pc:sldMkLst>
          <pc:docMk/>
          <pc:sldMk cId="515657287" sldId="2568"/>
        </pc:sldMkLst>
        <pc:spChg chg="mod">
          <ac:chgData name="Pedro Lourenço Correia Jaques" userId="2c9294f4-db3c-48f2-b4fe-8b2413068950" providerId="ADAL" clId="{76DABE40-6719-5A3E-8181-693EBCC2EEAC}" dt="2026-01-09T11:15:48.107" v="414" actId="20577"/>
          <ac:spMkLst>
            <pc:docMk/>
            <pc:sldMk cId="515657287" sldId="2568"/>
            <ac:spMk id="2" creationId="{3CCE6E09-25C6-5716-919B-5BAD393045FA}"/>
          </ac:spMkLst>
        </pc:spChg>
      </pc:sldChg>
      <pc:sldChg chg="del">
        <pc:chgData name="Pedro Lourenço Correia Jaques" userId="2c9294f4-db3c-48f2-b4fe-8b2413068950" providerId="ADAL" clId="{76DABE40-6719-5A3E-8181-693EBCC2EEAC}" dt="2026-01-08T21:46:38.115" v="60" actId="2696"/>
        <pc:sldMkLst>
          <pc:docMk/>
          <pc:sldMk cId="1065214876" sldId="2569"/>
        </pc:sldMkLst>
      </pc:sldChg>
      <pc:sldChg chg="modSp mod modShow modNotesTx">
        <pc:chgData name="Pedro Lourenço Correia Jaques" userId="2c9294f4-db3c-48f2-b4fe-8b2413068950" providerId="ADAL" clId="{76DABE40-6719-5A3E-8181-693EBCC2EEAC}" dt="2026-01-09T11:13:35.377" v="413"/>
        <pc:sldMkLst>
          <pc:docMk/>
          <pc:sldMk cId="3090516787" sldId="2570"/>
        </pc:sldMkLst>
        <pc:graphicFrameChg chg="mod modGraphic">
          <ac:chgData name="Pedro Lourenço Correia Jaques" userId="2c9294f4-db3c-48f2-b4fe-8b2413068950" providerId="ADAL" clId="{76DABE40-6719-5A3E-8181-693EBCC2EEAC}" dt="2026-01-09T11:13:35.377" v="413"/>
          <ac:graphicFrameMkLst>
            <pc:docMk/>
            <pc:sldMk cId="3090516787" sldId="2570"/>
            <ac:graphicFrameMk id="7" creationId="{A716D664-A697-37A3-86A4-C8140501920B}"/>
          </ac:graphicFrameMkLst>
        </pc:graphicFrameChg>
      </pc:sldChg>
      <pc:sldChg chg="modNotesTx">
        <pc:chgData name="Pedro Lourenço Correia Jaques" userId="2c9294f4-db3c-48f2-b4fe-8b2413068950" providerId="ADAL" clId="{76DABE40-6719-5A3E-8181-693EBCC2EEAC}" dt="2026-01-09T11:11:06.773" v="411" actId="20577"/>
        <pc:sldMkLst>
          <pc:docMk/>
          <pc:sldMk cId="2383258129" sldId="2571"/>
        </pc:sldMkLst>
      </pc:sldChg>
      <pc:sldChg chg="modSp mod modShow modNotesTx">
        <pc:chgData name="Pedro Lourenço Correia Jaques" userId="2c9294f4-db3c-48f2-b4fe-8b2413068950" providerId="ADAL" clId="{76DABE40-6719-5A3E-8181-693EBCC2EEAC}" dt="2026-01-09T11:11:08.171" v="412" actId="20577"/>
        <pc:sldMkLst>
          <pc:docMk/>
          <pc:sldMk cId="1600519890" sldId="2572"/>
        </pc:sldMkLst>
        <pc:spChg chg="mod">
          <ac:chgData name="Pedro Lourenço Correia Jaques" userId="2c9294f4-db3c-48f2-b4fe-8b2413068950" providerId="ADAL" clId="{76DABE40-6719-5A3E-8181-693EBCC2EEAC}" dt="2026-01-08T21:56:03.843" v="146" actId="20577"/>
          <ac:spMkLst>
            <pc:docMk/>
            <pc:sldMk cId="1600519890" sldId="2572"/>
            <ac:spMk id="2" creationId="{F36C85B0-F776-71C1-D18B-FEA90B5745D1}"/>
          </ac:spMkLst>
        </pc:spChg>
        <pc:graphicFrameChg chg="mod">
          <ac:chgData name="Pedro Lourenço Correia Jaques" userId="2c9294f4-db3c-48f2-b4fe-8b2413068950" providerId="ADAL" clId="{76DABE40-6719-5A3E-8181-693EBCC2EEAC}" dt="2026-01-08T21:58:43.113" v="201" actId="20577"/>
          <ac:graphicFrameMkLst>
            <pc:docMk/>
            <pc:sldMk cId="1600519890" sldId="2572"/>
            <ac:graphicFrameMk id="7" creationId="{ADD8BB0F-99BB-D0F6-B73F-130BC7737725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F1100D-3678-4F4D-A6A1-6CAFA02612EF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8C80F8-2AFA-44C8-97B3-189937A893C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 noProof="0" dirty="0"/>
            <a:t>Tomás Freitas	</a:t>
          </a:r>
        </a:p>
      </dgm:t>
    </dgm:pt>
    <dgm:pt modelId="{CAA8D43D-3EFC-465E-85AE-3342D4A58363}" type="parTrans" cxnId="{FAE0F6E4-9994-4A70-A7EA-3DDA12C49C9F}">
      <dgm:prSet/>
      <dgm:spPr/>
      <dgm:t>
        <a:bodyPr/>
        <a:lstStyle/>
        <a:p>
          <a:endParaRPr lang="en-US"/>
        </a:p>
      </dgm:t>
    </dgm:pt>
    <dgm:pt modelId="{D39B9A9B-E2CA-41EE-A0DB-E0B4E79A66DE}" type="sibTrans" cxnId="{FAE0F6E4-9994-4A70-A7EA-3DDA12C49C9F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87782AC6-173C-4535-9D2D-488474223796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noProof="0" dirty="0"/>
            <a:t>Desenvolvimento CI/CD com GitHub </a:t>
          </a:r>
          <a:r>
            <a:rPr lang="pt-PT" noProof="0" dirty="0" err="1"/>
            <a:t>Actions</a:t>
          </a:r>
          <a:r>
            <a:rPr lang="pt-PT" noProof="0" dirty="0"/>
            <a:t>.</a:t>
          </a:r>
        </a:p>
        <a:p>
          <a:pPr>
            <a:lnSpc>
              <a:spcPct val="100000"/>
            </a:lnSpc>
          </a:pPr>
          <a:r>
            <a:rPr lang="pt-PT" noProof="0" dirty="0"/>
            <a:t>Integração </a:t>
          </a:r>
          <a:r>
            <a:rPr lang="pt-PT" noProof="0" dirty="0" err="1"/>
            <a:t>Prometheus</a:t>
          </a:r>
          <a:r>
            <a:rPr lang="pt-PT" noProof="0" dirty="0"/>
            <a:t>.</a:t>
          </a:r>
        </a:p>
        <a:p>
          <a:pPr>
            <a:lnSpc>
              <a:spcPct val="100000"/>
            </a:lnSpc>
          </a:pPr>
          <a:r>
            <a:rPr lang="pt-PT" noProof="0" dirty="0"/>
            <a:t>Desenvolvimento de métricas.</a:t>
          </a:r>
        </a:p>
      </dgm:t>
    </dgm:pt>
    <dgm:pt modelId="{9A5C55EA-27C8-4848-BAB8-77592A36D044}" type="parTrans" cxnId="{90FA8D95-6D4F-469A-9B0E-D64C0EE6B152}">
      <dgm:prSet/>
      <dgm:spPr/>
      <dgm:t>
        <a:bodyPr/>
        <a:lstStyle/>
        <a:p>
          <a:endParaRPr lang="en-US"/>
        </a:p>
      </dgm:t>
    </dgm:pt>
    <dgm:pt modelId="{DE93B9C6-5C09-4EDF-8C7F-B7476B593940}" type="sibTrans" cxnId="{90FA8D95-6D4F-469A-9B0E-D64C0EE6B152}">
      <dgm:prSet/>
      <dgm:spPr/>
      <dgm:t>
        <a:bodyPr/>
        <a:lstStyle/>
        <a:p>
          <a:endParaRPr lang="en-US"/>
        </a:p>
      </dgm:t>
    </dgm:pt>
    <dgm:pt modelId="{25E3F899-76DC-48BB-9554-6ED0464F128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 noProof="0" dirty="0"/>
            <a:t>Pedro Jaques</a:t>
          </a:r>
        </a:p>
      </dgm:t>
    </dgm:pt>
    <dgm:pt modelId="{221B2DFB-4E4B-4770-A61E-8C4C47E61595}" type="parTrans" cxnId="{51B89D5B-163B-4806-931A-E3688449748D}">
      <dgm:prSet/>
      <dgm:spPr/>
      <dgm:t>
        <a:bodyPr/>
        <a:lstStyle/>
        <a:p>
          <a:endParaRPr lang="en-US"/>
        </a:p>
      </dgm:t>
    </dgm:pt>
    <dgm:pt modelId="{8BDB890B-89FD-4C67-B924-C7D1E9B841A8}" type="sibTrans" cxnId="{51B89D5B-163B-4806-931A-E3688449748D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7B996AE9-3626-4165-A9C8-39533538DA7F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noProof="0" dirty="0"/>
            <a:t>Desenvolvimento da comunicação produtor-consumidor.</a:t>
          </a:r>
        </a:p>
        <a:p>
          <a:pPr>
            <a:lnSpc>
              <a:spcPct val="100000"/>
            </a:lnSpc>
          </a:pPr>
          <a:r>
            <a:rPr lang="pt-PT" noProof="0" dirty="0"/>
            <a:t>Desenvolvimento Web UI.</a:t>
          </a:r>
        </a:p>
        <a:p>
          <a:pPr>
            <a:lnSpc>
              <a:spcPct val="100000"/>
            </a:lnSpc>
          </a:pPr>
          <a:r>
            <a:rPr lang="pt-PT" noProof="0" dirty="0"/>
            <a:t>Documentação do projeto.</a:t>
          </a:r>
        </a:p>
      </dgm:t>
    </dgm:pt>
    <dgm:pt modelId="{4D171E39-6A11-4CA7-9718-86A787F27B08}" type="parTrans" cxnId="{49DF13FB-2880-45F9-9F8B-562D1396FE56}">
      <dgm:prSet/>
      <dgm:spPr/>
      <dgm:t>
        <a:bodyPr/>
        <a:lstStyle/>
        <a:p>
          <a:endParaRPr lang="en-US"/>
        </a:p>
      </dgm:t>
    </dgm:pt>
    <dgm:pt modelId="{186F272D-4736-4622-B944-2DD2B21FE66D}" type="sibTrans" cxnId="{49DF13FB-2880-45F9-9F8B-562D1396FE56}">
      <dgm:prSet/>
      <dgm:spPr/>
      <dgm:t>
        <a:bodyPr/>
        <a:lstStyle/>
        <a:p>
          <a:endParaRPr lang="en-US"/>
        </a:p>
      </dgm:t>
    </dgm:pt>
    <dgm:pt modelId="{74545076-917F-489F-8665-444AE103857F}" type="pres">
      <dgm:prSet presAssocID="{AFF1100D-3678-4F4D-A6A1-6CAFA02612EF}" presName="Name0" presStyleCnt="0">
        <dgm:presLayoutVars>
          <dgm:dir/>
          <dgm:resizeHandles val="exact"/>
        </dgm:presLayoutVars>
      </dgm:prSet>
      <dgm:spPr/>
    </dgm:pt>
    <dgm:pt modelId="{6A1B54F2-FDF2-4630-9BBB-C508AE94DEBA}" type="pres">
      <dgm:prSet presAssocID="{388C80F8-2AFA-44C8-97B3-189937A893C8}" presName="compNode" presStyleCnt="0"/>
      <dgm:spPr/>
    </dgm:pt>
    <dgm:pt modelId="{0E926E61-5DAE-49BE-86E8-257CDD3B7950}" type="pres">
      <dgm:prSet presAssocID="{388C80F8-2AFA-44C8-97B3-189937A893C8}" presName="pictRect" presStyleLbl="revTx" presStyleIdx="0" presStyleCnt="4">
        <dgm:presLayoutVars>
          <dgm:chMax val="0"/>
          <dgm:bulletEnabled/>
        </dgm:presLayoutVars>
      </dgm:prSet>
      <dgm:spPr/>
    </dgm:pt>
    <dgm:pt modelId="{B0D85C79-9C70-4F76-9150-76DAC43E6EEE}" type="pres">
      <dgm:prSet presAssocID="{388C80F8-2AFA-44C8-97B3-189937A893C8}" presName="textRect" presStyleLbl="revTx" presStyleIdx="1" presStyleCnt="4">
        <dgm:presLayoutVars>
          <dgm:bulletEnabled/>
        </dgm:presLayoutVars>
      </dgm:prSet>
      <dgm:spPr/>
    </dgm:pt>
    <dgm:pt modelId="{3039762D-11BD-4B62-8EE1-5DD0B7DB0E48}" type="pres">
      <dgm:prSet presAssocID="{D39B9A9B-E2CA-41EE-A0DB-E0B4E79A66DE}" presName="sibTrans" presStyleLbl="sibTrans2D1" presStyleIdx="0" presStyleCnt="0"/>
      <dgm:spPr/>
    </dgm:pt>
    <dgm:pt modelId="{93A7045A-5496-46FD-BE8E-D78D04528B10}" type="pres">
      <dgm:prSet presAssocID="{25E3F899-76DC-48BB-9554-6ED0464F128A}" presName="compNode" presStyleCnt="0"/>
      <dgm:spPr/>
    </dgm:pt>
    <dgm:pt modelId="{5E228431-832C-42F0-87B7-6E235F55D971}" type="pres">
      <dgm:prSet presAssocID="{25E3F899-76DC-48BB-9554-6ED0464F128A}" presName="pictRect" presStyleLbl="revTx" presStyleIdx="2" presStyleCnt="4">
        <dgm:presLayoutVars>
          <dgm:chMax val="0"/>
          <dgm:bulletEnabled/>
        </dgm:presLayoutVars>
      </dgm:prSet>
      <dgm:spPr/>
    </dgm:pt>
    <dgm:pt modelId="{D1E43E41-7814-42AD-B6A1-0A95DD2F3590}" type="pres">
      <dgm:prSet presAssocID="{25E3F899-76DC-48BB-9554-6ED0464F128A}" presName="textRect" presStyleLbl="revTx" presStyleIdx="3" presStyleCnt="4">
        <dgm:presLayoutVars>
          <dgm:bulletEnabled/>
        </dgm:presLayoutVars>
      </dgm:prSet>
      <dgm:spPr/>
    </dgm:pt>
  </dgm:ptLst>
  <dgm:cxnLst>
    <dgm:cxn modelId="{C2ACAB16-952F-4522-832E-C6B64D1EF02F}" type="presOf" srcId="{AFF1100D-3678-4F4D-A6A1-6CAFA02612EF}" destId="{74545076-917F-489F-8665-444AE103857F}" srcOrd="0" destOrd="0" presId="urn:microsoft.com/office/officeart/2024/3/layout/hArchList1"/>
    <dgm:cxn modelId="{1450FF16-5095-40A7-B637-F9D9C2E4B4A1}" type="presOf" srcId="{87782AC6-173C-4535-9D2D-488474223796}" destId="{B0D85C79-9C70-4F76-9150-76DAC43E6EEE}" srcOrd="0" destOrd="0" presId="urn:microsoft.com/office/officeart/2024/3/layout/hArchList1"/>
    <dgm:cxn modelId="{31C7B94D-160B-49C3-9745-F608EC6FA805}" type="presOf" srcId="{7B996AE9-3626-4165-A9C8-39533538DA7F}" destId="{D1E43E41-7814-42AD-B6A1-0A95DD2F3590}" srcOrd="0" destOrd="0" presId="urn:microsoft.com/office/officeart/2024/3/layout/hArchList1"/>
    <dgm:cxn modelId="{51B89D5B-163B-4806-931A-E3688449748D}" srcId="{AFF1100D-3678-4F4D-A6A1-6CAFA02612EF}" destId="{25E3F899-76DC-48BB-9554-6ED0464F128A}" srcOrd="1" destOrd="0" parTransId="{221B2DFB-4E4B-4770-A61E-8C4C47E61595}" sibTransId="{8BDB890B-89FD-4C67-B924-C7D1E9B841A8}"/>
    <dgm:cxn modelId="{E1E40491-DD04-4FB8-B153-D9D7A52CA8C4}" type="presOf" srcId="{25E3F899-76DC-48BB-9554-6ED0464F128A}" destId="{5E228431-832C-42F0-87B7-6E235F55D971}" srcOrd="0" destOrd="0" presId="urn:microsoft.com/office/officeart/2024/3/layout/hArchList1"/>
    <dgm:cxn modelId="{90FA8D95-6D4F-469A-9B0E-D64C0EE6B152}" srcId="{388C80F8-2AFA-44C8-97B3-189937A893C8}" destId="{87782AC6-173C-4535-9D2D-488474223796}" srcOrd="0" destOrd="0" parTransId="{9A5C55EA-27C8-4848-BAB8-77592A36D044}" sibTransId="{DE93B9C6-5C09-4EDF-8C7F-B7476B593940}"/>
    <dgm:cxn modelId="{3AB2F695-4C17-4CFD-9866-578C1D216743}" type="presOf" srcId="{388C80F8-2AFA-44C8-97B3-189937A893C8}" destId="{0E926E61-5DAE-49BE-86E8-257CDD3B7950}" srcOrd="0" destOrd="0" presId="urn:microsoft.com/office/officeart/2024/3/layout/hArchList1"/>
    <dgm:cxn modelId="{07D9A7D9-7F63-4E86-9AE7-FA287CC4AE93}" type="presOf" srcId="{D39B9A9B-E2CA-41EE-A0DB-E0B4E79A66DE}" destId="{3039762D-11BD-4B62-8EE1-5DD0B7DB0E48}" srcOrd="0" destOrd="0" presId="urn:microsoft.com/office/officeart/2024/3/layout/hArchList1"/>
    <dgm:cxn modelId="{FAE0F6E4-9994-4A70-A7EA-3DDA12C49C9F}" srcId="{AFF1100D-3678-4F4D-A6A1-6CAFA02612EF}" destId="{388C80F8-2AFA-44C8-97B3-189937A893C8}" srcOrd="0" destOrd="0" parTransId="{CAA8D43D-3EFC-465E-85AE-3342D4A58363}" sibTransId="{D39B9A9B-E2CA-41EE-A0DB-E0B4E79A66DE}"/>
    <dgm:cxn modelId="{49DF13FB-2880-45F9-9F8B-562D1396FE56}" srcId="{25E3F899-76DC-48BB-9554-6ED0464F128A}" destId="{7B996AE9-3626-4165-A9C8-39533538DA7F}" srcOrd="0" destOrd="0" parTransId="{4D171E39-6A11-4CA7-9718-86A787F27B08}" sibTransId="{186F272D-4736-4622-B944-2DD2B21FE66D}"/>
    <dgm:cxn modelId="{AB277AFD-C41B-48A4-B54A-0020C34C6CDA}" type="presParOf" srcId="{74545076-917F-489F-8665-444AE103857F}" destId="{6A1B54F2-FDF2-4630-9BBB-C508AE94DEBA}" srcOrd="0" destOrd="0" presId="urn:microsoft.com/office/officeart/2024/3/layout/hArchList1"/>
    <dgm:cxn modelId="{BF43EF31-97B3-4BF7-8424-DE840EFD5E9A}" type="presParOf" srcId="{6A1B54F2-FDF2-4630-9BBB-C508AE94DEBA}" destId="{0E926E61-5DAE-49BE-86E8-257CDD3B7950}" srcOrd="0" destOrd="0" presId="urn:microsoft.com/office/officeart/2024/3/layout/hArchList1"/>
    <dgm:cxn modelId="{8238E3D4-B593-4FEE-BFA6-A2A904D965B0}" type="presParOf" srcId="{6A1B54F2-FDF2-4630-9BBB-C508AE94DEBA}" destId="{B0D85C79-9C70-4F76-9150-76DAC43E6EEE}" srcOrd="1" destOrd="0" presId="urn:microsoft.com/office/officeart/2024/3/layout/hArchList1"/>
    <dgm:cxn modelId="{9660F874-F002-45BC-8F67-B524D51928CC}" type="presParOf" srcId="{74545076-917F-489F-8665-444AE103857F}" destId="{3039762D-11BD-4B62-8EE1-5DD0B7DB0E48}" srcOrd="1" destOrd="0" presId="urn:microsoft.com/office/officeart/2024/3/layout/hArchList1"/>
    <dgm:cxn modelId="{B199FB0D-B161-4012-9825-961B89405F1B}" type="presParOf" srcId="{74545076-917F-489F-8665-444AE103857F}" destId="{93A7045A-5496-46FD-BE8E-D78D04528B10}" srcOrd="2" destOrd="0" presId="urn:microsoft.com/office/officeart/2024/3/layout/hArchList1"/>
    <dgm:cxn modelId="{7E823AD8-7BBA-48DD-B6F4-3B0B7D28CEB7}" type="presParOf" srcId="{93A7045A-5496-46FD-BE8E-D78D04528B10}" destId="{5E228431-832C-42F0-87B7-6E235F55D971}" srcOrd="0" destOrd="0" presId="urn:microsoft.com/office/officeart/2024/3/layout/hArchList1"/>
    <dgm:cxn modelId="{CFB13988-5159-4E7F-90EA-50384470524F}" type="presParOf" srcId="{93A7045A-5496-46FD-BE8E-D78D04528B10}" destId="{D1E43E41-7814-42AD-B6A1-0A95DD2F3590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F79E50-9F6E-4ECE-9294-D86240611FB8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6701B8-15A1-4293-B64E-8CF299DF8AC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 noProof="0" dirty="0"/>
            <a:t>Produtor</a:t>
          </a:r>
        </a:p>
      </dgm:t>
    </dgm:pt>
    <dgm:pt modelId="{A490B3BA-9950-4878-AB52-F9B331D4205E}" type="parTrans" cxnId="{A4D15302-309D-462B-BD00-E903A5460DF3}">
      <dgm:prSet/>
      <dgm:spPr/>
      <dgm:t>
        <a:bodyPr/>
        <a:lstStyle/>
        <a:p>
          <a:endParaRPr lang="en-US"/>
        </a:p>
      </dgm:t>
    </dgm:pt>
    <dgm:pt modelId="{4A71B810-DABD-4948-ADFA-3CB118C4A3A5}" type="sibTrans" cxnId="{A4D15302-309D-462B-BD00-E903A5460DF3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567447DA-FEDD-40ED-B8A1-FB072CF26DF0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pt-PT" noProof="0" dirty="0"/>
            <a:t>Responsável pela leitura dos ficheiros GPX e publicação de eventos em formato JSON em </a:t>
          </a:r>
          <a:r>
            <a:rPr lang="pt-PT" noProof="0" dirty="0" err="1"/>
            <a:t>exchanges</a:t>
          </a:r>
          <a:r>
            <a:rPr lang="pt-PT" noProof="0" dirty="0"/>
            <a:t> </a:t>
          </a:r>
          <a:r>
            <a:rPr lang="pt-PT" noProof="0" dirty="0" err="1"/>
            <a:t>RabbitMQ</a:t>
          </a:r>
          <a:r>
            <a:rPr lang="pt-PT" noProof="0" dirty="0"/>
            <a:t> do tipo </a:t>
          </a:r>
          <a:r>
            <a:rPr lang="pt-PT" noProof="0" dirty="0" err="1"/>
            <a:t>fanout</a:t>
          </a:r>
          <a:r>
            <a:rPr lang="pt-PT" noProof="0" dirty="0"/>
            <a:t>. Cada atleta corre num </a:t>
          </a:r>
          <a:r>
            <a:rPr lang="pt-PT" noProof="0" dirty="0" err="1"/>
            <a:t>thread</a:t>
          </a:r>
          <a:r>
            <a:rPr lang="pt-PT" noProof="0" dirty="0"/>
            <a:t> independente com variação de velocidade.</a:t>
          </a:r>
        </a:p>
      </dgm:t>
    </dgm:pt>
    <dgm:pt modelId="{31649A8E-8D1E-4EFD-8B4B-8101B4C97A84}" type="parTrans" cxnId="{558B15F6-77AC-40C9-9A0F-5E46498DF522}">
      <dgm:prSet/>
      <dgm:spPr/>
      <dgm:t>
        <a:bodyPr/>
        <a:lstStyle/>
        <a:p>
          <a:endParaRPr lang="en-US"/>
        </a:p>
      </dgm:t>
    </dgm:pt>
    <dgm:pt modelId="{AF39A2C5-17E2-4F9B-8FC2-173A74794882}" type="sibTrans" cxnId="{558B15F6-77AC-40C9-9A0F-5E46498DF522}">
      <dgm:prSet/>
      <dgm:spPr/>
      <dgm:t>
        <a:bodyPr/>
        <a:lstStyle/>
        <a:p>
          <a:endParaRPr lang="en-US"/>
        </a:p>
      </dgm:t>
    </dgm:pt>
    <dgm:pt modelId="{562C00DD-D72D-456E-AD92-A3F14807D8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 noProof="0" dirty="0"/>
            <a:t>Consumidor</a:t>
          </a:r>
        </a:p>
      </dgm:t>
    </dgm:pt>
    <dgm:pt modelId="{E216CAB2-7B94-40AD-84CA-5FABBBE159DC}" type="parTrans" cxnId="{1A6CFF37-9BBA-4805-A1F9-3F6EAF0BA961}">
      <dgm:prSet/>
      <dgm:spPr/>
      <dgm:t>
        <a:bodyPr/>
        <a:lstStyle/>
        <a:p>
          <a:endParaRPr lang="en-US"/>
        </a:p>
      </dgm:t>
    </dgm:pt>
    <dgm:pt modelId="{A1E12AC2-874C-4537-84C4-BF89770C73B5}" type="sibTrans" cxnId="{1A6CFF37-9BBA-4805-A1F9-3F6EAF0BA961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0D18463A-3E09-45F0-8398-8C81034A143A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pt-PT" noProof="0" dirty="0"/>
            <a:t>Implementado com </a:t>
          </a:r>
          <a:r>
            <a:rPr lang="pt-PT" noProof="0" dirty="0" err="1"/>
            <a:t>FastAPI</a:t>
          </a:r>
          <a:r>
            <a:rPr lang="pt-PT" noProof="0" dirty="0"/>
            <a:t> que consome de uma </a:t>
          </a:r>
          <a:r>
            <a:rPr lang="pt-PT" noProof="0" dirty="0" err="1"/>
            <a:t>queue</a:t>
          </a:r>
          <a:r>
            <a:rPr lang="pt-PT" noProof="0" dirty="0"/>
            <a:t> do </a:t>
          </a:r>
          <a:r>
            <a:rPr lang="pt-PT" noProof="0" dirty="0" err="1"/>
            <a:t>backend</a:t>
          </a:r>
          <a:r>
            <a:rPr lang="pt-PT" noProof="0" dirty="0"/>
            <a:t> e difunde eventos via </a:t>
          </a:r>
          <a:r>
            <a:rPr lang="pt-PT" noProof="0" dirty="0" err="1"/>
            <a:t>WebSocket</a:t>
          </a:r>
          <a:r>
            <a:rPr lang="pt-PT" noProof="0" dirty="0"/>
            <a:t> . Expõe métricas </a:t>
          </a:r>
          <a:r>
            <a:rPr lang="pt-PT" noProof="0" dirty="0" err="1"/>
            <a:t>Prometheus</a:t>
          </a:r>
          <a:r>
            <a:rPr lang="pt-PT" noProof="0" dirty="0"/>
            <a:t> contando mensagens, conexões e envios.</a:t>
          </a:r>
        </a:p>
      </dgm:t>
    </dgm:pt>
    <dgm:pt modelId="{C6868C07-BC2F-4735-AFBB-8877DBAB7A9A}" type="parTrans" cxnId="{A045D67E-B865-4900-871D-0456CF62E248}">
      <dgm:prSet/>
      <dgm:spPr/>
      <dgm:t>
        <a:bodyPr/>
        <a:lstStyle/>
        <a:p>
          <a:endParaRPr lang="en-US"/>
        </a:p>
      </dgm:t>
    </dgm:pt>
    <dgm:pt modelId="{B79CF618-2A81-48E9-809B-43A374A89844}" type="sibTrans" cxnId="{A045D67E-B865-4900-871D-0456CF62E248}">
      <dgm:prSet/>
      <dgm:spPr/>
      <dgm:t>
        <a:bodyPr/>
        <a:lstStyle/>
        <a:p>
          <a:endParaRPr lang="en-US"/>
        </a:p>
      </dgm:t>
    </dgm:pt>
    <dgm:pt modelId="{0E1B81E8-01FC-46BC-9339-121F3241CFA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 noProof="0" dirty="0" err="1"/>
            <a:t>Frontend</a:t>
          </a:r>
          <a:endParaRPr lang="pt-PT" noProof="0" dirty="0"/>
        </a:p>
      </dgm:t>
    </dgm:pt>
    <dgm:pt modelId="{C8F4656E-E247-402A-A1F5-95B0F60E90D8}" type="parTrans" cxnId="{4948FFCC-A634-415E-AA23-EA3216012780}">
      <dgm:prSet/>
      <dgm:spPr/>
      <dgm:t>
        <a:bodyPr/>
        <a:lstStyle/>
        <a:p>
          <a:endParaRPr lang="en-US"/>
        </a:p>
      </dgm:t>
    </dgm:pt>
    <dgm:pt modelId="{7A0E7B08-F796-4842-B377-4F35DA8C19A8}" type="sibTrans" cxnId="{4948FFCC-A634-415E-AA23-EA3216012780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AD652351-03D8-44DB-82F4-078F321D41DF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pt-PT" noProof="0" dirty="0"/>
            <a:t>Desenvolvido com HTML/JS com </a:t>
          </a:r>
          <a:r>
            <a:rPr lang="pt-PT" noProof="0" dirty="0" err="1"/>
            <a:t>Leaflet</a:t>
          </a:r>
          <a:r>
            <a:rPr lang="pt-PT" noProof="0" dirty="0"/>
            <a:t> que carrega ficheiros GPX locais, mantém múltiplas </a:t>
          </a:r>
          <a:r>
            <a:rPr lang="pt-PT" noProof="0" dirty="0" err="1"/>
            <a:t>WebSocket</a:t>
          </a:r>
          <a:r>
            <a:rPr lang="pt-PT" noProof="0" dirty="0"/>
            <a:t>, mostra marcadores e </a:t>
          </a:r>
          <a:r>
            <a:rPr lang="pt-PT" noProof="0" dirty="0" err="1"/>
            <a:t>leaderboard</a:t>
          </a:r>
          <a:r>
            <a:rPr lang="pt-PT" noProof="0" dirty="0"/>
            <a:t> em tempo real.</a:t>
          </a:r>
        </a:p>
      </dgm:t>
    </dgm:pt>
    <dgm:pt modelId="{0A91B4FD-4B5D-4E92-BB57-5D6556086864}" type="parTrans" cxnId="{2AC1E275-40D7-4AA0-A135-5CFBE96BD8A2}">
      <dgm:prSet/>
      <dgm:spPr/>
      <dgm:t>
        <a:bodyPr/>
        <a:lstStyle/>
        <a:p>
          <a:endParaRPr lang="en-US"/>
        </a:p>
      </dgm:t>
    </dgm:pt>
    <dgm:pt modelId="{53723AC7-6F89-4CAA-B534-3D9FE6FFCFCD}" type="sibTrans" cxnId="{2AC1E275-40D7-4AA0-A135-5CFBE96BD8A2}">
      <dgm:prSet/>
      <dgm:spPr/>
      <dgm:t>
        <a:bodyPr/>
        <a:lstStyle/>
        <a:p>
          <a:endParaRPr lang="en-US"/>
        </a:p>
      </dgm:t>
    </dgm:pt>
    <dgm:pt modelId="{39BC1C5E-AB5D-2047-A284-93D4E50E357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 noProof="0" dirty="0" err="1"/>
            <a:t>RabbitMQ</a:t>
          </a:r>
          <a:endParaRPr lang="pt-PT" noProof="0" dirty="0"/>
        </a:p>
      </dgm:t>
    </dgm:pt>
    <dgm:pt modelId="{391147D2-208A-1947-A609-F92DD2B5253F}" type="parTrans" cxnId="{40DAE614-D4E5-E841-887D-625F9512E983}">
      <dgm:prSet/>
      <dgm:spPr/>
      <dgm:t>
        <a:bodyPr/>
        <a:lstStyle/>
        <a:p>
          <a:endParaRPr lang="en-US"/>
        </a:p>
      </dgm:t>
    </dgm:pt>
    <dgm:pt modelId="{3DA2C1F2-BB11-F24E-8C45-07D7CF49629F}" type="sibTrans" cxnId="{40DAE614-D4E5-E841-887D-625F9512E983}">
      <dgm:prSet/>
      <dgm:spPr/>
      <dgm:t>
        <a:bodyPr/>
        <a:lstStyle/>
        <a:p>
          <a:endParaRPr lang="en-US"/>
        </a:p>
      </dgm:t>
    </dgm:pt>
    <dgm:pt modelId="{C1F71618-59E3-D445-976E-6A8AAEE69ABC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pt-PT" noProof="0" dirty="0"/>
            <a:t>Atua como broker de mensagens. O produtor declara </a:t>
          </a:r>
          <a:r>
            <a:rPr lang="pt-PT" noProof="0" dirty="0" err="1"/>
            <a:t>exchanges</a:t>
          </a:r>
          <a:r>
            <a:rPr lang="pt-PT" noProof="0" dirty="0"/>
            <a:t> </a:t>
          </a:r>
          <a:r>
            <a:rPr lang="pt-PT" noProof="0" dirty="0" err="1"/>
            <a:t>fanout</a:t>
          </a:r>
          <a:r>
            <a:rPr lang="pt-PT" noProof="0" dirty="0"/>
            <a:t> por corrida, o consumidor cria uma </a:t>
          </a:r>
          <a:r>
            <a:rPr lang="pt-PT" noProof="0" dirty="0" err="1"/>
            <a:t>queue</a:t>
          </a:r>
          <a:r>
            <a:rPr lang="pt-PT" noProof="0" dirty="0"/>
            <a:t> durável e faz </a:t>
          </a:r>
          <a:r>
            <a:rPr lang="pt-PT" noProof="0" dirty="0" err="1"/>
            <a:t>bind</a:t>
          </a:r>
          <a:r>
            <a:rPr lang="pt-PT" noProof="0" dirty="0"/>
            <a:t> automático a todas as </a:t>
          </a:r>
          <a:r>
            <a:rPr lang="pt-PT" noProof="0" dirty="0" err="1"/>
            <a:t>exchanges</a:t>
          </a:r>
          <a:r>
            <a:rPr lang="pt-PT" noProof="0" dirty="0"/>
            <a:t> de utilizador.</a:t>
          </a:r>
        </a:p>
      </dgm:t>
    </dgm:pt>
    <dgm:pt modelId="{AC82AC20-0EA9-3048-9773-0E88D92E9F2C}" type="parTrans" cxnId="{3C07EEF3-4B1A-2C4C-BE4C-3FB40BF21E8F}">
      <dgm:prSet/>
      <dgm:spPr/>
      <dgm:t>
        <a:bodyPr/>
        <a:lstStyle/>
        <a:p>
          <a:endParaRPr lang="en-US"/>
        </a:p>
      </dgm:t>
    </dgm:pt>
    <dgm:pt modelId="{94236DAB-875E-0342-9472-969EA6054DDC}" type="sibTrans" cxnId="{3C07EEF3-4B1A-2C4C-BE4C-3FB40BF21E8F}">
      <dgm:prSet/>
      <dgm:spPr/>
      <dgm:t>
        <a:bodyPr/>
        <a:lstStyle/>
        <a:p>
          <a:endParaRPr lang="en-US"/>
        </a:p>
      </dgm:t>
    </dgm:pt>
    <dgm:pt modelId="{49EA95D9-46C8-45D3-9CEE-1C0CCEEEEFB4}" type="pres">
      <dgm:prSet presAssocID="{4CF79E50-9F6E-4ECE-9294-D86240611FB8}" presName="Name0" presStyleCnt="0">
        <dgm:presLayoutVars>
          <dgm:dir/>
          <dgm:resizeHandles val="exact"/>
        </dgm:presLayoutVars>
      </dgm:prSet>
      <dgm:spPr/>
    </dgm:pt>
    <dgm:pt modelId="{24CA5C75-7942-423B-8317-DE1A1FB48CF9}" type="pres">
      <dgm:prSet presAssocID="{C96701B8-15A1-4293-B64E-8CF299DF8AC4}" presName="compNode" presStyleCnt="0"/>
      <dgm:spPr/>
    </dgm:pt>
    <dgm:pt modelId="{2C1D5BB9-D158-41D6-A886-CEEAF5D4217B}" type="pres">
      <dgm:prSet presAssocID="{C96701B8-15A1-4293-B64E-8CF299DF8AC4}" presName="pictRect" presStyleLbl="revTx" presStyleIdx="0" presStyleCnt="8">
        <dgm:presLayoutVars>
          <dgm:chMax val="0"/>
          <dgm:bulletEnabled/>
        </dgm:presLayoutVars>
      </dgm:prSet>
      <dgm:spPr/>
    </dgm:pt>
    <dgm:pt modelId="{F4B434B4-A24E-4243-9A2A-685A250A5AEC}" type="pres">
      <dgm:prSet presAssocID="{C96701B8-15A1-4293-B64E-8CF299DF8AC4}" presName="textRect" presStyleLbl="revTx" presStyleIdx="1" presStyleCnt="8">
        <dgm:presLayoutVars>
          <dgm:bulletEnabled/>
        </dgm:presLayoutVars>
      </dgm:prSet>
      <dgm:spPr/>
    </dgm:pt>
    <dgm:pt modelId="{C69A7DEF-ED98-438E-A9D3-2A8E4CE5DB6A}" type="pres">
      <dgm:prSet presAssocID="{4A71B810-DABD-4948-ADFA-3CB118C4A3A5}" presName="sibTrans" presStyleLbl="sibTrans2D1" presStyleIdx="0" presStyleCnt="0"/>
      <dgm:spPr/>
    </dgm:pt>
    <dgm:pt modelId="{442C1489-6919-49A3-A8A1-428FAB184D0F}" type="pres">
      <dgm:prSet presAssocID="{562C00DD-D72D-456E-AD92-A3F14807D801}" presName="compNode" presStyleCnt="0"/>
      <dgm:spPr/>
    </dgm:pt>
    <dgm:pt modelId="{48533E56-D0D5-4196-96FD-BC48DFA93FF1}" type="pres">
      <dgm:prSet presAssocID="{562C00DD-D72D-456E-AD92-A3F14807D801}" presName="pictRect" presStyleLbl="revTx" presStyleIdx="2" presStyleCnt="8">
        <dgm:presLayoutVars>
          <dgm:chMax val="0"/>
          <dgm:bulletEnabled/>
        </dgm:presLayoutVars>
      </dgm:prSet>
      <dgm:spPr/>
    </dgm:pt>
    <dgm:pt modelId="{84156222-9B7B-4021-A225-EAA72CC6FCCA}" type="pres">
      <dgm:prSet presAssocID="{562C00DD-D72D-456E-AD92-A3F14807D801}" presName="textRect" presStyleLbl="revTx" presStyleIdx="3" presStyleCnt="8">
        <dgm:presLayoutVars>
          <dgm:bulletEnabled/>
        </dgm:presLayoutVars>
      </dgm:prSet>
      <dgm:spPr/>
    </dgm:pt>
    <dgm:pt modelId="{56C30140-370D-4F78-A599-68A6EC1755AB}" type="pres">
      <dgm:prSet presAssocID="{A1E12AC2-874C-4537-84C4-BF89770C73B5}" presName="sibTrans" presStyleLbl="sibTrans2D1" presStyleIdx="0" presStyleCnt="0"/>
      <dgm:spPr/>
    </dgm:pt>
    <dgm:pt modelId="{D30A5879-EAE8-4FC0-B778-3A12055DF0F7}" type="pres">
      <dgm:prSet presAssocID="{0E1B81E8-01FC-46BC-9339-121F3241CFA4}" presName="compNode" presStyleCnt="0"/>
      <dgm:spPr/>
    </dgm:pt>
    <dgm:pt modelId="{953CD609-D06F-4C32-A9F3-9FB2E040CB39}" type="pres">
      <dgm:prSet presAssocID="{0E1B81E8-01FC-46BC-9339-121F3241CFA4}" presName="pictRect" presStyleLbl="revTx" presStyleIdx="4" presStyleCnt="8">
        <dgm:presLayoutVars>
          <dgm:chMax val="0"/>
          <dgm:bulletEnabled/>
        </dgm:presLayoutVars>
      </dgm:prSet>
      <dgm:spPr/>
    </dgm:pt>
    <dgm:pt modelId="{425937C8-C955-4843-B241-ECBAEC615C6F}" type="pres">
      <dgm:prSet presAssocID="{0E1B81E8-01FC-46BC-9339-121F3241CFA4}" presName="textRect" presStyleLbl="revTx" presStyleIdx="5" presStyleCnt="8">
        <dgm:presLayoutVars>
          <dgm:bulletEnabled/>
        </dgm:presLayoutVars>
      </dgm:prSet>
      <dgm:spPr/>
    </dgm:pt>
    <dgm:pt modelId="{5566B13E-FD7C-5241-B6B2-E33139C3B754}" type="pres">
      <dgm:prSet presAssocID="{7A0E7B08-F796-4842-B377-4F35DA8C19A8}" presName="sibTrans" presStyleLbl="sibTrans2D1" presStyleIdx="0" presStyleCnt="0"/>
      <dgm:spPr/>
    </dgm:pt>
    <dgm:pt modelId="{967E7391-C3E6-4B4C-9ACC-2C28E935AAC4}" type="pres">
      <dgm:prSet presAssocID="{39BC1C5E-AB5D-2047-A284-93D4E50E3572}" presName="compNode" presStyleCnt="0"/>
      <dgm:spPr/>
    </dgm:pt>
    <dgm:pt modelId="{B8A0172C-4221-4449-9139-9B1D7023E7F7}" type="pres">
      <dgm:prSet presAssocID="{39BC1C5E-AB5D-2047-A284-93D4E50E3572}" presName="pictRect" presStyleLbl="revTx" presStyleIdx="6" presStyleCnt="8">
        <dgm:presLayoutVars>
          <dgm:chMax val="0"/>
          <dgm:bulletEnabled/>
        </dgm:presLayoutVars>
      </dgm:prSet>
      <dgm:spPr/>
    </dgm:pt>
    <dgm:pt modelId="{A5E42196-92D4-B443-B20F-FB52B377EEF3}" type="pres">
      <dgm:prSet presAssocID="{39BC1C5E-AB5D-2047-A284-93D4E50E3572}" presName="textRect" presStyleLbl="revTx" presStyleIdx="7" presStyleCnt="8">
        <dgm:presLayoutVars>
          <dgm:bulletEnabled/>
        </dgm:presLayoutVars>
      </dgm:prSet>
      <dgm:spPr/>
    </dgm:pt>
  </dgm:ptLst>
  <dgm:cxnLst>
    <dgm:cxn modelId="{A4D15302-309D-462B-BD00-E903A5460DF3}" srcId="{4CF79E50-9F6E-4ECE-9294-D86240611FB8}" destId="{C96701B8-15A1-4293-B64E-8CF299DF8AC4}" srcOrd="0" destOrd="0" parTransId="{A490B3BA-9950-4878-AB52-F9B331D4205E}" sibTransId="{4A71B810-DABD-4948-ADFA-3CB118C4A3A5}"/>
    <dgm:cxn modelId="{40DAE614-D4E5-E841-887D-625F9512E983}" srcId="{4CF79E50-9F6E-4ECE-9294-D86240611FB8}" destId="{39BC1C5E-AB5D-2047-A284-93D4E50E3572}" srcOrd="3" destOrd="0" parTransId="{391147D2-208A-1947-A609-F92DD2B5253F}" sibTransId="{3DA2C1F2-BB11-F24E-8C45-07D7CF49629F}"/>
    <dgm:cxn modelId="{96E61119-09D1-FA45-B17B-6E135EA0F93A}" type="presOf" srcId="{39BC1C5E-AB5D-2047-A284-93D4E50E3572}" destId="{B8A0172C-4221-4449-9139-9B1D7023E7F7}" srcOrd="0" destOrd="0" presId="urn:microsoft.com/office/officeart/2024/3/layout/hArchList1"/>
    <dgm:cxn modelId="{5C6C862F-7F0D-473C-864D-FE4BCDBEE28C}" type="presOf" srcId="{AD652351-03D8-44DB-82F4-078F321D41DF}" destId="{425937C8-C955-4843-B241-ECBAEC615C6F}" srcOrd="0" destOrd="0" presId="urn:microsoft.com/office/officeart/2024/3/layout/hArchList1"/>
    <dgm:cxn modelId="{D18E4A35-ACD0-4B51-8A59-A993599ACA57}" type="presOf" srcId="{A1E12AC2-874C-4537-84C4-BF89770C73B5}" destId="{56C30140-370D-4F78-A599-68A6EC1755AB}" srcOrd="0" destOrd="0" presId="urn:microsoft.com/office/officeart/2024/3/layout/hArchList1"/>
    <dgm:cxn modelId="{1A6CFF37-9BBA-4805-A1F9-3F6EAF0BA961}" srcId="{4CF79E50-9F6E-4ECE-9294-D86240611FB8}" destId="{562C00DD-D72D-456E-AD92-A3F14807D801}" srcOrd="1" destOrd="0" parTransId="{E216CAB2-7B94-40AD-84CA-5FABBBE159DC}" sibTransId="{A1E12AC2-874C-4537-84C4-BF89770C73B5}"/>
    <dgm:cxn modelId="{7A99EB4B-F756-4D1E-96DE-3F6686B08B51}" type="presOf" srcId="{4CF79E50-9F6E-4ECE-9294-D86240611FB8}" destId="{49EA95D9-46C8-45D3-9CEE-1C0CCEEEEFB4}" srcOrd="0" destOrd="0" presId="urn:microsoft.com/office/officeart/2024/3/layout/hArchList1"/>
    <dgm:cxn modelId="{351F0D53-7FFA-4B63-BC61-B86E3ACB10AA}" type="presOf" srcId="{0D18463A-3E09-45F0-8398-8C81034A143A}" destId="{84156222-9B7B-4021-A225-EAA72CC6FCCA}" srcOrd="0" destOrd="0" presId="urn:microsoft.com/office/officeart/2024/3/layout/hArchList1"/>
    <dgm:cxn modelId="{EE691F59-77C8-4B15-AE47-FA151E510D35}" type="presOf" srcId="{0E1B81E8-01FC-46BC-9339-121F3241CFA4}" destId="{953CD609-D06F-4C32-A9F3-9FB2E040CB39}" srcOrd="0" destOrd="0" presId="urn:microsoft.com/office/officeart/2024/3/layout/hArchList1"/>
    <dgm:cxn modelId="{2AC1E275-40D7-4AA0-A135-5CFBE96BD8A2}" srcId="{0E1B81E8-01FC-46BC-9339-121F3241CFA4}" destId="{AD652351-03D8-44DB-82F4-078F321D41DF}" srcOrd="0" destOrd="0" parTransId="{0A91B4FD-4B5D-4E92-BB57-5D6556086864}" sibTransId="{53723AC7-6F89-4CAA-B534-3D9FE6FFCFCD}"/>
    <dgm:cxn modelId="{09791876-ADF8-C743-B260-747EDEBB16AE}" type="presOf" srcId="{7A0E7B08-F796-4842-B377-4F35DA8C19A8}" destId="{5566B13E-FD7C-5241-B6B2-E33139C3B754}" srcOrd="0" destOrd="0" presId="urn:microsoft.com/office/officeart/2024/3/layout/hArchList1"/>
    <dgm:cxn modelId="{A045D67E-B865-4900-871D-0456CF62E248}" srcId="{562C00DD-D72D-456E-AD92-A3F14807D801}" destId="{0D18463A-3E09-45F0-8398-8C81034A143A}" srcOrd="0" destOrd="0" parTransId="{C6868C07-BC2F-4735-AFBB-8877DBAB7A9A}" sibTransId="{B79CF618-2A81-48E9-809B-43A374A89844}"/>
    <dgm:cxn modelId="{1FA33688-C38D-4ADF-94FE-7C6AED2B569A}" type="presOf" srcId="{4A71B810-DABD-4948-ADFA-3CB118C4A3A5}" destId="{C69A7DEF-ED98-438E-A9D3-2A8E4CE5DB6A}" srcOrd="0" destOrd="0" presId="urn:microsoft.com/office/officeart/2024/3/layout/hArchList1"/>
    <dgm:cxn modelId="{5DA1D992-FF6B-4B2E-B9FB-586D55A844A7}" type="presOf" srcId="{C96701B8-15A1-4293-B64E-8CF299DF8AC4}" destId="{2C1D5BB9-D158-41D6-A886-CEEAF5D4217B}" srcOrd="0" destOrd="0" presId="urn:microsoft.com/office/officeart/2024/3/layout/hArchList1"/>
    <dgm:cxn modelId="{3CA8C8A0-EE17-49AB-903A-9E4E55CA76AA}" type="presOf" srcId="{567447DA-FEDD-40ED-B8A1-FB072CF26DF0}" destId="{F4B434B4-A24E-4243-9A2A-685A250A5AEC}" srcOrd="0" destOrd="0" presId="urn:microsoft.com/office/officeart/2024/3/layout/hArchList1"/>
    <dgm:cxn modelId="{B0EB7DBD-29EF-40C5-8D93-1C0B79193F8F}" type="presOf" srcId="{562C00DD-D72D-456E-AD92-A3F14807D801}" destId="{48533E56-D0D5-4196-96FD-BC48DFA93FF1}" srcOrd="0" destOrd="0" presId="urn:microsoft.com/office/officeart/2024/3/layout/hArchList1"/>
    <dgm:cxn modelId="{4948FFCC-A634-415E-AA23-EA3216012780}" srcId="{4CF79E50-9F6E-4ECE-9294-D86240611FB8}" destId="{0E1B81E8-01FC-46BC-9339-121F3241CFA4}" srcOrd="2" destOrd="0" parTransId="{C8F4656E-E247-402A-A1F5-95B0F60E90D8}" sibTransId="{7A0E7B08-F796-4842-B377-4F35DA8C19A8}"/>
    <dgm:cxn modelId="{48BD31F3-E44A-2A48-A225-19809D97338A}" type="presOf" srcId="{C1F71618-59E3-D445-976E-6A8AAEE69ABC}" destId="{A5E42196-92D4-B443-B20F-FB52B377EEF3}" srcOrd="0" destOrd="0" presId="urn:microsoft.com/office/officeart/2024/3/layout/hArchList1"/>
    <dgm:cxn modelId="{3C07EEF3-4B1A-2C4C-BE4C-3FB40BF21E8F}" srcId="{39BC1C5E-AB5D-2047-A284-93D4E50E3572}" destId="{C1F71618-59E3-D445-976E-6A8AAEE69ABC}" srcOrd="0" destOrd="0" parTransId="{AC82AC20-0EA9-3048-9773-0E88D92E9F2C}" sibTransId="{94236DAB-875E-0342-9472-969EA6054DDC}"/>
    <dgm:cxn modelId="{558B15F6-77AC-40C9-9A0F-5E46498DF522}" srcId="{C96701B8-15A1-4293-B64E-8CF299DF8AC4}" destId="{567447DA-FEDD-40ED-B8A1-FB072CF26DF0}" srcOrd="0" destOrd="0" parTransId="{31649A8E-8D1E-4EFD-8B4B-8101B4C97A84}" sibTransId="{AF39A2C5-17E2-4F9B-8FC2-173A74794882}"/>
    <dgm:cxn modelId="{B022B52D-DC2C-4A91-ABFF-ADD5B807E910}" type="presParOf" srcId="{49EA95D9-46C8-45D3-9CEE-1C0CCEEEEFB4}" destId="{24CA5C75-7942-423B-8317-DE1A1FB48CF9}" srcOrd="0" destOrd="0" presId="urn:microsoft.com/office/officeart/2024/3/layout/hArchList1"/>
    <dgm:cxn modelId="{F0AC035E-046A-4787-9606-ACD88B1705F5}" type="presParOf" srcId="{24CA5C75-7942-423B-8317-DE1A1FB48CF9}" destId="{2C1D5BB9-D158-41D6-A886-CEEAF5D4217B}" srcOrd="0" destOrd="0" presId="urn:microsoft.com/office/officeart/2024/3/layout/hArchList1"/>
    <dgm:cxn modelId="{D3B9E356-8C16-4F22-B105-D1C0E7AB493A}" type="presParOf" srcId="{24CA5C75-7942-423B-8317-DE1A1FB48CF9}" destId="{F4B434B4-A24E-4243-9A2A-685A250A5AEC}" srcOrd="1" destOrd="0" presId="urn:microsoft.com/office/officeart/2024/3/layout/hArchList1"/>
    <dgm:cxn modelId="{C2767F0D-6988-48CD-8E37-5ADDDDC91203}" type="presParOf" srcId="{49EA95D9-46C8-45D3-9CEE-1C0CCEEEEFB4}" destId="{C69A7DEF-ED98-438E-A9D3-2A8E4CE5DB6A}" srcOrd="1" destOrd="0" presId="urn:microsoft.com/office/officeart/2024/3/layout/hArchList1"/>
    <dgm:cxn modelId="{C972276C-1F87-48AA-848A-4CBFB6B98ACB}" type="presParOf" srcId="{49EA95D9-46C8-45D3-9CEE-1C0CCEEEEFB4}" destId="{442C1489-6919-49A3-A8A1-428FAB184D0F}" srcOrd="2" destOrd="0" presId="urn:microsoft.com/office/officeart/2024/3/layout/hArchList1"/>
    <dgm:cxn modelId="{81AA37DD-9EEA-4716-862C-E20AF7BA071D}" type="presParOf" srcId="{442C1489-6919-49A3-A8A1-428FAB184D0F}" destId="{48533E56-D0D5-4196-96FD-BC48DFA93FF1}" srcOrd="0" destOrd="0" presId="urn:microsoft.com/office/officeart/2024/3/layout/hArchList1"/>
    <dgm:cxn modelId="{A7571BE8-4F04-4CE3-A74F-450D314D122D}" type="presParOf" srcId="{442C1489-6919-49A3-A8A1-428FAB184D0F}" destId="{84156222-9B7B-4021-A225-EAA72CC6FCCA}" srcOrd="1" destOrd="0" presId="urn:microsoft.com/office/officeart/2024/3/layout/hArchList1"/>
    <dgm:cxn modelId="{F9D7044F-E793-4B69-A13E-73AA51892B1E}" type="presParOf" srcId="{49EA95D9-46C8-45D3-9CEE-1C0CCEEEEFB4}" destId="{56C30140-370D-4F78-A599-68A6EC1755AB}" srcOrd="3" destOrd="0" presId="urn:microsoft.com/office/officeart/2024/3/layout/hArchList1"/>
    <dgm:cxn modelId="{005A086C-9B91-41D8-80DF-6E3956A78535}" type="presParOf" srcId="{49EA95D9-46C8-45D3-9CEE-1C0CCEEEEFB4}" destId="{D30A5879-EAE8-4FC0-B778-3A12055DF0F7}" srcOrd="4" destOrd="0" presId="urn:microsoft.com/office/officeart/2024/3/layout/hArchList1"/>
    <dgm:cxn modelId="{505120D4-4AA7-415E-8E47-3C076329BD36}" type="presParOf" srcId="{D30A5879-EAE8-4FC0-B778-3A12055DF0F7}" destId="{953CD609-D06F-4C32-A9F3-9FB2E040CB39}" srcOrd="0" destOrd="0" presId="urn:microsoft.com/office/officeart/2024/3/layout/hArchList1"/>
    <dgm:cxn modelId="{223C10FD-17F6-42DD-805B-2B83708640B5}" type="presParOf" srcId="{D30A5879-EAE8-4FC0-B778-3A12055DF0F7}" destId="{425937C8-C955-4843-B241-ECBAEC615C6F}" srcOrd="1" destOrd="0" presId="urn:microsoft.com/office/officeart/2024/3/layout/hArchList1"/>
    <dgm:cxn modelId="{462799A0-C559-F446-A9CF-0F279DBDC52E}" type="presParOf" srcId="{49EA95D9-46C8-45D3-9CEE-1C0CCEEEEFB4}" destId="{5566B13E-FD7C-5241-B6B2-E33139C3B754}" srcOrd="5" destOrd="0" presId="urn:microsoft.com/office/officeart/2024/3/layout/hArchList1"/>
    <dgm:cxn modelId="{AC3087E6-80E8-6D44-BEED-B71A5E1124DF}" type="presParOf" srcId="{49EA95D9-46C8-45D3-9CEE-1C0CCEEEEFB4}" destId="{967E7391-C3E6-4B4C-9ACC-2C28E935AAC4}" srcOrd="6" destOrd="0" presId="urn:microsoft.com/office/officeart/2024/3/layout/hArchList1"/>
    <dgm:cxn modelId="{F64EFFCC-4AE1-0C42-94B1-B4183278173A}" type="presParOf" srcId="{967E7391-C3E6-4B4C-9ACC-2C28E935AAC4}" destId="{B8A0172C-4221-4449-9139-9B1D7023E7F7}" srcOrd="0" destOrd="0" presId="urn:microsoft.com/office/officeart/2024/3/layout/hArchList1"/>
    <dgm:cxn modelId="{6D5F7C05-4739-6945-BA17-B367566EEA05}" type="presParOf" srcId="{967E7391-C3E6-4B4C-9ACC-2C28E935AAC4}" destId="{A5E42196-92D4-B443-B20F-FB52B377EEF3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EE95D4-73E1-4EA7-84C5-81FEDBA8BC23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E851EF-63F7-4C45-9BD5-600849473F4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 noProof="0" dirty="0"/>
            <a:t>Produtor</a:t>
          </a:r>
        </a:p>
      </dgm:t>
    </dgm:pt>
    <dgm:pt modelId="{C6791033-CC13-4142-BA12-A833300ED41A}" type="parTrans" cxnId="{6F4E9641-4E46-47B7-8B0F-C04854DF55E1}">
      <dgm:prSet/>
      <dgm:spPr/>
      <dgm:t>
        <a:bodyPr/>
        <a:lstStyle/>
        <a:p>
          <a:endParaRPr lang="en-US"/>
        </a:p>
      </dgm:t>
    </dgm:pt>
    <dgm:pt modelId="{4930712E-D182-47E1-8644-25EE75C193B0}" type="sibTrans" cxnId="{6F4E9641-4E46-47B7-8B0F-C04854DF55E1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8628FD42-E7EB-498C-830B-E3D473608E2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noProof="0" dirty="0"/>
            <a:t>Python 3.9+</a:t>
          </a:r>
        </a:p>
      </dgm:t>
    </dgm:pt>
    <dgm:pt modelId="{16C30956-07BB-4F07-9818-9A4B798C7AEC}" type="parTrans" cxnId="{89D0FDEE-D560-46A5-800B-C4F6D1CF4F5F}">
      <dgm:prSet/>
      <dgm:spPr/>
      <dgm:t>
        <a:bodyPr/>
        <a:lstStyle/>
        <a:p>
          <a:endParaRPr lang="en-US"/>
        </a:p>
      </dgm:t>
    </dgm:pt>
    <dgm:pt modelId="{862A31ED-EB12-4832-97CA-21A4B40ECB21}" type="sibTrans" cxnId="{89D0FDEE-D560-46A5-800B-C4F6D1CF4F5F}">
      <dgm:prSet/>
      <dgm:spPr/>
      <dgm:t>
        <a:bodyPr/>
        <a:lstStyle/>
        <a:p>
          <a:endParaRPr lang="en-US"/>
        </a:p>
      </dgm:t>
    </dgm:pt>
    <dgm:pt modelId="{E56CC084-530E-44A5-B41D-8BDF5CF13F1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 noProof="0" dirty="0"/>
            <a:t>Consumidor</a:t>
          </a:r>
        </a:p>
      </dgm:t>
    </dgm:pt>
    <dgm:pt modelId="{6490F1C7-966F-4778-AA16-CB97F2F0CAB2}" type="parTrans" cxnId="{52D4CC2A-18F2-4A1A-9537-661B520A280E}">
      <dgm:prSet/>
      <dgm:spPr/>
      <dgm:t>
        <a:bodyPr/>
        <a:lstStyle/>
        <a:p>
          <a:endParaRPr lang="en-US"/>
        </a:p>
      </dgm:t>
    </dgm:pt>
    <dgm:pt modelId="{C21C7A74-62EF-4E29-8DC8-AADDE1D4A462}" type="sibTrans" cxnId="{52D4CC2A-18F2-4A1A-9537-661B520A280E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50834177-69D7-4D24-A90F-1AE0CF60443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noProof="0" dirty="0"/>
            <a:t>Python 3.9+</a:t>
          </a:r>
          <a:endParaRPr lang="pt-PT" sz="1400" noProof="0" dirty="0"/>
        </a:p>
      </dgm:t>
    </dgm:pt>
    <dgm:pt modelId="{4F1595EB-1803-46EB-A923-BAAE498B4A82}" type="parTrans" cxnId="{7BDF9E0A-2780-4FF6-9593-B1C2A28CBEFE}">
      <dgm:prSet/>
      <dgm:spPr/>
      <dgm:t>
        <a:bodyPr/>
        <a:lstStyle/>
        <a:p>
          <a:endParaRPr lang="en-US"/>
        </a:p>
      </dgm:t>
    </dgm:pt>
    <dgm:pt modelId="{C48DB958-A9BA-4D2F-A5E5-B5E86AA1DE2C}" type="sibTrans" cxnId="{7BDF9E0A-2780-4FF6-9593-B1C2A28CBEFE}">
      <dgm:prSet/>
      <dgm:spPr/>
      <dgm:t>
        <a:bodyPr/>
        <a:lstStyle/>
        <a:p>
          <a:endParaRPr lang="en-US"/>
        </a:p>
      </dgm:t>
    </dgm:pt>
    <dgm:pt modelId="{6CCEB5B7-D800-4174-BA4F-4AA76AB07A2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 noProof="0" dirty="0" err="1"/>
            <a:t>Frontend</a:t>
          </a:r>
          <a:endParaRPr lang="pt-PT" noProof="0" dirty="0"/>
        </a:p>
      </dgm:t>
    </dgm:pt>
    <dgm:pt modelId="{38E8F98C-215E-480F-ABC1-09477FCCFB88}" type="parTrans" cxnId="{4E33A26E-B155-43B1-A90F-10395C99BDEC}">
      <dgm:prSet/>
      <dgm:spPr/>
      <dgm:t>
        <a:bodyPr/>
        <a:lstStyle/>
        <a:p>
          <a:endParaRPr lang="en-US"/>
        </a:p>
      </dgm:t>
    </dgm:pt>
    <dgm:pt modelId="{FA517E4E-14F0-49F7-8040-3878D6E6F5E7}" type="sibTrans" cxnId="{4E33A26E-B155-43B1-A90F-10395C99BDEC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7C30BF46-7FEC-4F09-BBF8-91D8F4B094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1400" noProof="0" dirty="0"/>
            <a:t>HTML5, CSS3, JavaScript (vanilla)</a:t>
          </a:r>
          <a:endParaRPr lang="pt-PT" sz="1400" noProof="0" dirty="0"/>
        </a:p>
      </dgm:t>
    </dgm:pt>
    <dgm:pt modelId="{011C933A-284C-4631-9C78-E08F9C7304D5}" type="parTrans" cxnId="{F9C8CB35-2CB9-4B1C-B1D2-4BACA113EB77}">
      <dgm:prSet/>
      <dgm:spPr/>
      <dgm:t>
        <a:bodyPr/>
        <a:lstStyle/>
        <a:p>
          <a:endParaRPr lang="en-US"/>
        </a:p>
      </dgm:t>
    </dgm:pt>
    <dgm:pt modelId="{007C0B55-1FBF-49DC-849A-6C5E9773F46D}" type="sibTrans" cxnId="{F9C8CB35-2CB9-4B1C-B1D2-4BACA113EB77}">
      <dgm:prSet/>
      <dgm:spPr/>
      <dgm:t>
        <a:bodyPr/>
        <a:lstStyle/>
        <a:p>
          <a:endParaRPr lang="en-US"/>
        </a:p>
      </dgm:t>
    </dgm:pt>
    <dgm:pt modelId="{A6D1E1F0-0ED5-4142-BEF8-CF1552163E3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noProof="0" dirty="0"/>
            <a:t>Framework: FastAPI (async + </a:t>
          </a:r>
          <a:r>
            <a:rPr lang="en-US" sz="1400" noProof="0" dirty="0" err="1"/>
            <a:t>WebSockets</a:t>
          </a:r>
          <a:r>
            <a:rPr lang="en-US" sz="1400" noProof="0" dirty="0"/>
            <a:t>)</a:t>
          </a:r>
        </a:p>
      </dgm:t>
    </dgm:pt>
    <dgm:pt modelId="{5D150D2E-2AC4-A945-B9F6-1B2E24967CA3}" type="parTrans" cxnId="{D393BD6F-C4E7-4341-A090-39A182C394F6}">
      <dgm:prSet/>
      <dgm:spPr/>
      <dgm:t>
        <a:bodyPr/>
        <a:lstStyle/>
        <a:p>
          <a:endParaRPr lang="en-US"/>
        </a:p>
      </dgm:t>
    </dgm:pt>
    <dgm:pt modelId="{793FE4DE-97ED-8E47-9ABB-A00707E7F9DD}" type="sibTrans" cxnId="{D393BD6F-C4E7-4341-A090-39A182C394F6}">
      <dgm:prSet/>
      <dgm:spPr/>
      <dgm:t>
        <a:bodyPr/>
        <a:lstStyle/>
        <a:p>
          <a:endParaRPr lang="en-US"/>
        </a:p>
      </dgm:t>
    </dgm:pt>
    <dgm:pt modelId="{9A686A36-A787-2542-8717-06283F8A074C}">
      <dgm:prSet custT="1"/>
      <dgm:spPr/>
      <dgm:t>
        <a:bodyPr/>
        <a:lstStyle/>
        <a:p>
          <a:r>
            <a:rPr lang="en-US" sz="1200" noProof="0" dirty="0" err="1"/>
            <a:t>Leaflet.js</a:t>
          </a:r>
          <a:r>
            <a:rPr lang="en-US" sz="1200" noProof="0" dirty="0"/>
            <a:t>: Visualização de mapas interativos</a:t>
          </a:r>
        </a:p>
      </dgm:t>
    </dgm:pt>
    <dgm:pt modelId="{9F583E58-B408-254F-8578-0D5378D8F621}" type="parTrans" cxnId="{D3F02197-3A45-0A46-8472-7D626F878799}">
      <dgm:prSet/>
      <dgm:spPr/>
      <dgm:t>
        <a:bodyPr/>
        <a:lstStyle/>
        <a:p>
          <a:endParaRPr lang="en-US"/>
        </a:p>
      </dgm:t>
    </dgm:pt>
    <dgm:pt modelId="{F112D77D-DC17-F744-852A-9CBE79CA5EB6}" type="sibTrans" cxnId="{D3F02197-3A45-0A46-8472-7D626F878799}">
      <dgm:prSet/>
      <dgm:spPr/>
      <dgm:t>
        <a:bodyPr/>
        <a:lstStyle/>
        <a:p>
          <a:endParaRPr lang="en-US"/>
        </a:p>
      </dgm:t>
    </dgm:pt>
    <dgm:pt modelId="{FBBA8056-3B3B-9848-B7DA-29E9FCB2BACF}">
      <dgm:prSet custT="1"/>
      <dgm:spPr/>
      <dgm:t>
        <a:bodyPr/>
        <a:lstStyle/>
        <a:p>
          <a:r>
            <a:rPr lang="en-US" sz="1200" noProof="0" dirty="0"/>
            <a:t>OpenStreetMap: Tiles de </a:t>
          </a:r>
          <a:r>
            <a:rPr lang="en-US" sz="1200" noProof="0" dirty="0" err="1"/>
            <a:t>mapa</a:t>
          </a:r>
          <a:endParaRPr lang="en-US" sz="1200" noProof="0" dirty="0"/>
        </a:p>
      </dgm:t>
    </dgm:pt>
    <dgm:pt modelId="{B0CEA6CF-0C58-DF41-AB2B-EA97FBB8D92A}" type="parTrans" cxnId="{D6BBFBF4-5F97-9943-B7AE-90ADF0460271}">
      <dgm:prSet/>
      <dgm:spPr/>
      <dgm:t>
        <a:bodyPr/>
        <a:lstStyle/>
        <a:p>
          <a:endParaRPr lang="en-US"/>
        </a:p>
      </dgm:t>
    </dgm:pt>
    <dgm:pt modelId="{DD47CFD6-780B-654B-864C-8E97F0D2FE57}" type="sibTrans" cxnId="{D6BBFBF4-5F97-9943-B7AE-90ADF0460271}">
      <dgm:prSet/>
      <dgm:spPr/>
      <dgm:t>
        <a:bodyPr/>
        <a:lstStyle/>
        <a:p>
          <a:endParaRPr lang="en-US"/>
        </a:p>
      </dgm:t>
    </dgm:pt>
    <dgm:pt modelId="{D08C26AB-FCBD-9147-8E12-DB8F7D325D5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noProof="0" dirty="0" err="1"/>
            <a:t>Bibliotecas</a:t>
          </a:r>
          <a:r>
            <a:rPr lang="en-US" sz="1400" noProof="0" dirty="0"/>
            <a:t> </a:t>
          </a:r>
          <a:r>
            <a:rPr lang="en-US" sz="1400" noProof="0" dirty="0" err="1"/>
            <a:t>principais</a:t>
          </a:r>
          <a:r>
            <a:rPr lang="en-US" sz="1400" noProof="0" dirty="0"/>
            <a:t>: pika (RabbitMQ), </a:t>
          </a:r>
          <a:r>
            <a:rPr lang="en-US" sz="1400" noProof="0" dirty="0" err="1"/>
            <a:t>gpxpy</a:t>
          </a:r>
          <a:r>
            <a:rPr lang="en-US" sz="1400" noProof="0" dirty="0"/>
            <a:t>, threading/time, random</a:t>
          </a:r>
          <a:endParaRPr lang="pt-PT" sz="1400" noProof="0" dirty="0"/>
        </a:p>
      </dgm:t>
    </dgm:pt>
    <dgm:pt modelId="{AC54979D-A431-7945-BBCA-7112ABD09597}" type="parTrans" cxnId="{7BEDFC02-BD60-CC43-BCF0-0E8605D24EEC}">
      <dgm:prSet/>
      <dgm:spPr/>
      <dgm:t>
        <a:bodyPr/>
        <a:lstStyle/>
        <a:p>
          <a:endParaRPr lang="en-US"/>
        </a:p>
      </dgm:t>
    </dgm:pt>
    <dgm:pt modelId="{B9D78258-E341-8A47-95E2-A4D0665F083B}" type="sibTrans" cxnId="{7BEDFC02-BD60-CC43-BCF0-0E8605D24EEC}">
      <dgm:prSet/>
      <dgm:spPr/>
      <dgm:t>
        <a:bodyPr/>
        <a:lstStyle/>
        <a:p>
          <a:endParaRPr lang="en-US"/>
        </a:p>
      </dgm:t>
    </dgm:pt>
    <dgm:pt modelId="{A5B0795C-2CB7-F743-9D60-750040937F8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noProof="0" dirty="0" err="1"/>
            <a:t>Bibliotecas</a:t>
          </a:r>
          <a:r>
            <a:rPr lang="en-US" sz="1400" noProof="0" dirty="0"/>
            <a:t> </a:t>
          </a:r>
          <a:r>
            <a:rPr lang="en-US" sz="1400" noProof="0" dirty="0" err="1"/>
            <a:t>principais</a:t>
          </a:r>
          <a:r>
            <a:rPr lang="en-US" sz="1400" noProof="0" dirty="0"/>
            <a:t>:</a:t>
          </a:r>
        </a:p>
      </dgm:t>
    </dgm:pt>
    <dgm:pt modelId="{4821597D-CE26-D542-8E74-6DFA4505FC4B}" type="sibTrans" cxnId="{4F8D4341-6ED4-9040-BE26-9A0F2B442F6B}">
      <dgm:prSet/>
      <dgm:spPr/>
      <dgm:t>
        <a:bodyPr/>
        <a:lstStyle/>
        <a:p>
          <a:endParaRPr lang="en-US"/>
        </a:p>
      </dgm:t>
    </dgm:pt>
    <dgm:pt modelId="{5AFB329D-96FF-8C47-BD49-4EAE201D4945}" type="parTrans" cxnId="{4F8D4341-6ED4-9040-BE26-9A0F2B442F6B}">
      <dgm:prSet/>
      <dgm:spPr/>
      <dgm:t>
        <a:bodyPr/>
        <a:lstStyle/>
        <a:p>
          <a:endParaRPr lang="en-US"/>
        </a:p>
      </dgm:t>
    </dgm:pt>
    <dgm:pt modelId="{2FF0B7F6-D698-9549-8A1A-8DEB8075B8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1400" noProof="0" dirty="0" err="1"/>
            <a:t>Bibliotecas</a:t>
          </a:r>
          <a:r>
            <a:rPr lang="en-US" sz="1400" noProof="0" dirty="0"/>
            <a:t>:</a:t>
          </a:r>
        </a:p>
      </dgm:t>
    </dgm:pt>
    <dgm:pt modelId="{33710DBC-F0AA-5348-9573-EBEC806F84C7}" type="sibTrans" cxnId="{B39F6C3E-620B-6D48-8F61-B4246149928D}">
      <dgm:prSet/>
      <dgm:spPr/>
      <dgm:t>
        <a:bodyPr/>
        <a:lstStyle/>
        <a:p>
          <a:endParaRPr lang="en-US"/>
        </a:p>
      </dgm:t>
    </dgm:pt>
    <dgm:pt modelId="{602CD9DC-1B17-1C4F-B6AE-CF7006EB23CC}" type="parTrans" cxnId="{B39F6C3E-620B-6D48-8F61-B4246149928D}">
      <dgm:prSet/>
      <dgm:spPr/>
      <dgm:t>
        <a:bodyPr/>
        <a:lstStyle/>
        <a:p>
          <a:endParaRPr lang="en-US"/>
        </a:p>
      </dgm:t>
    </dgm:pt>
    <dgm:pt modelId="{12824020-93E1-F94C-8409-339A218D4A11}">
      <dgm:prSet custT="1"/>
      <dgm:spPr/>
      <dgm:t>
        <a:bodyPr/>
        <a:lstStyle/>
        <a:p>
          <a:r>
            <a:rPr lang="en-US" sz="1200" noProof="0" dirty="0" err="1"/>
            <a:t>aiohttp</a:t>
          </a:r>
          <a:r>
            <a:rPr lang="en-US" sz="1200" noProof="0" dirty="0"/>
            <a:t> (</a:t>
          </a:r>
          <a:r>
            <a:rPr lang="en-US" sz="1200" noProof="0" dirty="0" err="1"/>
            <a:t>descoberta</a:t>
          </a:r>
          <a:r>
            <a:rPr lang="en-US" sz="1200" noProof="0" dirty="0"/>
            <a:t> de exchanges);</a:t>
          </a:r>
        </a:p>
      </dgm:t>
    </dgm:pt>
    <dgm:pt modelId="{E96DFFB6-F0CE-A54E-971D-4268AE7EDAA5}" type="parTrans" cxnId="{6361DDD1-2851-0C42-B37C-FB1AF465093E}">
      <dgm:prSet/>
      <dgm:spPr/>
      <dgm:t>
        <a:bodyPr/>
        <a:lstStyle/>
        <a:p>
          <a:endParaRPr lang="en-US"/>
        </a:p>
      </dgm:t>
    </dgm:pt>
    <dgm:pt modelId="{8A1E798F-D31A-D44F-9D4F-A7FA3507F10E}" type="sibTrans" cxnId="{6361DDD1-2851-0C42-B37C-FB1AF465093E}">
      <dgm:prSet/>
      <dgm:spPr/>
      <dgm:t>
        <a:bodyPr/>
        <a:lstStyle/>
        <a:p>
          <a:endParaRPr lang="en-US"/>
        </a:p>
      </dgm:t>
    </dgm:pt>
    <dgm:pt modelId="{C9B9D4CF-CF81-CD43-BB24-C7F0F6925482}">
      <dgm:prSet custT="1"/>
      <dgm:spPr/>
      <dgm:t>
        <a:bodyPr/>
        <a:lstStyle/>
        <a:p>
          <a:r>
            <a:rPr lang="en-US" sz="1200" noProof="0" dirty="0" err="1"/>
            <a:t>aio_pika</a:t>
          </a:r>
          <a:r>
            <a:rPr lang="en-US" sz="1200" noProof="0" dirty="0"/>
            <a:t> (RabbitMQ </a:t>
          </a:r>
          <a:r>
            <a:rPr lang="en-US" sz="1200" noProof="0" dirty="0" err="1"/>
            <a:t>assíncrono</a:t>
          </a:r>
          <a:r>
            <a:rPr lang="en-US" sz="1200" noProof="0" dirty="0"/>
            <a:t>);</a:t>
          </a:r>
        </a:p>
      </dgm:t>
    </dgm:pt>
    <dgm:pt modelId="{5A42B00B-BC17-1348-9B1A-18E4A1E9E9D6}" type="sibTrans" cxnId="{B3A756AD-F705-F344-931A-6A6694387477}">
      <dgm:prSet/>
      <dgm:spPr/>
      <dgm:t>
        <a:bodyPr/>
        <a:lstStyle/>
        <a:p>
          <a:endParaRPr lang="en-US"/>
        </a:p>
      </dgm:t>
    </dgm:pt>
    <dgm:pt modelId="{B5CAA8F3-4FDB-A045-BF90-2195B9DB649F}" type="parTrans" cxnId="{B3A756AD-F705-F344-931A-6A6694387477}">
      <dgm:prSet/>
      <dgm:spPr/>
      <dgm:t>
        <a:bodyPr/>
        <a:lstStyle/>
        <a:p>
          <a:endParaRPr lang="en-US"/>
        </a:p>
      </dgm:t>
    </dgm:pt>
    <dgm:pt modelId="{327C9550-55CD-1E44-8D23-CA200472C7FE}">
      <dgm:prSet custT="1"/>
      <dgm:spPr/>
      <dgm:t>
        <a:bodyPr/>
        <a:lstStyle/>
        <a:p>
          <a:r>
            <a:rPr lang="en-US" sz="1200" noProof="0" dirty="0" err="1"/>
            <a:t>prometheus_fastapi_instrumentator</a:t>
          </a:r>
          <a:endParaRPr lang="en-US" sz="1200" noProof="0" dirty="0"/>
        </a:p>
      </dgm:t>
    </dgm:pt>
    <dgm:pt modelId="{EA3F464E-7A89-FC47-BF58-81CDB3E5105D}" type="parTrans" cxnId="{25F44F12-D218-584E-B5CC-46BEC836D8F5}">
      <dgm:prSet/>
      <dgm:spPr/>
      <dgm:t>
        <a:bodyPr/>
        <a:lstStyle/>
        <a:p>
          <a:endParaRPr lang="en-US"/>
        </a:p>
      </dgm:t>
    </dgm:pt>
    <dgm:pt modelId="{F40F59EB-A88E-6443-8759-6D31A1990B0E}" type="sibTrans" cxnId="{25F44F12-D218-584E-B5CC-46BEC836D8F5}">
      <dgm:prSet/>
      <dgm:spPr/>
      <dgm:t>
        <a:bodyPr/>
        <a:lstStyle/>
        <a:p>
          <a:endParaRPr lang="en-US"/>
        </a:p>
      </dgm:t>
    </dgm:pt>
    <dgm:pt modelId="{0A84B33D-8E4A-A44C-8F70-E7374492E688}">
      <dgm:prSet custT="1"/>
      <dgm:spPr/>
      <dgm:t>
        <a:bodyPr/>
        <a:lstStyle/>
        <a:p>
          <a:r>
            <a:rPr lang="en-US" sz="1200" noProof="0" dirty="0" err="1"/>
            <a:t>prometheus_client</a:t>
          </a:r>
          <a:r>
            <a:rPr lang="en-US" sz="1200" noProof="0" dirty="0"/>
            <a:t> (</a:t>
          </a:r>
          <a:r>
            <a:rPr lang="en-US" sz="1200" noProof="0" dirty="0" err="1"/>
            <a:t>métricas</a:t>
          </a:r>
          <a:r>
            <a:rPr lang="en-US" sz="1200" noProof="0" dirty="0"/>
            <a:t>)</a:t>
          </a:r>
        </a:p>
      </dgm:t>
    </dgm:pt>
    <dgm:pt modelId="{3CEB18A6-F9E1-E045-8BCF-DD651EB37D03}" type="parTrans" cxnId="{D4083B21-157C-5F4A-9BAB-4712F44B2DC6}">
      <dgm:prSet/>
      <dgm:spPr/>
      <dgm:t>
        <a:bodyPr/>
        <a:lstStyle/>
        <a:p>
          <a:endParaRPr lang="en-US"/>
        </a:p>
      </dgm:t>
    </dgm:pt>
    <dgm:pt modelId="{E924F4A9-FC2D-584E-B432-116DD68B5320}" type="sibTrans" cxnId="{D4083B21-157C-5F4A-9BAB-4712F44B2DC6}">
      <dgm:prSet/>
      <dgm:spPr/>
      <dgm:t>
        <a:bodyPr/>
        <a:lstStyle/>
        <a:p>
          <a:endParaRPr lang="en-US"/>
        </a:p>
      </dgm:t>
    </dgm:pt>
    <dgm:pt modelId="{698FA86B-6530-48B8-8505-1C249CA7A17D}" type="pres">
      <dgm:prSet presAssocID="{BFEE95D4-73E1-4EA7-84C5-81FEDBA8BC23}" presName="Name0" presStyleCnt="0">
        <dgm:presLayoutVars>
          <dgm:dir/>
          <dgm:resizeHandles val="exact"/>
        </dgm:presLayoutVars>
      </dgm:prSet>
      <dgm:spPr/>
    </dgm:pt>
    <dgm:pt modelId="{8D9528C3-4864-47CC-A999-0BE5F02EB043}" type="pres">
      <dgm:prSet presAssocID="{77E851EF-63F7-4C45-9BD5-600849473F4A}" presName="compNode" presStyleCnt="0"/>
      <dgm:spPr/>
    </dgm:pt>
    <dgm:pt modelId="{20CA2CBE-E808-4F58-9798-1899E38D36F6}" type="pres">
      <dgm:prSet presAssocID="{77E851EF-63F7-4C45-9BD5-600849473F4A}" presName="pictRect" presStyleLbl="revTx" presStyleIdx="0" presStyleCnt="6">
        <dgm:presLayoutVars>
          <dgm:chMax val="0"/>
          <dgm:bulletEnabled/>
        </dgm:presLayoutVars>
      </dgm:prSet>
      <dgm:spPr/>
    </dgm:pt>
    <dgm:pt modelId="{920BEEE7-D326-4ED3-8C9D-01E9A2FF12F2}" type="pres">
      <dgm:prSet presAssocID="{77E851EF-63F7-4C45-9BD5-600849473F4A}" presName="textRect" presStyleLbl="revTx" presStyleIdx="1" presStyleCnt="6">
        <dgm:presLayoutVars>
          <dgm:bulletEnabled/>
        </dgm:presLayoutVars>
      </dgm:prSet>
      <dgm:spPr/>
    </dgm:pt>
    <dgm:pt modelId="{6B056E62-10DC-421D-8F68-0BC76646191F}" type="pres">
      <dgm:prSet presAssocID="{4930712E-D182-47E1-8644-25EE75C193B0}" presName="sibTrans" presStyleLbl="sibTrans2D1" presStyleIdx="0" presStyleCnt="0"/>
      <dgm:spPr/>
    </dgm:pt>
    <dgm:pt modelId="{8EB10FEC-F2C9-4B3F-B740-97C33202579F}" type="pres">
      <dgm:prSet presAssocID="{E56CC084-530E-44A5-B41D-8BDF5CF13F1F}" presName="compNode" presStyleCnt="0"/>
      <dgm:spPr/>
    </dgm:pt>
    <dgm:pt modelId="{5C84E263-878A-4945-85DF-080B6AFA6278}" type="pres">
      <dgm:prSet presAssocID="{E56CC084-530E-44A5-B41D-8BDF5CF13F1F}" presName="pictRect" presStyleLbl="revTx" presStyleIdx="2" presStyleCnt="6">
        <dgm:presLayoutVars>
          <dgm:chMax val="0"/>
          <dgm:bulletEnabled/>
        </dgm:presLayoutVars>
      </dgm:prSet>
      <dgm:spPr/>
    </dgm:pt>
    <dgm:pt modelId="{A22BDF32-C6FB-4E4E-8046-2D44076141DA}" type="pres">
      <dgm:prSet presAssocID="{E56CC084-530E-44A5-B41D-8BDF5CF13F1F}" presName="textRect" presStyleLbl="revTx" presStyleIdx="3" presStyleCnt="6">
        <dgm:presLayoutVars>
          <dgm:bulletEnabled/>
        </dgm:presLayoutVars>
      </dgm:prSet>
      <dgm:spPr/>
    </dgm:pt>
    <dgm:pt modelId="{82E61B20-8758-4665-8569-BFD5270FAFF7}" type="pres">
      <dgm:prSet presAssocID="{C21C7A74-62EF-4E29-8DC8-AADDE1D4A462}" presName="sibTrans" presStyleLbl="sibTrans2D1" presStyleIdx="0" presStyleCnt="0"/>
      <dgm:spPr/>
    </dgm:pt>
    <dgm:pt modelId="{4A513DA6-8923-4A60-A06F-604EAC3C3577}" type="pres">
      <dgm:prSet presAssocID="{6CCEB5B7-D800-4174-BA4F-4AA76AB07A27}" presName="compNode" presStyleCnt="0"/>
      <dgm:spPr/>
    </dgm:pt>
    <dgm:pt modelId="{102B6BBA-B604-4A97-95C5-00FB60A6446D}" type="pres">
      <dgm:prSet presAssocID="{6CCEB5B7-D800-4174-BA4F-4AA76AB07A27}" presName="pictRect" presStyleLbl="revTx" presStyleIdx="4" presStyleCnt="6">
        <dgm:presLayoutVars>
          <dgm:chMax val="0"/>
          <dgm:bulletEnabled/>
        </dgm:presLayoutVars>
      </dgm:prSet>
      <dgm:spPr/>
    </dgm:pt>
    <dgm:pt modelId="{813A2246-B13B-4603-85EE-69F76AD51310}" type="pres">
      <dgm:prSet presAssocID="{6CCEB5B7-D800-4174-BA4F-4AA76AB07A27}" presName="textRect" presStyleLbl="revTx" presStyleIdx="5" presStyleCnt="6">
        <dgm:presLayoutVars>
          <dgm:bulletEnabled/>
        </dgm:presLayoutVars>
      </dgm:prSet>
      <dgm:spPr/>
    </dgm:pt>
  </dgm:ptLst>
  <dgm:cxnLst>
    <dgm:cxn modelId="{6675D902-6702-4055-A97F-6101D99380CD}" type="presOf" srcId="{E56CC084-530E-44A5-B41D-8BDF5CF13F1F}" destId="{5C84E263-878A-4945-85DF-080B6AFA6278}" srcOrd="0" destOrd="0" presId="urn:microsoft.com/office/officeart/2024/3/layout/hArchList1"/>
    <dgm:cxn modelId="{7BEDFC02-BD60-CC43-BCF0-0E8605D24EEC}" srcId="{77E851EF-63F7-4C45-9BD5-600849473F4A}" destId="{D08C26AB-FCBD-9147-8E12-DB8F7D325D59}" srcOrd="1" destOrd="0" parTransId="{AC54979D-A431-7945-BBCA-7112ABD09597}" sibTransId="{B9D78258-E341-8A47-95E2-A4D0665F083B}"/>
    <dgm:cxn modelId="{7BDF9E0A-2780-4FF6-9593-B1C2A28CBEFE}" srcId="{E56CC084-530E-44A5-B41D-8BDF5CF13F1F}" destId="{50834177-69D7-4D24-A90F-1AE0CF60443E}" srcOrd="0" destOrd="0" parTransId="{4F1595EB-1803-46EB-A923-BAAE498B4A82}" sibTransId="{C48DB958-A9BA-4D2F-A5E5-B5E86AA1DE2C}"/>
    <dgm:cxn modelId="{25F44F12-D218-584E-B5CC-46BEC836D8F5}" srcId="{A5B0795C-2CB7-F743-9D60-750040937F88}" destId="{327C9550-55CD-1E44-8D23-CA200472C7FE}" srcOrd="2" destOrd="0" parTransId="{EA3F464E-7A89-FC47-BF58-81CDB3E5105D}" sibTransId="{F40F59EB-A88E-6443-8759-6D31A1990B0E}"/>
    <dgm:cxn modelId="{D110E41D-87F4-4D48-BF16-8D235CAEAE2A}" type="presOf" srcId="{9A686A36-A787-2542-8717-06283F8A074C}" destId="{813A2246-B13B-4603-85EE-69F76AD51310}" srcOrd="0" destOrd="2" presId="urn:microsoft.com/office/officeart/2024/3/layout/hArchList1"/>
    <dgm:cxn modelId="{4EC7501F-5F60-5F4B-93CD-A753E0A470F2}" type="presOf" srcId="{A6D1E1F0-0ED5-4142-BEF8-CF1552163E35}" destId="{A22BDF32-C6FB-4E4E-8046-2D44076141DA}" srcOrd="0" destOrd="1" presId="urn:microsoft.com/office/officeart/2024/3/layout/hArchList1"/>
    <dgm:cxn modelId="{D4083B21-157C-5F4A-9BAB-4712F44B2DC6}" srcId="{A5B0795C-2CB7-F743-9D60-750040937F88}" destId="{0A84B33D-8E4A-A44C-8F70-E7374492E688}" srcOrd="3" destOrd="0" parTransId="{3CEB18A6-F9E1-E045-8BCF-DD651EB37D03}" sibTransId="{E924F4A9-FC2D-584E-B432-116DD68B5320}"/>
    <dgm:cxn modelId="{52D4CC2A-18F2-4A1A-9537-661B520A280E}" srcId="{BFEE95D4-73E1-4EA7-84C5-81FEDBA8BC23}" destId="{E56CC084-530E-44A5-B41D-8BDF5CF13F1F}" srcOrd="1" destOrd="0" parTransId="{6490F1C7-966F-4778-AA16-CB97F2F0CAB2}" sibTransId="{C21C7A74-62EF-4E29-8DC8-AADDE1D4A462}"/>
    <dgm:cxn modelId="{7211F12B-E8B2-F045-A88C-D3282D076300}" type="presOf" srcId="{C9B9D4CF-CF81-CD43-BB24-C7F0F6925482}" destId="{A22BDF32-C6FB-4E4E-8046-2D44076141DA}" srcOrd="0" destOrd="3" presId="urn:microsoft.com/office/officeart/2024/3/layout/hArchList1"/>
    <dgm:cxn modelId="{F9C8CB35-2CB9-4B1C-B1D2-4BACA113EB77}" srcId="{6CCEB5B7-D800-4174-BA4F-4AA76AB07A27}" destId="{7C30BF46-7FEC-4F09-BBF8-91D8F4B094C0}" srcOrd="0" destOrd="0" parTransId="{011C933A-284C-4631-9C78-E08F9C7304D5}" sibTransId="{007C0B55-1FBF-49DC-849A-6C5E9773F46D}"/>
    <dgm:cxn modelId="{B39F6C3E-620B-6D48-8F61-B4246149928D}" srcId="{6CCEB5B7-D800-4174-BA4F-4AA76AB07A27}" destId="{2FF0B7F6-D698-9549-8A1A-8DEB8075B89E}" srcOrd="1" destOrd="0" parTransId="{602CD9DC-1B17-1C4F-B6AE-CF7006EB23CC}" sibTransId="{33710DBC-F0AA-5348-9573-EBEC806F84C7}"/>
    <dgm:cxn modelId="{4F8D4341-6ED4-9040-BE26-9A0F2B442F6B}" srcId="{E56CC084-530E-44A5-B41D-8BDF5CF13F1F}" destId="{A5B0795C-2CB7-F743-9D60-750040937F88}" srcOrd="2" destOrd="0" parTransId="{5AFB329D-96FF-8C47-BD49-4EAE201D4945}" sibTransId="{4821597D-CE26-D542-8E74-6DFA4505FC4B}"/>
    <dgm:cxn modelId="{6F4E9641-4E46-47B7-8B0F-C04854DF55E1}" srcId="{BFEE95D4-73E1-4EA7-84C5-81FEDBA8BC23}" destId="{77E851EF-63F7-4C45-9BD5-600849473F4A}" srcOrd="0" destOrd="0" parTransId="{C6791033-CC13-4142-BA12-A833300ED41A}" sibTransId="{4930712E-D182-47E1-8644-25EE75C193B0}"/>
    <dgm:cxn modelId="{A2A18756-B87B-4C1C-8A45-FE8CB799F334}" type="presOf" srcId="{BFEE95D4-73E1-4EA7-84C5-81FEDBA8BC23}" destId="{698FA86B-6530-48B8-8505-1C249CA7A17D}" srcOrd="0" destOrd="0" presId="urn:microsoft.com/office/officeart/2024/3/layout/hArchList1"/>
    <dgm:cxn modelId="{EDC8CE5A-7939-4538-8429-8EB6EA7BBCF8}" type="presOf" srcId="{6CCEB5B7-D800-4174-BA4F-4AA76AB07A27}" destId="{102B6BBA-B604-4A97-95C5-00FB60A6446D}" srcOrd="0" destOrd="0" presId="urn:microsoft.com/office/officeart/2024/3/layout/hArchList1"/>
    <dgm:cxn modelId="{62D5CC68-423C-EA4B-ADE8-ABBDF0909BFA}" type="presOf" srcId="{0A84B33D-8E4A-A44C-8F70-E7374492E688}" destId="{A22BDF32-C6FB-4E4E-8046-2D44076141DA}" srcOrd="0" destOrd="6" presId="urn:microsoft.com/office/officeart/2024/3/layout/hArchList1"/>
    <dgm:cxn modelId="{6F81A76C-3A1F-344A-8331-9A460F74F676}" type="presOf" srcId="{A5B0795C-2CB7-F743-9D60-750040937F88}" destId="{A22BDF32-C6FB-4E4E-8046-2D44076141DA}" srcOrd="0" destOrd="2" presId="urn:microsoft.com/office/officeart/2024/3/layout/hArchList1"/>
    <dgm:cxn modelId="{4E33A26E-B155-43B1-A90F-10395C99BDEC}" srcId="{BFEE95D4-73E1-4EA7-84C5-81FEDBA8BC23}" destId="{6CCEB5B7-D800-4174-BA4F-4AA76AB07A27}" srcOrd="2" destOrd="0" parTransId="{38E8F98C-215E-480F-ABC1-09477FCCFB88}" sibTransId="{FA517E4E-14F0-49F7-8040-3878D6E6F5E7}"/>
    <dgm:cxn modelId="{D393BD6F-C4E7-4341-A090-39A182C394F6}" srcId="{E56CC084-530E-44A5-B41D-8BDF5CF13F1F}" destId="{A6D1E1F0-0ED5-4142-BEF8-CF1552163E35}" srcOrd="1" destOrd="0" parTransId="{5D150D2E-2AC4-A945-B9F6-1B2E24967CA3}" sibTransId="{793FE4DE-97ED-8E47-9ABB-A00707E7F9DD}"/>
    <dgm:cxn modelId="{D3F02197-3A45-0A46-8472-7D626F878799}" srcId="{2FF0B7F6-D698-9549-8A1A-8DEB8075B89E}" destId="{9A686A36-A787-2542-8717-06283F8A074C}" srcOrd="0" destOrd="0" parTransId="{9F583E58-B408-254F-8578-0D5378D8F621}" sibTransId="{F112D77D-DC17-F744-852A-9CBE79CA5EB6}"/>
    <dgm:cxn modelId="{8C51489D-E9DA-7C44-B0AF-AD5AB5B96E4B}" type="presOf" srcId="{327C9550-55CD-1E44-8D23-CA200472C7FE}" destId="{A22BDF32-C6FB-4E4E-8046-2D44076141DA}" srcOrd="0" destOrd="5" presId="urn:microsoft.com/office/officeart/2024/3/layout/hArchList1"/>
    <dgm:cxn modelId="{26B292A4-533C-4544-BE69-58B2CE0F4529}" type="presOf" srcId="{C21C7A74-62EF-4E29-8DC8-AADDE1D4A462}" destId="{82E61B20-8758-4665-8569-BFD5270FAFF7}" srcOrd="0" destOrd="0" presId="urn:microsoft.com/office/officeart/2024/3/layout/hArchList1"/>
    <dgm:cxn modelId="{D90BC2A7-9203-AA43-B6A3-D26B73BA9396}" type="presOf" srcId="{12824020-93E1-F94C-8409-339A218D4A11}" destId="{A22BDF32-C6FB-4E4E-8046-2D44076141DA}" srcOrd="0" destOrd="4" presId="urn:microsoft.com/office/officeart/2024/3/layout/hArchList1"/>
    <dgm:cxn modelId="{B3A756AD-F705-F344-931A-6A6694387477}" srcId="{A5B0795C-2CB7-F743-9D60-750040937F88}" destId="{C9B9D4CF-CF81-CD43-BB24-C7F0F6925482}" srcOrd="0" destOrd="0" parTransId="{B5CAA8F3-4FDB-A045-BF90-2195B9DB649F}" sibTransId="{5A42B00B-BC17-1348-9B1A-18E4A1E9E9D6}"/>
    <dgm:cxn modelId="{E50229BC-8CA2-4642-8534-5B95C38C7765}" type="presOf" srcId="{77E851EF-63F7-4C45-9BD5-600849473F4A}" destId="{20CA2CBE-E808-4F58-9798-1899E38D36F6}" srcOrd="0" destOrd="0" presId="urn:microsoft.com/office/officeart/2024/3/layout/hArchList1"/>
    <dgm:cxn modelId="{6361DDD1-2851-0C42-B37C-FB1AF465093E}" srcId="{A5B0795C-2CB7-F743-9D60-750040937F88}" destId="{12824020-93E1-F94C-8409-339A218D4A11}" srcOrd="1" destOrd="0" parTransId="{E96DFFB6-F0CE-A54E-971D-4268AE7EDAA5}" sibTransId="{8A1E798F-D31A-D44F-9D4F-A7FA3507F10E}"/>
    <dgm:cxn modelId="{E3B58FD6-AE4F-4EDB-8202-8AB48935E449}" type="presOf" srcId="{4930712E-D182-47E1-8644-25EE75C193B0}" destId="{6B056E62-10DC-421D-8F68-0BC76646191F}" srcOrd="0" destOrd="0" presId="urn:microsoft.com/office/officeart/2024/3/layout/hArchList1"/>
    <dgm:cxn modelId="{727DB9D9-14CB-8840-8EC3-4058C841D5D3}" type="presOf" srcId="{2FF0B7F6-D698-9549-8A1A-8DEB8075B89E}" destId="{813A2246-B13B-4603-85EE-69F76AD51310}" srcOrd="0" destOrd="1" presId="urn:microsoft.com/office/officeart/2024/3/layout/hArchList1"/>
    <dgm:cxn modelId="{CE9C3EE7-BFEC-B040-AFEA-4F92EF4BA5CA}" type="presOf" srcId="{D08C26AB-FCBD-9147-8E12-DB8F7D325D59}" destId="{920BEEE7-D326-4ED3-8C9D-01E9A2FF12F2}" srcOrd="0" destOrd="1" presId="urn:microsoft.com/office/officeart/2024/3/layout/hArchList1"/>
    <dgm:cxn modelId="{29106FEA-6C43-2943-A0B7-92588E71D8B8}" type="presOf" srcId="{FBBA8056-3B3B-9848-B7DA-29E9FCB2BACF}" destId="{813A2246-B13B-4603-85EE-69F76AD51310}" srcOrd="0" destOrd="3" presId="urn:microsoft.com/office/officeart/2024/3/layout/hArchList1"/>
    <dgm:cxn modelId="{89D0FDEE-D560-46A5-800B-C4F6D1CF4F5F}" srcId="{77E851EF-63F7-4C45-9BD5-600849473F4A}" destId="{8628FD42-E7EB-498C-830B-E3D473608E2B}" srcOrd="0" destOrd="0" parTransId="{16C30956-07BB-4F07-9818-9A4B798C7AEC}" sibTransId="{862A31ED-EB12-4832-97CA-21A4B40ECB21}"/>
    <dgm:cxn modelId="{D6BBFBF4-5F97-9943-B7AE-90ADF0460271}" srcId="{2FF0B7F6-D698-9549-8A1A-8DEB8075B89E}" destId="{FBBA8056-3B3B-9848-B7DA-29E9FCB2BACF}" srcOrd="1" destOrd="0" parTransId="{B0CEA6CF-0C58-DF41-AB2B-EA97FBB8D92A}" sibTransId="{DD47CFD6-780B-654B-864C-8E97F0D2FE57}"/>
    <dgm:cxn modelId="{2081D7F5-F226-41AD-932D-86F029D7C58F}" type="presOf" srcId="{50834177-69D7-4D24-A90F-1AE0CF60443E}" destId="{A22BDF32-C6FB-4E4E-8046-2D44076141DA}" srcOrd="0" destOrd="0" presId="urn:microsoft.com/office/officeart/2024/3/layout/hArchList1"/>
    <dgm:cxn modelId="{0F8C65F6-40BE-4BEC-8CFB-2E22B2AF18E9}" type="presOf" srcId="{7C30BF46-7FEC-4F09-BBF8-91D8F4B094C0}" destId="{813A2246-B13B-4603-85EE-69F76AD51310}" srcOrd="0" destOrd="0" presId="urn:microsoft.com/office/officeart/2024/3/layout/hArchList1"/>
    <dgm:cxn modelId="{D433BBFD-D59D-F84C-948B-311FA85EE757}" type="presOf" srcId="{8628FD42-E7EB-498C-830B-E3D473608E2B}" destId="{920BEEE7-D326-4ED3-8C9D-01E9A2FF12F2}" srcOrd="0" destOrd="0" presId="urn:microsoft.com/office/officeart/2024/3/layout/hArchList1"/>
    <dgm:cxn modelId="{8F984A76-6C8F-40A1-A8DF-424F02CF1C0B}" type="presParOf" srcId="{698FA86B-6530-48B8-8505-1C249CA7A17D}" destId="{8D9528C3-4864-47CC-A999-0BE5F02EB043}" srcOrd="0" destOrd="0" presId="urn:microsoft.com/office/officeart/2024/3/layout/hArchList1"/>
    <dgm:cxn modelId="{BACD311E-7ABE-4058-89F6-36EFF3601FA2}" type="presParOf" srcId="{8D9528C3-4864-47CC-A999-0BE5F02EB043}" destId="{20CA2CBE-E808-4F58-9798-1899E38D36F6}" srcOrd="0" destOrd="0" presId="urn:microsoft.com/office/officeart/2024/3/layout/hArchList1"/>
    <dgm:cxn modelId="{25B07493-21D9-4213-806F-5B23657B94D4}" type="presParOf" srcId="{8D9528C3-4864-47CC-A999-0BE5F02EB043}" destId="{920BEEE7-D326-4ED3-8C9D-01E9A2FF12F2}" srcOrd="1" destOrd="0" presId="urn:microsoft.com/office/officeart/2024/3/layout/hArchList1"/>
    <dgm:cxn modelId="{6CC1FB09-64C6-4E0B-B688-FF8DC6B3A1D9}" type="presParOf" srcId="{698FA86B-6530-48B8-8505-1C249CA7A17D}" destId="{6B056E62-10DC-421D-8F68-0BC76646191F}" srcOrd="1" destOrd="0" presId="urn:microsoft.com/office/officeart/2024/3/layout/hArchList1"/>
    <dgm:cxn modelId="{1B04187E-6A16-451F-868C-D2050616E78F}" type="presParOf" srcId="{698FA86B-6530-48B8-8505-1C249CA7A17D}" destId="{8EB10FEC-F2C9-4B3F-B740-97C33202579F}" srcOrd="2" destOrd="0" presId="urn:microsoft.com/office/officeart/2024/3/layout/hArchList1"/>
    <dgm:cxn modelId="{505AFA82-E0F3-4EC8-9EE8-1E91ADD26C56}" type="presParOf" srcId="{8EB10FEC-F2C9-4B3F-B740-97C33202579F}" destId="{5C84E263-878A-4945-85DF-080B6AFA6278}" srcOrd="0" destOrd="0" presId="urn:microsoft.com/office/officeart/2024/3/layout/hArchList1"/>
    <dgm:cxn modelId="{D97F7304-BBD6-49A3-BC87-BC1BDDAA77AC}" type="presParOf" srcId="{8EB10FEC-F2C9-4B3F-B740-97C33202579F}" destId="{A22BDF32-C6FB-4E4E-8046-2D44076141DA}" srcOrd="1" destOrd="0" presId="urn:microsoft.com/office/officeart/2024/3/layout/hArchList1"/>
    <dgm:cxn modelId="{BB911E54-6FBA-482E-9281-95C3A9915CAB}" type="presParOf" srcId="{698FA86B-6530-48B8-8505-1C249CA7A17D}" destId="{82E61B20-8758-4665-8569-BFD5270FAFF7}" srcOrd="3" destOrd="0" presId="urn:microsoft.com/office/officeart/2024/3/layout/hArchList1"/>
    <dgm:cxn modelId="{C12C3B9B-D1EE-493E-9C26-BD639BFA9761}" type="presParOf" srcId="{698FA86B-6530-48B8-8505-1C249CA7A17D}" destId="{4A513DA6-8923-4A60-A06F-604EAC3C3577}" srcOrd="4" destOrd="0" presId="urn:microsoft.com/office/officeart/2024/3/layout/hArchList1"/>
    <dgm:cxn modelId="{D331F69C-EAA0-4D4C-857C-E14FA5A41972}" type="presParOf" srcId="{4A513DA6-8923-4A60-A06F-604EAC3C3577}" destId="{102B6BBA-B604-4A97-95C5-00FB60A6446D}" srcOrd="0" destOrd="0" presId="urn:microsoft.com/office/officeart/2024/3/layout/hArchList1"/>
    <dgm:cxn modelId="{63DA1090-42B8-4C2C-A497-738C125B1278}" type="presParOf" srcId="{4A513DA6-8923-4A60-A06F-604EAC3C3577}" destId="{813A2246-B13B-4603-85EE-69F76AD51310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93A4CB-741A-4143-BC70-8AF23D6F330E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E17751-C7BF-49A7-8FE8-4C4DFCA83C7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 noProof="0" dirty="0"/>
            <a:t>Comunicação assíncrona</a:t>
          </a:r>
        </a:p>
      </dgm:t>
    </dgm:pt>
    <dgm:pt modelId="{76C35E4F-8FEC-4536-A286-87E083CD1A27}" type="parTrans" cxnId="{5CB80C65-D5D0-49B2-8231-6BF20167FCA8}">
      <dgm:prSet/>
      <dgm:spPr/>
      <dgm:t>
        <a:bodyPr/>
        <a:lstStyle/>
        <a:p>
          <a:endParaRPr lang="en-US"/>
        </a:p>
      </dgm:t>
    </dgm:pt>
    <dgm:pt modelId="{76C30252-9D36-4B36-8002-6D7DF7846DF6}" type="sibTrans" cxnId="{5CB80C65-D5D0-49B2-8231-6BF20167FCA8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5177CEE2-7C42-4985-9A1D-DD5EAC36F4B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200" b="0" i="0" dirty="0" err="1"/>
            <a:t>Comunicação</a:t>
          </a:r>
          <a:r>
            <a:rPr lang="en-US" sz="1200" b="0" i="0" dirty="0"/>
            <a:t> </a:t>
          </a:r>
          <a:r>
            <a:rPr lang="en-US" sz="1200" b="0" i="0" dirty="0" err="1"/>
            <a:t>é</a:t>
          </a:r>
          <a:r>
            <a:rPr lang="en-US" sz="1200" b="0" i="0" dirty="0"/>
            <a:t> </a:t>
          </a:r>
          <a:r>
            <a:rPr lang="en-US" sz="1200" b="1" i="0" dirty="0" err="1"/>
            <a:t>assíncrona</a:t>
          </a:r>
          <a:r>
            <a:rPr lang="en-US" sz="1200" b="1" i="0" dirty="0"/>
            <a:t> </a:t>
          </a:r>
          <a:r>
            <a:rPr lang="en-US" sz="1200" b="1" i="0" dirty="0" err="1"/>
            <a:t>baseada</a:t>
          </a:r>
          <a:r>
            <a:rPr lang="en-US" sz="1200" b="1" i="0" dirty="0"/>
            <a:t> </a:t>
          </a:r>
          <a:r>
            <a:rPr lang="en-US" sz="1200" b="1" i="0" dirty="0" err="1"/>
            <a:t>em</a:t>
          </a:r>
          <a:r>
            <a:rPr lang="en-US" sz="1200" b="1" i="0" dirty="0"/>
            <a:t> </a:t>
          </a:r>
          <a:r>
            <a:rPr lang="en-US" sz="1200" b="1" i="0" dirty="0" err="1"/>
            <a:t>mensagens</a:t>
          </a:r>
          <a:r>
            <a:rPr lang="en-US" sz="1200" b="0" i="0" dirty="0"/>
            <a:t> entre </a:t>
          </a:r>
          <a:r>
            <a:rPr lang="en-US" sz="1200" b="0" i="0" dirty="0" err="1"/>
            <a:t>produtor</a:t>
          </a:r>
          <a:r>
            <a:rPr lang="en-US" sz="1200" b="0" i="0" dirty="0"/>
            <a:t> e </a:t>
          </a:r>
          <a:r>
            <a:rPr lang="en-US" sz="1200" b="0" i="0" dirty="0" err="1"/>
            <a:t>consumidor</a:t>
          </a:r>
          <a:r>
            <a:rPr lang="en-US" sz="1200" b="0" i="0" dirty="0"/>
            <a:t> via RabbitMQ (AMQP, exchanges fanout race-*), </a:t>
          </a:r>
          <a:r>
            <a:rPr lang="en-US" sz="1200" b="0" i="0" dirty="0" err="1"/>
            <a:t>sem</a:t>
          </a:r>
          <a:r>
            <a:rPr lang="en-US" sz="1200" b="0" i="0" dirty="0"/>
            <a:t> REST no </a:t>
          </a:r>
          <a:r>
            <a:rPr lang="en-US" sz="1200" b="0" i="0" dirty="0" err="1"/>
            <a:t>percurso</a:t>
          </a:r>
          <a:r>
            <a:rPr lang="en-US" sz="1200" b="0" i="0" dirty="0"/>
            <a:t> de </a:t>
          </a:r>
          <a:r>
            <a:rPr lang="en-US" sz="1200" b="0" i="0" dirty="0" err="1"/>
            <a:t>eventos</a:t>
          </a:r>
          <a:r>
            <a:rPr lang="en-US" sz="1200" b="0" i="0" dirty="0"/>
            <a:t>.</a:t>
          </a:r>
          <a:endParaRPr lang="pt-PT" sz="1200" noProof="0" dirty="0"/>
        </a:p>
      </dgm:t>
    </dgm:pt>
    <dgm:pt modelId="{9E29634D-0CB7-4A96-BB14-48B79B738FFB}" type="parTrans" cxnId="{AF1AECD4-C54D-4122-8457-40964956E0F7}">
      <dgm:prSet/>
      <dgm:spPr/>
      <dgm:t>
        <a:bodyPr/>
        <a:lstStyle/>
        <a:p>
          <a:endParaRPr lang="en-US"/>
        </a:p>
      </dgm:t>
    </dgm:pt>
    <dgm:pt modelId="{1271C38B-EF70-4CE4-A5F2-EA27AF746D77}" type="sibTrans" cxnId="{AF1AECD4-C54D-4122-8457-40964956E0F7}">
      <dgm:prSet/>
      <dgm:spPr/>
      <dgm:t>
        <a:bodyPr/>
        <a:lstStyle/>
        <a:p>
          <a:endParaRPr lang="en-US"/>
        </a:p>
      </dgm:t>
    </dgm:pt>
    <dgm:pt modelId="{F5FC615F-110C-4C32-B5F2-69BE4C0C83C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 noProof="0" dirty="0"/>
            <a:t>Mensagens Assíncronas</a:t>
          </a:r>
        </a:p>
      </dgm:t>
    </dgm:pt>
    <dgm:pt modelId="{E1807509-5222-435C-9D1E-A55A4FC56622}" type="parTrans" cxnId="{D58163D7-583D-469B-9A8E-3D325D225096}">
      <dgm:prSet/>
      <dgm:spPr/>
      <dgm:t>
        <a:bodyPr/>
        <a:lstStyle/>
        <a:p>
          <a:endParaRPr lang="en-US"/>
        </a:p>
      </dgm:t>
    </dgm:pt>
    <dgm:pt modelId="{3CCF503F-F25D-45C9-9235-558F9F25B63C}" type="sibTrans" cxnId="{D58163D7-583D-469B-9A8E-3D325D225096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86FA85D3-F9FB-406C-B524-A38A6CED457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200" b="0" i="0" dirty="0"/>
            <a:t>O </a:t>
          </a:r>
          <a:r>
            <a:rPr lang="en-US" sz="1200" b="0" i="0" dirty="0" err="1"/>
            <a:t>consumidor</a:t>
          </a:r>
          <a:r>
            <a:rPr lang="en-US" sz="1200" b="0" i="0" dirty="0"/>
            <a:t> </a:t>
          </a:r>
          <a:r>
            <a:rPr lang="en-US" sz="1200" b="0" i="0" dirty="0" err="1"/>
            <a:t>consome</a:t>
          </a:r>
          <a:r>
            <a:rPr lang="en-US" sz="1200" b="0" i="0" dirty="0"/>
            <a:t> </a:t>
          </a:r>
          <a:r>
            <a:rPr lang="en-US" sz="1200" b="0" i="0" dirty="0" err="1"/>
            <a:t>mensagens</a:t>
          </a:r>
          <a:r>
            <a:rPr lang="en-US" sz="1200" b="0" i="0" dirty="0"/>
            <a:t> e </a:t>
          </a:r>
          <a:r>
            <a:rPr lang="en-US" sz="1200" b="0" i="0" dirty="0" err="1"/>
            <a:t>reenvia</a:t>
          </a:r>
          <a:r>
            <a:rPr lang="en-US" sz="1200" b="0" i="0" dirty="0"/>
            <a:t>-as para o frontend via </a:t>
          </a:r>
          <a:r>
            <a:rPr lang="en-US" sz="1200" b="1" i="0" dirty="0"/>
            <a:t>WebSocket</a:t>
          </a:r>
          <a:r>
            <a:rPr lang="en-US" sz="1200" b="0" i="0" dirty="0"/>
            <a:t> (</a:t>
          </a:r>
          <a:r>
            <a:rPr lang="en-US" sz="1200" b="0" i="0" dirty="0" err="1"/>
            <a:t>persistente</a:t>
          </a:r>
          <a:r>
            <a:rPr lang="en-US" sz="1200" b="0" i="0" dirty="0"/>
            <a:t>, </a:t>
          </a:r>
          <a:r>
            <a:rPr lang="en-US" sz="1200" b="0" i="0" dirty="0" err="1"/>
            <a:t>bidirecional</a:t>
          </a:r>
          <a:r>
            <a:rPr lang="en-US" sz="1200" b="0" i="0" dirty="0"/>
            <a:t>). </a:t>
          </a:r>
        </a:p>
        <a:p>
          <a:pPr algn="just">
            <a:lnSpc>
              <a:spcPct val="100000"/>
            </a:lnSpc>
          </a:pPr>
          <a:r>
            <a:rPr lang="en-US" sz="1200" b="0" i="0" dirty="0" err="1"/>
            <a:t>É</a:t>
          </a:r>
          <a:r>
            <a:rPr lang="en-US" sz="1200" b="0" i="0" dirty="0"/>
            <a:t> </a:t>
          </a:r>
          <a:r>
            <a:rPr lang="en-US" sz="1200" b="0" i="0" dirty="0" err="1"/>
            <a:t>assíncrono</a:t>
          </a:r>
          <a:r>
            <a:rPr lang="en-US" sz="1200" b="0" i="0" dirty="0"/>
            <a:t>: o </a:t>
          </a:r>
          <a:r>
            <a:rPr lang="en-US" sz="1200" b="0" i="0" dirty="0" err="1"/>
            <a:t>cliente</a:t>
          </a:r>
          <a:r>
            <a:rPr lang="en-US" sz="1200" b="0" i="0" dirty="0"/>
            <a:t> </a:t>
          </a:r>
          <a:r>
            <a:rPr lang="en-US" sz="1200" b="0" i="0" dirty="0" err="1"/>
            <a:t>recebe</a:t>
          </a:r>
          <a:r>
            <a:rPr lang="en-US" sz="1200" b="0" i="0" dirty="0"/>
            <a:t> push </a:t>
          </a:r>
          <a:r>
            <a:rPr lang="en-US" sz="1200" b="0" i="0" dirty="0" err="1"/>
            <a:t>conforme</a:t>
          </a:r>
          <a:r>
            <a:rPr lang="en-US" sz="1200" b="0" i="0" dirty="0"/>
            <a:t> </a:t>
          </a:r>
          <a:r>
            <a:rPr lang="en-US" sz="1200" b="0" i="0" dirty="0" err="1"/>
            <a:t>chegam</a:t>
          </a:r>
          <a:r>
            <a:rPr lang="en-US" sz="1200" b="0" i="0" dirty="0"/>
            <a:t> </a:t>
          </a:r>
          <a:r>
            <a:rPr lang="en-US" sz="1200" b="0" i="0" dirty="0" err="1"/>
            <a:t>eventos</a:t>
          </a:r>
          <a:r>
            <a:rPr lang="en-US" sz="1200" b="0" i="0" dirty="0"/>
            <a:t>.</a:t>
          </a:r>
          <a:endParaRPr lang="pt-PT" sz="1200" noProof="0" dirty="0"/>
        </a:p>
      </dgm:t>
    </dgm:pt>
    <dgm:pt modelId="{0BB26DCA-67B5-43B3-BD5A-929ABC619EB5}" type="parTrans" cxnId="{335CDBEF-673F-44F0-8B6B-831F697F9C26}">
      <dgm:prSet/>
      <dgm:spPr/>
      <dgm:t>
        <a:bodyPr/>
        <a:lstStyle/>
        <a:p>
          <a:endParaRPr lang="en-US"/>
        </a:p>
      </dgm:t>
    </dgm:pt>
    <dgm:pt modelId="{0C6D8658-BE66-4009-8EDC-86EF48155C88}" type="sibTrans" cxnId="{335CDBEF-673F-44F0-8B6B-831F697F9C26}">
      <dgm:prSet/>
      <dgm:spPr/>
      <dgm:t>
        <a:bodyPr/>
        <a:lstStyle/>
        <a:p>
          <a:endParaRPr lang="en-US"/>
        </a:p>
      </dgm:t>
    </dgm:pt>
    <dgm:pt modelId="{94BEACEF-7912-4BE6-A496-A0D1752353A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 noProof="0" dirty="0"/>
            <a:t>Protocolos e Formatos de Dados</a:t>
          </a:r>
        </a:p>
      </dgm:t>
    </dgm:pt>
    <dgm:pt modelId="{771984FC-8569-4651-A71D-B72647718CB2}" type="parTrans" cxnId="{AA7DA8EE-CB6F-43AC-BD81-E7FF5A9F52AD}">
      <dgm:prSet/>
      <dgm:spPr/>
      <dgm:t>
        <a:bodyPr/>
        <a:lstStyle/>
        <a:p>
          <a:endParaRPr lang="en-US"/>
        </a:p>
      </dgm:t>
    </dgm:pt>
    <dgm:pt modelId="{862885EE-B2EA-4F33-AD99-CB1EA2B75284}" type="sibTrans" cxnId="{AA7DA8EE-CB6F-43AC-BD81-E7FF5A9F52AD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35057A4D-CD29-498E-AD01-00EBDCF38723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200" b="1" i="0" dirty="0"/>
            <a:t>AMQP</a:t>
          </a:r>
          <a:r>
            <a:rPr lang="en-US" sz="1200" b="0" i="0" dirty="0"/>
            <a:t> entre </a:t>
          </a:r>
          <a:r>
            <a:rPr lang="en-US" sz="1200" b="0" i="0" dirty="0" err="1"/>
            <a:t>produtor↔RabbitMQ↔consumidor</a:t>
          </a:r>
          <a:r>
            <a:rPr lang="en-US" sz="1200" b="0" i="0" dirty="0"/>
            <a:t>; </a:t>
          </a:r>
        </a:p>
        <a:p>
          <a:pPr algn="just">
            <a:lnSpc>
              <a:spcPct val="100000"/>
            </a:lnSpc>
          </a:pPr>
          <a:r>
            <a:rPr lang="en-US" sz="1200" b="1" i="0" dirty="0"/>
            <a:t>HTTP/WebSocket</a:t>
          </a:r>
          <a:r>
            <a:rPr lang="en-US" sz="1200" b="0" i="0" dirty="0"/>
            <a:t> para </a:t>
          </a:r>
          <a:r>
            <a:rPr lang="en-US" sz="1200" b="0" i="0" dirty="0" err="1"/>
            <a:t>consumidor↔frontend</a:t>
          </a:r>
          <a:r>
            <a:rPr lang="en-US" sz="1200" b="0" i="0" dirty="0"/>
            <a:t>;</a:t>
          </a:r>
        </a:p>
        <a:p>
          <a:pPr algn="just">
            <a:lnSpc>
              <a:spcPct val="100000"/>
            </a:lnSpc>
          </a:pPr>
          <a:r>
            <a:rPr lang="en-US" sz="1200" b="1" i="0" dirty="0"/>
            <a:t>JSON</a:t>
          </a:r>
          <a:r>
            <a:rPr lang="en-US" sz="1200" b="0" i="0" dirty="0"/>
            <a:t> com campos athlete, gender, race, location:{</a:t>
          </a:r>
          <a:r>
            <a:rPr lang="en-US" sz="1200" b="0" i="0" dirty="0" err="1"/>
            <a:t>latitude,longitude</a:t>
          </a:r>
          <a:r>
            <a:rPr lang="en-US" sz="1200" b="0" i="0" dirty="0"/>
            <a:t>}, elevation, time, event.</a:t>
          </a:r>
          <a:endParaRPr lang="pt-PT" sz="1200" noProof="0" dirty="0"/>
        </a:p>
      </dgm:t>
    </dgm:pt>
    <dgm:pt modelId="{7384E631-60FD-434C-BD5E-E8D00D2E8D1F}" type="parTrans" cxnId="{D9AF78B7-B130-4FCC-8D2B-B785BA442185}">
      <dgm:prSet/>
      <dgm:spPr/>
      <dgm:t>
        <a:bodyPr/>
        <a:lstStyle/>
        <a:p>
          <a:endParaRPr lang="en-US"/>
        </a:p>
      </dgm:t>
    </dgm:pt>
    <dgm:pt modelId="{6EECA2CE-AF2F-48B5-B160-EC23FAD8099A}" type="sibTrans" cxnId="{D9AF78B7-B130-4FCC-8D2B-B785BA442185}">
      <dgm:prSet/>
      <dgm:spPr/>
      <dgm:t>
        <a:bodyPr/>
        <a:lstStyle/>
        <a:p>
          <a:endParaRPr lang="en-US"/>
        </a:p>
      </dgm:t>
    </dgm:pt>
    <dgm:pt modelId="{96910E28-F356-4DA0-897C-F49D391AB5C2}" type="pres">
      <dgm:prSet presAssocID="{C793A4CB-741A-4143-BC70-8AF23D6F330E}" presName="Name0" presStyleCnt="0">
        <dgm:presLayoutVars>
          <dgm:dir/>
          <dgm:resizeHandles val="exact"/>
        </dgm:presLayoutVars>
      </dgm:prSet>
      <dgm:spPr/>
    </dgm:pt>
    <dgm:pt modelId="{EE1546D4-6146-4AA0-9791-EA13CC0F0CBB}" type="pres">
      <dgm:prSet presAssocID="{D6E17751-C7BF-49A7-8FE8-4C4DFCA83C77}" presName="compNode" presStyleCnt="0"/>
      <dgm:spPr/>
    </dgm:pt>
    <dgm:pt modelId="{F8522E71-9B97-4408-89B0-5B56F5725FF6}" type="pres">
      <dgm:prSet presAssocID="{D6E17751-C7BF-49A7-8FE8-4C4DFCA83C77}" presName="pictRect" presStyleLbl="revTx" presStyleIdx="0" presStyleCnt="6">
        <dgm:presLayoutVars>
          <dgm:chMax val="0"/>
          <dgm:bulletEnabled/>
        </dgm:presLayoutVars>
      </dgm:prSet>
      <dgm:spPr/>
    </dgm:pt>
    <dgm:pt modelId="{86B5E1DC-59F0-48B0-857F-679563625FA0}" type="pres">
      <dgm:prSet presAssocID="{D6E17751-C7BF-49A7-8FE8-4C4DFCA83C77}" presName="textRect" presStyleLbl="revTx" presStyleIdx="1" presStyleCnt="6">
        <dgm:presLayoutVars>
          <dgm:bulletEnabled/>
        </dgm:presLayoutVars>
      </dgm:prSet>
      <dgm:spPr/>
    </dgm:pt>
    <dgm:pt modelId="{82AD96FB-2824-4475-B822-82F355780AC5}" type="pres">
      <dgm:prSet presAssocID="{76C30252-9D36-4B36-8002-6D7DF7846DF6}" presName="sibTrans" presStyleLbl="sibTrans2D1" presStyleIdx="0" presStyleCnt="0"/>
      <dgm:spPr/>
    </dgm:pt>
    <dgm:pt modelId="{11D34C98-6AD8-4F4D-BBB3-FDA95828EBE4}" type="pres">
      <dgm:prSet presAssocID="{F5FC615F-110C-4C32-B5F2-69BE4C0C83C4}" presName="compNode" presStyleCnt="0"/>
      <dgm:spPr/>
    </dgm:pt>
    <dgm:pt modelId="{7134C525-8CCD-4108-AF01-96286A5A0E05}" type="pres">
      <dgm:prSet presAssocID="{F5FC615F-110C-4C32-B5F2-69BE4C0C83C4}" presName="pictRect" presStyleLbl="revTx" presStyleIdx="2" presStyleCnt="6">
        <dgm:presLayoutVars>
          <dgm:chMax val="0"/>
          <dgm:bulletEnabled/>
        </dgm:presLayoutVars>
      </dgm:prSet>
      <dgm:spPr/>
    </dgm:pt>
    <dgm:pt modelId="{1F303D58-5C0E-441C-AD6F-0CB810D3C9E8}" type="pres">
      <dgm:prSet presAssocID="{F5FC615F-110C-4C32-B5F2-69BE4C0C83C4}" presName="textRect" presStyleLbl="revTx" presStyleIdx="3" presStyleCnt="6">
        <dgm:presLayoutVars>
          <dgm:bulletEnabled/>
        </dgm:presLayoutVars>
      </dgm:prSet>
      <dgm:spPr/>
    </dgm:pt>
    <dgm:pt modelId="{9BEC220A-F45A-4D59-9ED0-249D16E09ABE}" type="pres">
      <dgm:prSet presAssocID="{3CCF503F-F25D-45C9-9235-558F9F25B63C}" presName="sibTrans" presStyleLbl="sibTrans2D1" presStyleIdx="0" presStyleCnt="0"/>
      <dgm:spPr/>
    </dgm:pt>
    <dgm:pt modelId="{F235BD52-21DA-4BEC-93BF-C3F0B279083F}" type="pres">
      <dgm:prSet presAssocID="{94BEACEF-7912-4BE6-A496-A0D1752353AC}" presName="compNode" presStyleCnt="0"/>
      <dgm:spPr/>
    </dgm:pt>
    <dgm:pt modelId="{FC0ED944-368A-4995-9904-DDDEE2178AA9}" type="pres">
      <dgm:prSet presAssocID="{94BEACEF-7912-4BE6-A496-A0D1752353AC}" presName="pictRect" presStyleLbl="revTx" presStyleIdx="4" presStyleCnt="6">
        <dgm:presLayoutVars>
          <dgm:chMax val="0"/>
          <dgm:bulletEnabled/>
        </dgm:presLayoutVars>
      </dgm:prSet>
      <dgm:spPr/>
    </dgm:pt>
    <dgm:pt modelId="{C0D7DB82-4CD9-4C38-A5E9-D88A21934649}" type="pres">
      <dgm:prSet presAssocID="{94BEACEF-7912-4BE6-A496-A0D1752353AC}" presName="textRect" presStyleLbl="revTx" presStyleIdx="5" presStyleCnt="6">
        <dgm:presLayoutVars>
          <dgm:bulletEnabled/>
        </dgm:presLayoutVars>
      </dgm:prSet>
      <dgm:spPr/>
    </dgm:pt>
  </dgm:ptLst>
  <dgm:cxnLst>
    <dgm:cxn modelId="{B8FFBB04-003F-4418-8A6A-53F3130F8B57}" type="presOf" srcId="{F5FC615F-110C-4C32-B5F2-69BE4C0C83C4}" destId="{7134C525-8CCD-4108-AF01-96286A5A0E05}" srcOrd="0" destOrd="0" presId="urn:microsoft.com/office/officeart/2024/3/layout/hArchList1"/>
    <dgm:cxn modelId="{39F59248-7C5D-4961-BFD3-9945101D22E3}" type="presOf" srcId="{35057A4D-CD29-498E-AD01-00EBDCF38723}" destId="{C0D7DB82-4CD9-4C38-A5E9-D88A21934649}" srcOrd="0" destOrd="0" presId="urn:microsoft.com/office/officeart/2024/3/layout/hArchList1"/>
    <dgm:cxn modelId="{5A226E53-9FA9-4886-8B28-F22EA8AABE89}" type="presOf" srcId="{3CCF503F-F25D-45C9-9235-558F9F25B63C}" destId="{9BEC220A-F45A-4D59-9ED0-249D16E09ABE}" srcOrd="0" destOrd="0" presId="urn:microsoft.com/office/officeart/2024/3/layout/hArchList1"/>
    <dgm:cxn modelId="{5CB80C65-D5D0-49B2-8231-6BF20167FCA8}" srcId="{C793A4CB-741A-4143-BC70-8AF23D6F330E}" destId="{D6E17751-C7BF-49A7-8FE8-4C4DFCA83C77}" srcOrd="0" destOrd="0" parTransId="{76C35E4F-8FEC-4536-A286-87E083CD1A27}" sibTransId="{76C30252-9D36-4B36-8002-6D7DF7846DF6}"/>
    <dgm:cxn modelId="{DB78FD74-2A2B-4DC6-A7DD-A9AF230C0A25}" type="presOf" srcId="{86FA85D3-F9FB-406C-B524-A38A6CED4576}" destId="{1F303D58-5C0E-441C-AD6F-0CB810D3C9E8}" srcOrd="0" destOrd="0" presId="urn:microsoft.com/office/officeart/2024/3/layout/hArchList1"/>
    <dgm:cxn modelId="{CE66048A-925E-4E5D-9082-C6AAB0BAEF43}" type="presOf" srcId="{94BEACEF-7912-4BE6-A496-A0D1752353AC}" destId="{FC0ED944-368A-4995-9904-DDDEE2178AA9}" srcOrd="0" destOrd="0" presId="urn:microsoft.com/office/officeart/2024/3/layout/hArchList1"/>
    <dgm:cxn modelId="{D9AF78B7-B130-4FCC-8D2B-B785BA442185}" srcId="{94BEACEF-7912-4BE6-A496-A0D1752353AC}" destId="{35057A4D-CD29-498E-AD01-00EBDCF38723}" srcOrd="0" destOrd="0" parTransId="{7384E631-60FD-434C-BD5E-E8D00D2E8D1F}" sibTransId="{6EECA2CE-AF2F-48B5-B160-EC23FAD8099A}"/>
    <dgm:cxn modelId="{AF1AECD4-C54D-4122-8457-40964956E0F7}" srcId="{D6E17751-C7BF-49A7-8FE8-4C4DFCA83C77}" destId="{5177CEE2-7C42-4985-9A1D-DD5EAC36F4B6}" srcOrd="0" destOrd="0" parTransId="{9E29634D-0CB7-4A96-BB14-48B79B738FFB}" sibTransId="{1271C38B-EF70-4CE4-A5F2-EA27AF746D77}"/>
    <dgm:cxn modelId="{D58163D7-583D-469B-9A8E-3D325D225096}" srcId="{C793A4CB-741A-4143-BC70-8AF23D6F330E}" destId="{F5FC615F-110C-4C32-B5F2-69BE4C0C83C4}" srcOrd="1" destOrd="0" parTransId="{E1807509-5222-435C-9D1E-A55A4FC56622}" sibTransId="{3CCF503F-F25D-45C9-9235-558F9F25B63C}"/>
    <dgm:cxn modelId="{406AA9DE-C2E1-4BEF-B612-E9BD3DB967B4}" type="presOf" srcId="{C793A4CB-741A-4143-BC70-8AF23D6F330E}" destId="{96910E28-F356-4DA0-897C-F49D391AB5C2}" srcOrd="0" destOrd="0" presId="urn:microsoft.com/office/officeart/2024/3/layout/hArchList1"/>
    <dgm:cxn modelId="{AA7DA8EE-CB6F-43AC-BD81-E7FF5A9F52AD}" srcId="{C793A4CB-741A-4143-BC70-8AF23D6F330E}" destId="{94BEACEF-7912-4BE6-A496-A0D1752353AC}" srcOrd="2" destOrd="0" parTransId="{771984FC-8569-4651-A71D-B72647718CB2}" sibTransId="{862885EE-B2EA-4F33-AD99-CB1EA2B75284}"/>
    <dgm:cxn modelId="{335CDBEF-673F-44F0-8B6B-831F697F9C26}" srcId="{F5FC615F-110C-4C32-B5F2-69BE4C0C83C4}" destId="{86FA85D3-F9FB-406C-B524-A38A6CED4576}" srcOrd="0" destOrd="0" parTransId="{0BB26DCA-67B5-43B3-BD5A-929ABC619EB5}" sibTransId="{0C6D8658-BE66-4009-8EDC-86EF48155C88}"/>
    <dgm:cxn modelId="{304EEBFD-9A38-4BE7-B83D-81F05EEF3673}" type="presOf" srcId="{76C30252-9D36-4B36-8002-6D7DF7846DF6}" destId="{82AD96FB-2824-4475-B822-82F355780AC5}" srcOrd="0" destOrd="0" presId="urn:microsoft.com/office/officeart/2024/3/layout/hArchList1"/>
    <dgm:cxn modelId="{C9513FFF-7510-45A9-AA76-E5B674073BAC}" type="presOf" srcId="{D6E17751-C7BF-49A7-8FE8-4C4DFCA83C77}" destId="{F8522E71-9B97-4408-89B0-5B56F5725FF6}" srcOrd="0" destOrd="0" presId="urn:microsoft.com/office/officeart/2024/3/layout/hArchList1"/>
    <dgm:cxn modelId="{05CBD6FF-FDEF-4E48-8E39-FBF7A2EFC8EB}" type="presOf" srcId="{5177CEE2-7C42-4985-9A1D-DD5EAC36F4B6}" destId="{86B5E1DC-59F0-48B0-857F-679563625FA0}" srcOrd="0" destOrd="0" presId="urn:microsoft.com/office/officeart/2024/3/layout/hArchList1"/>
    <dgm:cxn modelId="{C7DF9605-A6E3-4A91-A43A-570C344B9057}" type="presParOf" srcId="{96910E28-F356-4DA0-897C-F49D391AB5C2}" destId="{EE1546D4-6146-4AA0-9791-EA13CC0F0CBB}" srcOrd="0" destOrd="0" presId="urn:microsoft.com/office/officeart/2024/3/layout/hArchList1"/>
    <dgm:cxn modelId="{52F9F00A-E671-4D08-BEC4-3B4102A30562}" type="presParOf" srcId="{EE1546D4-6146-4AA0-9791-EA13CC0F0CBB}" destId="{F8522E71-9B97-4408-89B0-5B56F5725FF6}" srcOrd="0" destOrd="0" presId="urn:microsoft.com/office/officeart/2024/3/layout/hArchList1"/>
    <dgm:cxn modelId="{582A4051-66CE-4B48-BDA4-0F0CBD679A38}" type="presParOf" srcId="{EE1546D4-6146-4AA0-9791-EA13CC0F0CBB}" destId="{86B5E1DC-59F0-48B0-857F-679563625FA0}" srcOrd="1" destOrd="0" presId="urn:microsoft.com/office/officeart/2024/3/layout/hArchList1"/>
    <dgm:cxn modelId="{FF50A2DB-6D4D-41DC-8C9F-1EAC85B4B60B}" type="presParOf" srcId="{96910E28-F356-4DA0-897C-F49D391AB5C2}" destId="{82AD96FB-2824-4475-B822-82F355780AC5}" srcOrd="1" destOrd="0" presId="urn:microsoft.com/office/officeart/2024/3/layout/hArchList1"/>
    <dgm:cxn modelId="{69E80A0C-6C04-4240-944C-BC6CFA9C5B7B}" type="presParOf" srcId="{96910E28-F356-4DA0-897C-F49D391AB5C2}" destId="{11D34C98-6AD8-4F4D-BBB3-FDA95828EBE4}" srcOrd="2" destOrd="0" presId="urn:microsoft.com/office/officeart/2024/3/layout/hArchList1"/>
    <dgm:cxn modelId="{2277B5FC-6EBA-488E-BDE3-AC11AF24648C}" type="presParOf" srcId="{11D34C98-6AD8-4F4D-BBB3-FDA95828EBE4}" destId="{7134C525-8CCD-4108-AF01-96286A5A0E05}" srcOrd="0" destOrd="0" presId="urn:microsoft.com/office/officeart/2024/3/layout/hArchList1"/>
    <dgm:cxn modelId="{1E48B94C-9DF5-4505-B62F-E9765645B5B2}" type="presParOf" srcId="{11D34C98-6AD8-4F4D-BBB3-FDA95828EBE4}" destId="{1F303D58-5C0E-441C-AD6F-0CB810D3C9E8}" srcOrd="1" destOrd="0" presId="urn:microsoft.com/office/officeart/2024/3/layout/hArchList1"/>
    <dgm:cxn modelId="{15F5B448-9CAE-4D88-9A84-B2A55CB58765}" type="presParOf" srcId="{96910E28-F356-4DA0-897C-F49D391AB5C2}" destId="{9BEC220A-F45A-4D59-9ED0-249D16E09ABE}" srcOrd="3" destOrd="0" presId="urn:microsoft.com/office/officeart/2024/3/layout/hArchList1"/>
    <dgm:cxn modelId="{2CED194E-C9D4-4FEA-B59E-C8A95AABC8E0}" type="presParOf" srcId="{96910E28-F356-4DA0-897C-F49D391AB5C2}" destId="{F235BD52-21DA-4BEC-93BF-C3F0B279083F}" srcOrd="4" destOrd="0" presId="urn:microsoft.com/office/officeart/2024/3/layout/hArchList1"/>
    <dgm:cxn modelId="{E27C3B61-48DF-4FD4-8800-D30D7F9EA95B}" type="presParOf" srcId="{F235BD52-21DA-4BEC-93BF-C3F0B279083F}" destId="{FC0ED944-368A-4995-9904-DDDEE2178AA9}" srcOrd="0" destOrd="0" presId="urn:microsoft.com/office/officeart/2024/3/layout/hArchList1"/>
    <dgm:cxn modelId="{2798AD45-F73B-4028-AEF5-C66517A5CE5B}" type="presParOf" srcId="{F235BD52-21DA-4BEC-93BF-C3F0B279083F}" destId="{C0D7DB82-4CD9-4C38-A5E9-D88A21934649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2754B0A-6E15-4B65-8741-53630B146FEC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E9AF6C-3949-406D-888C-96CED4EBF7A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dirty="0" err="1"/>
            <a:t>Funcionalidade</a:t>
          </a:r>
          <a:r>
            <a:rPr lang="en-US" b="1" i="0" dirty="0"/>
            <a:t> &amp; Performance</a:t>
          </a:r>
          <a:endParaRPr lang="en-US" b="0" i="0" dirty="0"/>
        </a:p>
      </dgm:t>
    </dgm:pt>
    <dgm:pt modelId="{421D91D7-B386-44DA-8212-AD99D947CBE4}" type="parTrans" cxnId="{CC632DC9-EB65-42EE-9C3D-99E40924A240}">
      <dgm:prSet/>
      <dgm:spPr/>
      <dgm:t>
        <a:bodyPr/>
        <a:lstStyle/>
        <a:p>
          <a:endParaRPr lang="en-US"/>
        </a:p>
      </dgm:t>
    </dgm:pt>
    <dgm:pt modelId="{C4DFCAF9-CAC0-49A7-AEE3-A22E2D7FC72D}" type="sibTrans" cxnId="{CC632DC9-EB65-42EE-9C3D-99E40924A240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70B2C7B7-A192-4DCD-9437-8B764404D30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0" i="0" dirty="0"/>
            <a:t>Sistema </a:t>
          </a:r>
          <a:r>
            <a:rPr lang="en-US" sz="1200" b="0" i="0" dirty="0" err="1"/>
            <a:t>funcional</a:t>
          </a:r>
          <a:r>
            <a:rPr lang="en-US" sz="1200" b="0" i="0" dirty="0"/>
            <a:t> end-to-end: </a:t>
          </a:r>
          <a:r>
            <a:rPr lang="en-US" sz="1200" b="0" i="0" dirty="0" err="1"/>
            <a:t>simulação</a:t>
          </a:r>
          <a:r>
            <a:rPr lang="en-US" sz="1200" b="0" i="0" dirty="0"/>
            <a:t> → </a:t>
          </a:r>
          <a:r>
            <a:rPr lang="en-US" sz="1200" b="0" i="0" dirty="0" err="1"/>
            <a:t>eventos</a:t>
          </a:r>
          <a:r>
            <a:rPr lang="en-US" sz="1200" b="0" i="0" dirty="0"/>
            <a:t> → </a:t>
          </a:r>
          <a:r>
            <a:rPr lang="en-US" sz="1200" b="0" i="0" dirty="0" err="1"/>
            <a:t>visualização</a:t>
          </a:r>
          <a:r>
            <a:rPr lang="en-US" sz="1200" b="0" i="0" dirty="0"/>
            <a:t> </a:t>
          </a:r>
          <a:r>
            <a:rPr lang="en-US" sz="1200" b="0" i="0" dirty="0" err="1"/>
            <a:t>em</a:t>
          </a:r>
          <a:r>
            <a:rPr lang="en-US" sz="1200" b="0" i="0" dirty="0"/>
            <a:t> tempo real.</a:t>
          </a:r>
          <a:endParaRPr lang="pt-PT" sz="1200" noProof="0" dirty="0"/>
        </a:p>
      </dgm:t>
    </dgm:pt>
    <dgm:pt modelId="{6F119966-094B-4A3F-AC4C-FFB8DE273B5A}" type="parTrans" cxnId="{78BB7D39-02D7-4429-9DE5-F721E2691B24}">
      <dgm:prSet/>
      <dgm:spPr/>
      <dgm:t>
        <a:bodyPr/>
        <a:lstStyle/>
        <a:p>
          <a:endParaRPr lang="en-US"/>
        </a:p>
      </dgm:t>
    </dgm:pt>
    <dgm:pt modelId="{68876C77-E3EA-4BA6-B990-997A192929B2}" type="sibTrans" cxnId="{78BB7D39-02D7-4429-9DE5-F721E2691B24}">
      <dgm:prSet/>
      <dgm:spPr/>
      <dgm:t>
        <a:bodyPr/>
        <a:lstStyle/>
        <a:p>
          <a:endParaRPr lang="en-US"/>
        </a:p>
      </dgm:t>
    </dgm:pt>
    <dgm:pt modelId="{9244F983-C9C8-4034-9775-31AFE96418D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dirty="0" err="1"/>
            <a:t>Escalabilidade</a:t>
          </a:r>
          <a:endParaRPr lang="pt-PT" noProof="0" dirty="0"/>
        </a:p>
      </dgm:t>
    </dgm:pt>
    <dgm:pt modelId="{4D8B965E-37DD-430F-B235-4F4B0BB4CA1D}" type="parTrans" cxnId="{FFD33293-4790-4B74-A2B8-6563E33E390C}">
      <dgm:prSet/>
      <dgm:spPr/>
      <dgm:t>
        <a:bodyPr/>
        <a:lstStyle/>
        <a:p>
          <a:endParaRPr lang="en-US"/>
        </a:p>
      </dgm:t>
    </dgm:pt>
    <dgm:pt modelId="{4C8213EE-88CA-456A-A915-25008F6B6438}" type="sibTrans" cxnId="{FFD33293-4790-4B74-A2B8-6563E33E390C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163B4674-6AD7-4FA2-A3D3-AE110443E2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 err="1"/>
            <a:t>Produtor</a:t>
          </a:r>
          <a:r>
            <a:rPr lang="en-US" b="0" i="0" dirty="0"/>
            <a:t> multi-thread, </a:t>
          </a:r>
          <a:r>
            <a:rPr lang="en-US" b="0" i="0" dirty="0" err="1"/>
            <a:t>consumidor</a:t>
          </a:r>
          <a:r>
            <a:rPr lang="en-US" b="0" i="0" dirty="0"/>
            <a:t> </a:t>
          </a:r>
          <a:r>
            <a:rPr lang="en-US" b="0" i="0" dirty="0" err="1"/>
            <a:t>assíncrono</a:t>
          </a:r>
          <a:r>
            <a:rPr lang="en-US" b="0" i="0" dirty="0"/>
            <a:t> (</a:t>
          </a:r>
          <a:r>
            <a:rPr lang="en-US" b="0" i="0" dirty="0" err="1"/>
            <a:t>FastAPI</a:t>
          </a:r>
          <a:r>
            <a:rPr lang="en-US" b="0" i="0" dirty="0"/>
            <a:t> + </a:t>
          </a:r>
          <a:r>
            <a:rPr lang="en-US" b="0" i="0" dirty="0" err="1"/>
            <a:t>aiokafka</a:t>
          </a:r>
          <a:r>
            <a:rPr lang="en-US" b="0" i="0" dirty="0"/>
            <a:t>), </a:t>
          </a:r>
          <a:r>
            <a:rPr lang="en-US" b="0" i="0" dirty="0" err="1"/>
            <a:t>suporta</a:t>
          </a:r>
          <a:r>
            <a:rPr lang="en-US" b="0" i="0" dirty="0"/>
            <a:t> </a:t>
          </a:r>
          <a:r>
            <a:rPr lang="en-US" b="0" i="0" dirty="0" err="1"/>
            <a:t>múltiplas</a:t>
          </a:r>
          <a:r>
            <a:rPr lang="en-US" b="0" i="0" dirty="0"/>
            <a:t> corridas/</a:t>
          </a:r>
          <a:r>
            <a:rPr lang="en-US" b="0" i="0" dirty="0" err="1"/>
            <a:t>atletas</a:t>
          </a:r>
          <a:r>
            <a:rPr lang="en-US" b="0" i="0" dirty="0"/>
            <a:t>.</a:t>
          </a:r>
          <a:endParaRPr lang="pt-PT" noProof="0" dirty="0"/>
        </a:p>
      </dgm:t>
    </dgm:pt>
    <dgm:pt modelId="{C1A4201C-32F8-4D1E-8FAD-422732817EB8}" type="parTrans" cxnId="{8E71C7E3-C45B-4297-8EF5-D87EB9932E8D}">
      <dgm:prSet/>
      <dgm:spPr/>
      <dgm:t>
        <a:bodyPr/>
        <a:lstStyle/>
        <a:p>
          <a:endParaRPr lang="en-US"/>
        </a:p>
      </dgm:t>
    </dgm:pt>
    <dgm:pt modelId="{13F0CE69-FD84-41FA-9B6D-5ED434E09C96}" type="sibTrans" cxnId="{8E71C7E3-C45B-4297-8EF5-D87EB9932E8D}">
      <dgm:prSet/>
      <dgm:spPr/>
      <dgm:t>
        <a:bodyPr/>
        <a:lstStyle/>
        <a:p>
          <a:endParaRPr lang="en-US"/>
        </a:p>
      </dgm:t>
    </dgm:pt>
    <dgm:pt modelId="{3DB5A003-BBC6-4ECC-9503-F5859213DA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dirty="0" err="1"/>
            <a:t>Confiabilidade</a:t>
          </a:r>
          <a:endParaRPr lang="pt-PT" noProof="0" dirty="0"/>
        </a:p>
      </dgm:t>
    </dgm:pt>
    <dgm:pt modelId="{52047C1E-4E2C-468E-9CC2-A1EF17234188}" type="parTrans" cxnId="{4CACBF2A-73BE-4459-818C-7E17716901F0}">
      <dgm:prSet/>
      <dgm:spPr/>
      <dgm:t>
        <a:bodyPr/>
        <a:lstStyle/>
        <a:p>
          <a:endParaRPr lang="en-US"/>
        </a:p>
      </dgm:t>
    </dgm:pt>
    <dgm:pt modelId="{8C202E3F-993F-4F47-83DF-E3D50AB83994}" type="sibTrans" cxnId="{4CACBF2A-73BE-4459-818C-7E17716901F0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FC84A8AE-2D1D-4FD6-9B0A-A87AD46219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Queue </a:t>
          </a:r>
          <a:r>
            <a:rPr lang="en-US" b="0" i="0" dirty="0" err="1"/>
            <a:t>durável</a:t>
          </a:r>
          <a:r>
            <a:rPr lang="en-US" b="0" i="0" dirty="0"/>
            <a:t>, </a:t>
          </a:r>
          <a:r>
            <a:rPr lang="en-US" b="0" i="0" dirty="0" err="1"/>
            <a:t>conexão</a:t>
          </a:r>
          <a:r>
            <a:rPr lang="en-US" b="0" i="0" dirty="0"/>
            <a:t> RabbitMQ com backoff </a:t>
          </a:r>
          <a:r>
            <a:rPr lang="en-US" b="0" i="0" dirty="0" err="1"/>
            <a:t>exponencial</a:t>
          </a:r>
          <a:r>
            <a:rPr lang="en-US" b="0" i="0" dirty="0"/>
            <a:t> (max 5 </a:t>
          </a:r>
          <a:r>
            <a:rPr lang="en-US" b="0" i="0" dirty="0" err="1"/>
            <a:t>tentativas</a:t>
          </a:r>
          <a:r>
            <a:rPr lang="en-US" b="0" i="0" dirty="0"/>
            <a:t>, cooldown 300s).</a:t>
          </a:r>
          <a:endParaRPr lang="pt-PT" noProof="0" dirty="0"/>
        </a:p>
      </dgm:t>
    </dgm:pt>
    <dgm:pt modelId="{8A688B7B-046E-4DB1-B0D7-2F0BBDFF9808}" type="parTrans" cxnId="{7A12F8D2-89AD-4D7C-98B7-F8EC12F43B99}">
      <dgm:prSet/>
      <dgm:spPr/>
      <dgm:t>
        <a:bodyPr/>
        <a:lstStyle/>
        <a:p>
          <a:endParaRPr lang="en-US"/>
        </a:p>
      </dgm:t>
    </dgm:pt>
    <dgm:pt modelId="{83DB3DE8-C088-40E1-BD9E-69660C911D93}" type="sibTrans" cxnId="{7A12F8D2-89AD-4D7C-98B7-F8EC12F43B99}">
      <dgm:prSet/>
      <dgm:spPr/>
      <dgm:t>
        <a:bodyPr/>
        <a:lstStyle/>
        <a:p>
          <a:endParaRPr lang="en-US"/>
        </a:p>
      </dgm:t>
    </dgm:pt>
    <dgm:pt modelId="{201CBF72-A598-7549-8A99-C15841745FD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0" i="0" dirty="0"/>
            <a:t>RabbitMQ com exchanges fanout </a:t>
          </a:r>
          <a:r>
            <a:rPr lang="en-US" sz="1200" b="0" i="0" dirty="0" err="1"/>
            <a:t>permite</a:t>
          </a:r>
          <a:r>
            <a:rPr lang="en-US" sz="1200" b="0" i="0" dirty="0"/>
            <a:t> broadcast </a:t>
          </a:r>
          <a:r>
            <a:rPr lang="en-US" sz="1200" b="0" i="0" dirty="0" err="1"/>
            <a:t>escalável</a:t>
          </a:r>
          <a:r>
            <a:rPr lang="en-US" sz="1200" b="0" i="0" dirty="0"/>
            <a:t> a </a:t>
          </a:r>
          <a:r>
            <a:rPr lang="en-US" sz="1200" b="0" i="0" dirty="0" err="1"/>
            <a:t>múltiplos</a:t>
          </a:r>
          <a:r>
            <a:rPr lang="en-US" sz="1200" b="0" i="0" dirty="0"/>
            <a:t> </a:t>
          </a:r>
          <a:r>
            <a:rPr lang="en-US" sz="1200" b="0" i="0" dirty="0" err="1"/>
            <a:t>clientes</a:t>
          </a:r>
          <a:r>
            <a:rPr lang="en-US" sz="1200" b="0" i="0" dirty="0"/>
            <a:t>.</a:t>
          </a:r>
        </a:p>
      </dgm:t>
    </dgm:pt>
    <dgm:pt modelId="{C83B0279-78AE-5045-A605-C6F84E04B569}" type="parTrans" cxnId="{A3ED60B6-5EB5-D043-B480-025701D74484}">
      <dgm:prSet/>
      <dgm:spPr/>
      <dgm:t>
        <a:bodyPr/>
        <a:lstStyle/>
        <a:p>
          <a:endParaRPr lang="en-US"/>
        </a:p>
      </dgm:t>
    </dgm:pt>
    <dgm:pt modelId="{E1F6AC75-55BA-3B46-B8BE-BBE19AC09727}" type="sibTrans" cxnId="{A3ED60B6-5EB5-D043-B480-025701D74484}">
      <dgm:prSet/>
      <dgm:spPr/>
      <dgm:t>
        <a:bodyPr/>
        <a:lstStyle/>
        <a:p>
          <a:endParaRPr lang="en-US"/>
        </a:p>
      </dgm:t>
    </dgm:pt>
    <dgm:pt modelId="{E3889800-F9DA-D547-A060-175F8CD3582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0" i="0" dirty="0"/>
            <a:t>WebSocket </a:t>
          </a:r>
          <a:r>
            <a:rPr lang="en-US" sz="1200" b="0" i="0" dirty="0" err="1"/>
            <a:t>assíncrono</a:t>
          </a:r>
          <a:r>
            <a:rPr lang="en-US" sz="1200" b="0" i="0" dirty="0"/>
            <a:t> </a:t>
          </a:r>
          <a:r>
            <a:rPr lang="en-US" sz="1200" b="0" i="0" dirty="0" err="1"/>
            <a:t>reduz</a:t>
          </a:r>
          <a:r>
            <a:rPr lang="en-US" sz="1200" b="0" i="0" dirty="0"/>
            <a:t> </a:t>
          </a:r>
          <a:r>
            <a:rPr lang="en-US" sz="1200" b="0" i="0" dirty="0" err="1"/>
            <a:t>latência</a:t>
          </a:r>
          <a:r>
            <a:rPr lang="en-US" sz="1200" b="0" i="0" dirty="0"/>
            <a:t> (push vs polling).</a:t>
          </a:r>
        </a:p>
      </dgm:t>
    </dgm:pt>
    <dgm:pt modelId="{C70CCB9D-5728-5643-991D-53431B374A2E}" type="parTrans" cxnId="{572BFA81-A42F-4A43-A1BB-1D10667D64EB}">
      <dgm:prSet/>
      <dgm:spPr/>
      <dgm:t>
        <a:bodyPr/>
        <a:lstStyle/>
        <a:p>
          <a:endParaRPr lang="en-US"/>
        </a:p>
      </dgm:t>
    </dgm:pt>
    <dgm:pt modelId="{64DE51A7-E649-ED47-932C-C67C0D51C72C}" type="sibTrans" cxnId="{572BFA81-A42F-4A43-A1BB-1D10667D64EB}">
      <dgm:prSet/>
      <dgm:spPr/>
      <dgm:t>
        <a:bodyPr/>
        <a:lstStyle/>
        <a:p>
          <a:endParaRPr lang="en-US"/>
        </a:p>
      </dgm:t>
    </dgm:pt>
    <dgm:pt modelId="{8E64FA12-A973-2948-8B9A-280F1E3245E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0" i="0" dirty="0" err="1"/>
            <a:t>Métricas</a:t>
          </a:r>
          <a:r>
            <a:rPr lang="en-US" sz="1200" b="0" i="0" dirty="0"/>
            <a:t> Prometheus (</a:t>
          </a:r>
          <a:r>
            <a:rPr lang="en-US" sz="1200" b="0" i="0" dirty="0" err="1"/>
            <a:t>messages_consumed</a:t>
          </a:r>
          <a:r>
            <a:rPr lang="en-US" sz="1200" b="0" i="0" dirty="0"/>
            <a:t>, </a:t>
          </a:r>
          <a:r>
            <a:rPr lang="en-US" sz="1200" b="0" i="0" dirty="0" err="1"/>
            <a:t>ws_messages_sent</a:t>
          </a:r>
          <a:r>
            <a:rPr lang="en-US" sz="1200" b="0" i="0" dirty="0"/>
            <a:t>, </a:t>
          </a:r>
          <a:r>
            <a:rPr lang="en-US" sz="1200" b="0" i="0" dirty="0" err="1"/>
            <a:t>ws_connections</a:t>
          </a:r>
          <a:r>
            <a:rPr lang="en-US" sz="1200" b="0" i="0" dirty="0"/>
            <a:t>) </a:t>
          </a:r>
          <a:r>
            <a:rPr lang="en-US" sz="1200" b="0" i="0" dirty="0" err="1"/>
            <a:t>permitem</a:t>
          </a:r>
          <a:r>
            <a:rPr lang="en-US" sz="1200" b="0" i="0" dirty="0"/>
            <a:t> </a:t>
          </a:r>
          <a:r>
            <a:rPr lang="en-US" sz="1200" b="0" i="0" dirty="0" err="1"/>
            <a:t>observabilidade</a:t>
          </a:r>
          <a:r>
            <a:rPr lang="en-US" sz="1200" b="0" i="0" dirty="0"/>
            <a:t>.</a:t>
          </a:r>
        </a:p>
      </dgm:t>
    </dgm:pt>
    <dgm:pt modelId="{1E98A484-43E8-7B41-B905-127B0707C516}" type="parTrans" cxnId="{80CC5AEA-065E-0D41-8D4C-DC113AA27850}">
      <dgm:prSet/>
      <dgm:spPr/>
      <dgm:t>
        <a:bodyPr/>
        <a:lstStyle/>
        <a:p>
          <a:endParaRPr lang="en-US"/>
        </a:p>
      </dgm:t>
    </dgm:pt>
    <dgm:pt modelId="{6A9DF5B1-C630-D948-81D6-027574954AED}" type="sibTrans" cxnId="{80CC5AEA-065E-0D41-8D4C-DC113AA27850}">
      <dgm:prSet/>
      <dgm:spPr/>
      <dgm:t>
        <a:bodyPr/>
        <a:lstStyle/>
        <a:p>
          <a:endParaRPr lang="en-US"/>
        </a:p>
      </dgm:t>
    </dgm:pt>
    <dgm:pt modelId="{2B5734C6-1FB5-8041-B36F-63B2AC2FE4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Bind </a:t>
          </a:r>
          <a:r>
            <a:rPr lang="en-US" b="0" i="0" dirty="0" err="1"/>
            <a:t>automático</a:t>
          </a:r>
          <a:r>
            <a:rPr lang="en-US" b="0" i="0" dirty="0"/>
            <a:t> de exchanges </a:t>
          </a:r>
          <a:r>
            <a:rPr lang="en-US" b="0" i="0" dirty="0" err="1"/>
            <a:t>novos</a:t>
          </a:r>
          <a:r>
            <a:rPr lang="en-US" b="0" i="0" dirty="0"/>
            <a:t> a </a:t>
          </a:r>
          <a:r>
            <a:rPr lang="en-US" b="0" i="0" dirty="0" err="1"/>
            <a:t>cada</a:t>
          </a:r>
          <a:r>
            <a:rPr lang="en-US" b="0" i="0" dirty="0"/>
            <a:t> 10s.</a:t>
          </a:r>
        </a:p>
      </dgm:t>
    </dgm:pt>
    <dgm:pt modelId="{48AFBA1F-C597-DC4D-9618-9BAAC727BD3E}" type="parTrans" cxnId="{6EDF07EA-7D6F-0649-9330-D978E3088C6A}">
      <dgm:prSet/>
      <dgm:spPr/>
      <dgm:t>
        <a:bodyPr/>
        <a:lstStyle/>
        <a:p>
          <a:endParaRPr lang="en-US"/>
        </a:p>
      </dgm:t>
    </dgm:pt>
    <dgm:pt modelId="{DE174C16-39B6-DA41-8532-69897FDA78F5}" type="sibTrans" cxnId="{6EDF07EA-7D6F-0649-9330-D978E3088C6A}">
      <dgm:prSet/>
      <dgm:spPr/>
      <dgm:t>
        <a:bodyPr/>
        <a:lstStyle/>
        <a:p>
          <a:endParaRPr lang="en-US"/>
        </a:p>
      </dgm:t>
    </dgm:pt>
    <dgm:pt modelId="{FDC1C215-7608-4124-8F35-E58DAE7F5A72}" type="pres">
      <dgm:prSet presAssocID="{F2754B0A-6E15-4B65-8741-53630B146FEC}" presName="Name0" presStyleCnt="0">
        <dgm:presLayoutVars>
          <dgm:dir/>
          <dgm:resizeHandles val="exact"/>
        </dgm:presLayoutVars>
      </dgm:prSet>
      <dgm:spPr/>
    </dgm:pt>
    <dgm:pt modelId="{EB475144-1B2F-4032-9FA6-2FC57E48617D}" type="pres">
      <dgm:prSet presAssocID="{F4E9AF6C-3949-406D-888C-96CED4EBF7A5}" presName="compNode" presStyleCnt="0"/>
      <dgm:spPr/>
    </dgm:pt>
    <dgm:pt modelId="{1BCE48D3-FF1F-47A0-8D7A-EEF4D56C12A8}" type="pres">
      <dgm:prSet presAssocID="{F4E9AF6C-3949-406D-888C-96CED4EBF7A5}" presName="pictRect" presStyleLbl="revTx" presStyleIdx="0" presStyleCnt="6">
        <dgm:presLayoutVars>
          <dgm:chMax val="0"/>
          <dgm:bulletEnabled/>
        </dgm:presLayoutVars>
      </dgm:prSet>
      <dgm:spPr/>
    </dgm:pt>
    <dgm:pt modelId="{3B30690E-2FCB-4B17-BCC5-71D67C4CB2A4}" type="pres">
      <dgm:prSet presAssocID="{F4E9AF6C-3949-406D-888C-96CED4EBF7A5}" presName="textRect" presStyleLbl="revTx" presStyleIdx="1" presStyleCnt="6">
        <dgm:presLayoutVars>
          <dgm:bulletEnabled/>
        </dgm:presLayoutVars>
      </dgm:prSet>
      <dgm:spPr/>
    </dgm:pt>
    <dgm:pt modelId="{FF09AD03-373E-4EDE-B219-3CADCD72D8BB}" type="pres">
      <dgm:prSet presAssocID="{C4DFCAF9-CAC0-49A7-AEE3-A22E2D7FC72D}" presName="sibTrans" presStyleLbl="sibTrans2D1" presStyleIdx="0" presStyleCnt="0"/>
      <dgm:spPr/>
    </dgm:pt>
    <dgm:pt modelId="{A2D52093-7A74-4C75-B996-430D361F26E9}" type="pres">
      <dgm:prSet presAssocID="{9244F983-C9C8-4034-9775-31AFE96418D2}" presName="compNode" presStyleCnt="0"/>
      <dgm:spPr/>
    </dgm:pt>
    <dgm:pt modelId="{13D69A59-AF8F-46DC-AA11-B22D09D9D0D8}" type="pres">
      <dgm:prSet presAssocID="{9244F983-C9C8-4034-9775-31AFE96418D2}" presName="pictRect" presStyleLbl="revTx" presStyleIdx="2" presStyleCnt="6">
        <dgm:presLayoutVars>
          <dgm:chMax val="0"/>
          <dgm:bulletEnabled/>
        </dgm:presLayoutVars>
      </dgm:prSet>
      <dgm:spPr/>
    </dgm:pt>
    <dgm:pt modelId="{12E8C7C3-1055-4021-A253-EB44A1090552}" type="pres">
      <dgm:prSet presAssocID="{9244F983-C9C8-4034-9775-31AFE96418D2}" presName="textRect" presStyleLbl="revTx" presStyleIdx="3" presStyleCnt="6">
        <dgm:presLayoutVars>
          <dgm:bulletEnabled/>
        </dgm:presLayoutVars>
      </dgm:prSet>
      <dgm:spPr/>
    </dgm:pt>
    <dgm:pt modelId="{38C9AD3A-7E95-4F75-9776-4487F246F8BF}" type="pres">
      <dgm:prSet presAssocID="{4C8213EE-88CA-456A-A915-25008F6B6438}" presName="sibTrans" presStyleLbl="sibTrans2D1" presStyleIdx="0" presStyleCnt="0"/>
      <dgm:spPr/>
    </dgm:pt>
    <dgm:pt modelId="{4586D8D2-CE5A-46FE-AD98-E6F3EB302233}" type="pres">
      <dgm:prSet presAssocID="{3DB5A003-BBC6-4ECC-9503-F5859213DA52}" presName="compNode" presStyleCnt="0"/>
      <dgm:spPr/>
    </dgm:pt>
    <dgm:pt modelId="{49CA3215-8CD2-4EAA-9F6D-0B3C3D1E2E54}" type="pres">
      <dgm:prSet presAssocID="{3DB5A003-BBC6-4ECC-9503-F5859213DA52}" presName="pictRect" presStyleLbl="revTx" presStyleIdx="4" presStyleCnt="6">
        <dgm:presLayoutVars>
          <dgm:chMax val="0"/>
          <dgm:bulletEnabled/>
        </dgm:presLayoutVars>
      </dgm:prSet>
      <dgm:spPr/>
    </dgm:pt>
    <dgm:pt modelId="{EC9E5AB1-8956-4277-B617-010823A82D69}" type="pres">
      <dgm:prSet presAssocID="{3DB5A003-BBC6-4ECC-9503-F5859213DA52}" presName="textRect" presStyleLbl="revTx" presStyleIdx="5" presStyleCnt="6">
        <dgm:presLayoutVars>
          <dgm:bulletEnabled/>
        </dgm:presLayoutVars>
      </dgm:prSet>
      <dgm:spPr/>
    </dgm:pt>
  </dgm:ptLst>
  <dgm:cxnLst>
    <dgm:cxn modelId="{4CACBF2A-73BE-4459-818C-7E17716901F0}" srcId="{F2754B0A-6E15-4B65-8741-53630B146FEC}" destId="{3DB5A003-BBC6-4ECC-9503-F5859213DA52}" srcOrd="2" destOrd="0" parTransId="{52047C1E-4E2C-468E-9CC2-A1EF17234188}" sibTransId="{8C202E3F-993F-4F47-83DF-E3D50AB83994}"/>
    <dgm:cxn modelId="{84095231-74CD-49AA-B9CA-B4AEBE83338B}" type="presOf" srcId="{9244F983-C9C8-4034-9775-31AFE96418D2}" destId="{13D69A59-AF8F-46DC-AA11-B22D09D9D0D8}" srcOrd="0" destOrd="0" presId="urn:microsoft.com/office/officeart/2024/3/layout/hArchList1"/>
    <dgm:cxn modelId="{78BB7D39-02D7-4429-9DE5-F721E2691B24}" srcId="{F4E9AF6C-3949-406D-888C-96CED4EBF7A5}" destId="{70B2C7B7-A192-4DCD-9437-8B764404D305}" srcOrd="0" destOrd="0" parTransId="{6F119966-094B-4A3F-AC4C-FFB8DE273B5A}" sibTransId="{68876C77-E3EA-4BA6-B990-997A192929B2}"/>
    <dgm:cxn modelId="{E72F8E39-E959-46FA-A118-9A8E2DF3D1D6}" type="presOf" srcId="{F4E9AF6C-3949-406D-888C-96CED4EBF7A5}" destId="{1BCE48D3-FF1F-47A0-8D7A-EEF4D56C12A8}" srcOrd="0" destOrd="0" presId="urn:microsoft.com/office/officeart/2024/3/layout/hArchList1"/>
    <dgm:cxn modelId="{E0A47E43-79B1-436B-93F8-71B8CBB262BF}" type="presOf" srcId="{163B4674-6AD7-4FA2-A3D3-AE110443E29C}" destId="{12E8C7C3-1055-4021-A253-EB44A1090552}" srcOrd="0" destOrd="0" presId="urn:microsoft.com/office/officeart/2024/3/layout/hArchList1"/>
    <dgm:cxn modelId="{F660DA45-2A4A-CF49-9882-705BDF28F0A6}" type="presOf" srcId="{8E64FA12-A973-2948-8B9A-280F1E3245ED}" destId="{3B30690E-2FCB-4B17-BCC5-71D67C4CB2A4}" srcOrd="0" destOrd="3" presId="urn:microsoft.com/office/officeart/2024/3/layout/hArchList1"/>
    <dgm:cxn modelId="{780C6E59-665F-7943-B6B1-185AA395ED15}" type="presOf" srcId="{201CBF72-A598-7549-8A99-C15841745FD1}" destId="{3B30690E-2FCB-4B17-BCC5-71D67C4CB2A4}" srcOrd="0" destOrd="1" presId="urn:microsoft.com/office/officeart/2024/3/layout/hArchList1"/>
    <dgm:cxn modelId="{6BE9CD7D-08CD-0B44-BD55-2CCA0D8D804F}" type="presOf" srcId="{E3889800-F9DA-D547-A060-175F8CD35825}" destId="{3B30690E-2FCB-4B17-BCC5-71D67C4CB2A4}" srcOrd="0" destOrd="2" presId="urn:microsoft.com/office/officeart/2024/3/layout/hArchList1"/>
    <dgm:cxn modelId="{B07FF181-7309-40E9-A3C2-AA879B1AE151}" type="presOf" srcId="{FC84A8AE-2D1D-4FD6-9B0A-A87AD46219B4}" destId="{EC9E5AB1-8956-4277-B617-010823A82D69}" srcOrd="0" destOrd="0" presId="urn:microsoft.com/office/officeart/2024/3/layout/hArchList1"/>
    <dgm:cxn modelId="{572BFA81-A42F-4A43-A1BB-1D10667D64EB}" srcId="{F4E9AF6C-3949-406D-888C-96CED4EBF7A5}" destId="{E3889800-F9DA-D547-A060-175F8CD35825}" srcOrd="2" destOrd="0" parTransId="{C70CCB9D-5728-5643-991D-53431B374A2E}" sibTransId="{64DE51A7-E649-ED47-932C-C67C0D51C72C}"/>
    <dgm:cxn modelId="{FFD33293-4790-4B74-A2B8-6563E33E390C}" srcId="{F2754B0A-6E15-4B65-8741-53630B146FEC}" destId="{9244F983-C9C8-4034-9775-31AFE96418D2}" srcOrd="1" destOrd="0" parTransId="{4D8B965E-37DD-430F-B235-4F4B0BB4CA1D}" sibTransId="{4C8213EE-88CA-456A-A915-25008F6B6438}"/>
    <dgm:cxn modelId="{FF25609F-F09C-4885-9135-2B99060A2D13}" type="presOf" srcId="{C4DFCAF9-CAC0-49A7-AEE3-A22E2D7FC72D}" destId="{FF09AD03-373E-4EDE-B219-3CADCD72D8BB}" srcOrd="0" destOrd="0" presId="urn:microsoft.com/office/officeart/2024/3/layout/hArchList1"/>
    <dgm:cxn modelId="{C10C35AF-FE8A-4556-BA2B-95F0F23A80D7}" type="presOf" srcId="{F2754B0A-6E15-4B65-8741-53630B146FEC}" destId="{FDC1C215-7608-4124-8F35-E58DAE7F5A72}" srcOrd="0" destOrd="0" presId="urn:microsoft.com/office/officeart/2024/3/layout/hArchList1"/>
    <dgm:cxn modelId="{A3ED60B6-5EB5-D043-B480-025701D74484}" srcId="{F4E9AF6C-3949-406D-888C-96CED4EBF7A5}" destId="{201CBF72-A598-7549-8A99-C15841745FD1}" srcOrd="1" destOrd="0" parTransId="{C83B0279-78AE-5045-A605-C6F84E04B569}" sibTransId="{E1F6AC75-55BA-3B46-B8BE-BBE19AC09727}"/>
    <dgm:cxn modelId="{CC632DC9-EB65-42EE-9C3D-99E40924A240}" srcId="{F2754B0A-6E15-4B65-8741-53630B146FEC}" destId="{F4E9AF6C-3949-406D-888C-96CED4EBF7A5}" srcOrd="0" destOrd="0" parTransId="{421D91D7-B386-44DA-8212-AD99D947CBE4}" sibTransId="{C4DFCAF9-CAC0-49A7-AEE3-A22E2D7FC72D}"/>
    <dgm:cxn modelId="{7A12F8D2-89AD-4D7C-98B7-F8EC12F43B99}" srcId="{3DB5A003-BBC6-4ECC-9503-F5859213DA52}" destId="{FC84A8AE-2D1D-4FD6-9B0A-A87AD46219B4}" srcOrd="0" destOrd="0" parTransId="{8A688B7B-046E-4DB1-B0D7-2F0BBDFF9808}" sibTransId="{83DB3DE8-C088-40E1-BD9E-69660C911D93}"/>
    <dgm:cxn modelId="{8E71C7E3-C45B-4297-8EF5-D87EB9932E8D}" srcId="{9244F983-C9C8-4034-9775-31AFE96418D2}" destId="{163B4674-6AD7-4FA2-A3D3-AE110443E29C}" srcOrd="0" destOrd="0" parTransId="{C1A4201C-32F8-4D1E-8FAD-422732817EB8}" sibTransId="{13F0CE69-FD84-41FA-9B6D-5ED434E09C96}"/>
    <dgm:cxn modelId="{6EDF07EA-7D6F-0649-9330-D978E3088C6A}" srcId="{3DB5A003-BBC6-4ECC-9503-F5859213DA52}" destId="{2B5734C6-1FB5-8041-B36F-63B2AC2FE432}" srcOrd="1" destOrd="0" parTransId="{48AFBA1F-C597-DC4D-9618-9BAAC727BD3E}" sibTransId="{DE174C16-39B6-DA41-8532-69897FDA78F5}"/>
    <dgm:cxn modelId="{80CC5AEA-065E-0D41-8D4C-DC113AA27850}" srcId="{F4E9AF6C-3949-406D-888C-96CED4EBF7A5}" destId="{8E64FA12-A973-2948-8B9A-280F1E3245ED}" srcOrd="3" destOrd="0" parTransId="{1E98A484-43E8-7B41-B905-127B0707C516}" sibTransId="{6A9DF5B1-C630-D948-81D6-027574954AED}"/>
    <dgm:cxn modelId="{B44E00EC-0FAE-4AE4-ABE1-A268EC216B4B}" type="presOf" srcId="{3DB5A003-BBC6-4ECC-9503-F5859213DA52}" destId="{49CA3215-8CD2-4EAA-9F6D-0B3C3D1E2E54}" srcOrd="0" destOrd="0" presId="urn:microsoft.com/office/officeart/2024/3/layout/hArchList1"/>
    <dgm:cxn modelId="{42484BEE-8BDE-4C0D-99E0-AEFC8FC1CC48}" type="presOf" srcId="{70B2C7B7-A192-4DCD-9437-8B764404D305}" destId="{3B30690E-2FCB-4B17-BCC5-71D67C4CB2A4}" srcOrd="0" destOrd="0" presId="urn:microsoft.com/office/officeart/2024/3/layout/hArchList1"/>
    <dgm:cxn modelId="{218741F0-8D26-4395-AD2D-56A565FD9AF1}" type="presOf" srcId="{4C8213EE-88CA-456A-A915-25008F6B6438}" destId="{38C9AD3A-7E95-4F75-9776-4487F246F8BF}" srcOrd="0" destOrd="0" presId="urn:microsoft.com/office/officeart/2024/3/layout/hArchList1"/>
    <dgm:cxn modelId="{F0C8CCFA-4B50-5648-A90A-A8DE71F7E24A}" type="presOf" srcId="{2B5734C6-1FB5-8041-B36F-63B2AC2FE432}" destId="{EC9E5AB1-8956-4277-B617-010823A82D69}" srcOrd="0" destOrd="1" presId="urn:microsoft.com/office/officeart/2024/3/layout/hArchList1"/>
    <dgm:cxn modelId="{8A6D0356-ACA4-4F37-AAA8-1D5B2A456CB9}" type="presParOf" srcId="{FDC1C215-7608-4124-8F35-E58DAE7F5A72}" destId="{EB475144-1B2F-4032-9FA6-2FC57E48617D}" srcOrd="0" destOrd="0" presId="urn:microsoft.com/office/officeart/2024/3/layout/hArchList1"/>
    <dgm:cxn modelId="{55382C27-DAEA-413D-A992-39553866D716}" type="presParOf" srcId="{EB475144-1B2F-4032-9FA6-2FC57E48617D}" destId="{1BCE48D3-FF1F-47A0-8D7A-EEF4D56C12A8}" srcOrd="0" destOrd="0" presId="urn:microsoft.com/office/officeart/2024/3/layout/hArchList1"/>
    <dgm:cxn modelId="{96914AA7-34DA-45BD-BA20-90FD6606C700}" type="presParOf" srcId="{EB475144-1B2F-4032-9FA6-2FC57E48617D}" destId="{3B30690E-2FCB-4B17-BCC5-71D67C4CB2A4}" srcOrd="1" destOrd="0" presId="urn:microsoft.com/office/officeart/2024/3/layout/hArchList1"/>
    <dgm:cxn modelId="{5B3A385C-515A-4635-8CBD-0E150CCCAD93}" type="presParOf" srcId="{FDC1C215-7608-4124-8F35-E58DAE7F5A72}" destId="{FF09AD03-373E-4EDE-B219-3CADCD72D8BB}" srcOrd="1" destOrd="0" presId="urn:microsoft.com/office/officeart/2024/3/layout/hArchList1"/>
    <dgm:cxn modelId="{2D1EABB8-A5B0-44F4-A586-7C01694A57C0}" type="presParOf" srcId="{FDC1C215-7608-4124-8F35-E58DAE7F5A72}" destId="{A2D52093-7A74-4C75-B996-430D361F26E9}" srcOrd="2" destOrd="0" presId="urn:microsoft.com/office/officeart/2024/3/layout/hArchList1"/>
    <dgm:cxn modelId="{3F0960F3-9DC1-4F00-A8C9-CFF8F37F403C}" type="presParOf" srcId="{A2D52093-7A74-4C75-B996-430D361F26E9}" destId="{13D69A59-AF8F-46DC-AA11-B22D09D9D0D8}" srcOrd="0" destOrd="0" presId="urn:microsoft.com/office/officeart/2024/3/layout/hArchList1"/>
    <dgm:cxn modelId="{C09754E3-744E-49FC-9710-1013C982DC63}" type="presParOf" srcId="{A2D52093-7A74-4C75-B996-430D361F26E9}" destId="{12E8C7C3-1055-4021-A253-EB44A1090552}" srcOrd="1" destOrd="0" presId="urn:microsoft.com/office/officeart/2024/3/layout/hArchList1"/>
    <dgm:cxn modelId="{50F55FD2-636C-4CE8-A565-656D496D9DDA}" type="presParOf" srcId="{FDC1C215-7608-4124-8F35-E58DAE7F5A72}" destId="{38C9AD3A-7E95-4F75-9776-4487F246F8BF}" srcOrd="3" destOrd="0" presId="urn:microsoft.com/office/officeart/2024/3/layout/hArchList1"/>
    <dgm:cxn modelId="{0908DB82-42D4-485B-AB7D-A3232050B706}" type="presParOf" srcId="{FDC1C215-7608-4124-8F35-E58DAE7F5A72}" destId="{4586D8D2-CE5A-46FE-AD98-E6F3EB302233}" srcOrd="4" destOrd="0" presId="urn:microsoft.com/office/officeart/2024/3/layout/hArchList1"/>
    <dgm:cxn modelId="{346D7120-8B53-4B91-8C14-AE35193D2838}" type="presParOf" srcId="{4586D8D2-CE5A-46FE-AD98-E6F3EB302233}" destId="{49CA3215-8CD2-4EAA-9F6D-0B3C3D1E2E54}" srcOrd="0" destOrd="0" presId="urn:microsoft.com/office/officeart/2024/3/layout/hArchList1"/>
    <dgm:cxn modelId="{ACFB9D08-23FB-4325-AB50-1FAF0313D8FB}" type="presParOf" srcId="{4586D8D2-CE5A-46FE-AD98-E6F3EB302233}" destId="{EC9E5AB1-8956-4277-B617-010823A82D69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29901DF-8E29-4533-AE34-D8DCECAF9BB4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81CF7A-C62D-47FD-B438-F6FA9474946B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pt-PT" noProof="0" dirty="0"/>
        </a:p>
      </dgm:t>
    </dgm:pt>
    <dgm:pt modelId="{F154B6CE-F0E0-4A81-81A3-56AA69F86745}" type="parTrans" cxnId="{C0DC22FD-57B6-4989-BD89-5DACEBC96AE9}">
      <dgm:prSet/>
      <dgm:spPr/>
      <dgm:t>
        <a:bodyPr/>
        <a:lstStyle/>
        <a:p>
          <a:endParaRPr lang="en-US"/>
        </a:p>
      </dgm:t>
    </dgm:pt>
    <dgm:pt modelId="{83176DC0-D070-456E-9119-AD73897A5B32}" type="sibTrans" cxnId="{C0DC22FD-57B6-4989-BD89-5DACEBC96AE9}">
      <dgm:prSet/>
      <dgm:spPr/>
      <dgm:t>
        <a:bodyPr/>
        <a:lstStyle/>
        <a:p>
          <a:endParaRPr lang="en-US"/>
        </a:p>
      </dgm:t>
    </dgm:pt>
    <dgm:pt modelId="{D6A6CDAD-2E69-4D78-845B-32A28F9C7F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Este </a:t>
          </a:r>
          <a:r>
            <a:rPr lang="en-US" b="0" i="0" dirty="0" err="1"/>
            <a:t>projeto</a:t>
          </a:r>
          <a:r>
            <a:rPr lang="en-US" b="0" i="0" dirty="0"/>
            <a:t> </a:t>
          </a:r>
          <a:r>
            <a:rPr lang="en-US" b="0" i="0" dirty="0" err="1"/>
            <a:t>implementa</a:t>
          </a:r>
          <a:r>
            <a:rPr lang="en-US" b="0" i="0" dirty="0"/>
            <a:t> um </a:t>
          </a:r>
          <a:r>
            <a:rPr lang="en-US" b="0" i="0" dirty="0" err="1"/>
            <a:t>sistema</a:t>
          </a:r>
          <a:r>
            <a:rPr lang="en-US" b="0" i="0" dirty="0"/>
            <a:t> </a:t>
          </a:r>
          <a:r>
            <a:rPr lang="en-US" b="0" i="0" dirty="0" err="1"/>
            <a:t>distribuído</a:t>
          </a:r>
          <a:r>
            <a:rPr lang="en-US" b="0" i="0" dirty="0"/>
            <a:t> de </a:t>
          </a:r>
          <a:r>
            <a:rPr lang="en-US" b="0" i="0" dirty="0" err="1"/>
            <a:t>rastreamento</a:t>
          </a:r>
          <a:r>
            <a:rPr lang="en-US" b="0" i="0" dirty="0"/>
            <a:t> de trails </a:t>
          </a:r>
          <a:r>
            <a:rPr lang="en-US" b="0" i="0" dirty="0" err="1"/>
            <a:t>em</a:t>
          </a:r>
          <a:r>
            <a:rPr lang="en-US" b="0" i="0" dirty="0"/>
            <a:t> tempo real </a:t>
          </a:r>
          <a:r>
            <a:rPr lang="en-US" b="0" i="0" dirty="0" err="1"/>
            <a:t>utilizando</a:t>
          </a:r>
          <a:r>
            <a:rPr lang="en-US" b="0" i="0" dirty="0"/>
            <a:t> RabbitMQ, </a:t>
          </a:r>
          <a:r>
            <a:rPr lang="en-US" b="0" i="0" dirty="0" err="1"/>
            <a:t>FastAPI</a:t>
          </a:r>
          <a:r>
            <a:rPr lang="en-US" b="0" i="0" dirty="0"/>
            <a:t> e WebSocket. A </a:t>
          </a:r>
          <a:r>
            <a:rPr lang="en-US" b="0" i="0" dirty="0" err="1"/>
            <a:t>arquitetura</a:t>
          </a:r>
          <a:r>
            <a:rPr lang="en-US" b="0" i="0" dirty="0"/>
            <a:t> </a:t>
          </a:r>
          <a:r>
            <a:rPr lang="en-US" b="0" i="0" dirty="0" err="1"/>
            <a:t>assíncrona</a:t>
          </a:r>
          <a:r>
            <a:rPr lang="en-US" b="0" i="0" dirty="0"/>
            <a:t> </a:t>
          </a:r>
          <a:r>
            <a:rPr lang="en-US" b="0" i="0" dirty="0" err="1"/>
            <a:t>prova</a:t>
          </a:r>
          <a:r>
            <a:rPr lang="en-US" b="0" i="0" dirty="0"/>
            <a:t> </a:t>
          </a:r>
          <a:r>
            <a:rPr lang="en-US" b="0" i="0" dirty="0" err="1"/>
            <a:t>escalabilidade</a:t>
          </a:r>
          <a:r>
            <a:rPr lang="en-US" b="0" i="0" dirty="0"/>
            <a:t> e </a:t>
          </a:r>
          <a:r>
            <a:rPr lang="en-US" b="0" i="0" dirty="0" err="1"/>
            <a:t>desacoplamento</a:t>
          </a:r>
          <a:r>
            <a:rPr lang="en-US" b="0" i="0" dirty="0"/>
            <a:t> </a:t>
          </a:r>
          <a:r>
            <a:rPr lang="en-US" b="0" i="0" dirty="0" err="1"/>
            <a:t>eficaz</a:t>
          </a:r>
          <a:r>
            <a:rPr lang="en-US" b="0" i="0" dirty="0"/>
            <a:t> entre </a:t>
          </a:r>
          <a:r>
            <a:rPr lang="en-US" b="0" i="0" dirty="0" err="1"/>
            <a:t>componentes</a:t>
          </a:r>
          <a:r>
            <a:rPr lang="en-US" b="0" i="0" dirty="0"/>
            <a:t>.</a:t>
          </a:r>
          <a:endParaRPr lang="pt-PT" noProof="0" dirty="0"/>
        </a:p>
      </dgm:t>
    </dgm:pt>
    <dgm:pt modelId="{09F1E182-229C-4310-9C6B-671452762555}" type="parTrans" cxnId="{D97E0EFA-1170-4FF5-8C99-4B881160160B}">
      <dgm:prSet/>
      <dgm:spPr/>
      <dgm:t>
        <a:bodyPr/>
        <a:lstStyle/>
        <a:p>
          <a:endParaRPr lang="en-US"/>
        </a:p>
      </dgm:t>
    </dgm:pt>
    <dgm:pt modelId="{160EC55B-BEA1-4075-8D78-2A82BFC2C87E}" type="sibTrans" cxnId="{D97E0EFA-1170-4FF5-8C99-4B881160160B}">
      <dgm:prSet/>
      <dgm:spPr/>
      <dgm:t>
        <a:bodyPr/>
        <a:lstStyle/>
        <a:p>
          <a:endParaRPr lang="en-US"/>
        </a:p>
      </dgm:t>
    </dgm:pt>
    <dgm:pt modelId="{5D1FF3A8-3235-CA4A-9D78-6874522F0A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 err="1"/>
            <a:t>Destaca</a:t>
          </a:r>
          <a:r>
            <a:rPr lang="en-US" b="0" i="0" dirty="0"/>
            <a:t>-se a </a:t>
          </a:r>
          <a:r>
            <a:rPr lang="en-US" b="0" i="0" dirty="0" err="1"/>
            <a:t>integração</a:t>
          </a:r>
          <a:r>
            <a:rPr lang="en-US" b="0" i="0" dirty="0"/>
            <a:t> com Kubernetes e </a:t>
          </a:r>
          <a:r>
            <a:rPr lang="en-US" b="0" i="0" dirty="0" err="1"/>
            <a:t>observabilidade</a:t>
          </a:r>
          <a:r>
            <a:rPr lang="en-US" b="0" i="0" dirty="0"/>
            <a:t> com Prometheus, </a:t>
          </a:r>
          <a:r>
            <a:rPr lang="en-US" b="0" i="0" dirty="0" err="1"/>
            <a:t>demonstrando</a:t>
          </a:r>
          <a:r>
            <a:rPr lang="en-US" b="0" i="0" dirty="0"/>
            <a:t> </a:t>
          </a:r>
          <a:r>
            <a:rPr lang="en-US" b="0" i="0" dirty="0" err="1"/>
            <a:t>padrões</a:t>
          </a:r>
          <a:r>
            <a:rPr lang="en-US" b="0" i="0" dirty="0"/>
            <a:t> de </a:t>
          </a:r>
          <a:r>
            <a:rPr lang="en-US" b="0" i="0" dirty="0" err="1"/>
            <a:t>produção</a:t>
          </a:r>
          <a:r>
            <a:rPr lang="en-US" b="0" i="0" dirty="0"/>
            <a:t>. </a:t>
          </a:r>
        </a:p>
        <a:p>
          <a:pPr>
            <a:lnSpc>
              <a:spcPct val="100000"/>
            </a:lnSpc>
          </a:pPr>
          <a:r>
            <a:rPr lang="en-US" b="1" i="0" dirty="0" err="1"/>
            <a:t>Principais</a:t>
          </a:r>
          <a:r>
            <a:rPr lang="en-US" b="1" i="0" dirty="0"/>
            <a:t> </a:t>
          </a:r>
          <a:r>
            <a:rPr lang="en-US" b="1" i="0" dirty="0" err="1"/>
            <a:t>aprendizagens</a:t>
          </a:r>
          <a:r>
            <a:rPr lang="en-US" b="1" i="0" dirty="0"/>
            <a:t>:</a:t>
          </a:r>
          <a:r>
            <a:rPr lang="en-US" b="0" i="0" dirty="0"/>
            <a:t> </a:t>
          </a:r>
          <a:r>
            <a:rPr lang="en-US" b="0" i="0" dirty="0" err="1"/>
            <a:t>complexidade</a:t>
          </a:r>
          <a:r>
            <a:rPr lang="en-US" b="0" i="0" dirty="0"/>
            <a:t> de </a:t>
          </a:r>
          <a:r>
            <a:rPr lang="en-US" b="0" i="0" dirty="0" err="1"/>
            <a:t>sistemas</a:t>
          </a:r>
          <a:r>
            <a:rPr lang="en-US" b="0" i="0" dirty="0"/>
            <a:t> </a:t>
          </a:r>
          <a:r>
            <a:rPr lang="en-US" b="0" i="0" dirty="0" err="1"/>
            <a:t>distribuídos</a:t>
          </a:r>
          <a:r>
            <a:rPr lang="en-US" b="0" i="0" dirty="0"/>
            <a:t>, </a:t>
          </a:r>
          <a:r>
            <a:rPr lang="en-US" b="0" i="0" dirty="0" err="1"/>
            <a:t>padrões</a:t>
          </a:r>
          <a:r>
            <a:rPr lang="en-US" b="0" i="0" dirty="0"/>
            <a:t> de messaging versus REST, e valor da </a:t>
          </a:r>
          <a:r>
            <a:rPr lang="en-US" b="0" i="0" dirty="0" err="1"/>
            <a:t>observabilidade</a:t>
          </a:r>
          <a:r>
            <a:rPr lang="en-US" b="0" i="0" dirty="0"/>
            <a:t>.</a:t>
          </a:r>
        </a:p>
        <a:p>
          <a:pPr>
            <a:lnSpc>
              <a:spcPct val="100000"/>
            </a:lnSpc>
          </a:pPr>
          <a:r>
            <a:rPr lang="en-US" b="0" i="0" dirty="0"/>
            <a:t>O </a:t>
          </a:r>
          <a:r>
            <a:rPr lang="en-US" b="0" i="0" dirty="0" err="1"/>
            <a:t>sistema</a:t>
          </a:r>
          <a:r>
            <a:rPr lang="en-US" b="0" i="0" dirty="0"/>
            <a:t> </a:t>
          </a:r>
          <a:r>
            <a:rPr lang="en-US" b="0" i="0" dirty="0" err="1"/>
            <a:t>encontra</a:t>
          </a:r>
          <a:r>
            <a:rPr lang="en-US" b="0" i="0" dirty="0"/>
            <a:t>-se </a:t>
          </a:r>
          <a:r>
            <a:rPr lang="en-US" b="0" i="0" dirty="0" err="1"/>
            <a:t>funcional</a:t>
          </a:r>
          <a:r>
            <a:rPr lang="en-US" b="0" i="0" dirty="0"/>
            <a:t> e pronto para </a:t>
          </a:r>
          <a:r>
            <a:rPr lang="en-US" b="0" i="0" dirty="0" err="1"/>
            <a:t>evolução</a:t>
          </a:r>
          <a:r>
            <a:rPr lang="en-US" b="0" i="0" dirty="0"/>
            <a:t>.</a:t>
          </a:r>
        </a:p>
      </dgm:t>
    </dgm:pt>
    <dgm:pt modelId="{65BD0E9D-EE18-3F43-9B0C-BBBAD526F636}" type="parTrans" cxnId="{EDF1C134-6A4D-2942-8B34-1C0F0E27E08A}">
      <dgm:prSet/>
      <dgm:spPr/>
      <dgm:t>
        <a:bodyPr/>
        <a:lstStyle/>
        <a:p>
          <a:endParaRPr lang="en-US"/>
        </a:p>
      </dgm:t>
    </dgm:pt>
    <dgm:pt modelId="{36847975-3E43-A349-B517-E43306EE3A6F}" type="sibTrans" cxnId="{EDF1C134-6A4D-2942-8B34-1C0F0E27E08A}">
      <dgm:prSet/>
      <dgm:spPr/>
      <dgm:t>
        <a:bodyPr/>
        <a:lstStyle/>
        <a:p>
          <a:endParaRPr lang="en-US"/>
        </a:p>
      </dgm:t>
    </dgm:pt>
    <dgm:pt modelId="{905DD623-1986-40A7-BFBA-2B5048567C53}" type="pres">
      <dgm:prSet presAssocID="{E29901DF-8E29-4533-AE34-D8DCECAF9BB4}" presName="Name0" presStyleCnt="0">
        <dgm:presLayoutVars>
          <dgm:dir/>
          <dgm:resizeHandles val="exact"/>
        </dgm:presLayoutVars>
      </dgm:prSet>
      <dgm:spPr/>
    </dgm:pt>
    <dgm:pt modelId="{7BBB6F9E-BAB3-42F7-807F-4A9AF6047D28}" type="pres">
      <dgm:prSet presAssocID="{AB81CF7A-C62D-47FD-B438-F6FA9474946B}" presName="compNode" presStyleCnt="0"/>
      <dgm:spPr/>
    </dgm:pt>
    <dgm:pt modelId="{386E0391-ECA3-4D3D-935E-A03DE5FA1848}" type="pres">
      <dgm:prSet presAssocID="{AB81CF7A-C62D-47FD-B438-F6FA9474946B}" presName="pictRect" presStyleLbl="revTx" presStyleIdx="0" presStyleCnt="2">
        <dgm:presLayoutVars>
          <dgm:chMax val="0"/>
          <dgm:bulletEnabled/>
        </dgm:presLayoutVars>
      </dgm:prSet>
      <dgm:spPr/>
    </dgm:pt>
    <dgm:pt modelId="{F6FEE502-F034-4240-AD86-A32E78216339}" type="pres">
      <dgm:prSet presAssocID="{AB81CF7A-C62D-47FD-B438-F6FA9474946B}" presName="textRect" presStyleLbl="revTx" presStyleIdx="1" presStyleCnt="2" custLinFactNeighborY="0">
        <dgm:presLayoutVars>
          <dgm:bulletEnabled/>
        </dgm:presLayoutVars>
      </dgm:prSet>
      <dgm:spPr/>
    </dgm:pt>
  </dgm:ptLst>
  <dgm:cxnLst>
    <dgm:cxn modelId="{EDF1C134-6A4D-2942-8B34-1C0F0E27E08A}" srcId="{AB81CF7A-C62D-47FD-B438-F6FA9474946B}" destId="{5D1FF3A8-3235-CA4A-9D78-6874522F0ADE}" srcOrd="1" destOrd="0" parTransId="{65BD0E9D-EE18-3F43-9B0C-BBBAD526F636}" sibTransId="{36847975-3E43-A349-B517-E43306EE3A6F}"/>
    <dgm:cxn modelId="{0892A152-8FAC-4C71-A3DB-651BA1F9EAD5}" type="presOf" srcId="{E29901DF-8E29-4533-AE34-D8DCECAF9BB4}" destId="{905DD623-1986-40A7-BFBA-2B5048567C53}" srcOrd="0" destOrd="0" presId="urn:microsoft.com/office/officeart/2024/3/layout/hArchList1"/>
    <dgm:cxn modelId="{D0B7C2A8-49CF-4B45-96CB-D4AE738EE5B4}" type="presOf" srcId="{AB81CF7A-C62D-47FD-B438-F6FA9474946B}" destId="{386E0391-ECA3-4D3D-935E-A03DE5FA1848}" srcOrd="0" destOrd="0" presId="urn:microsoft.com/office/officeart/2024/3/layout/hArchList1"/>
    <dgm:cxn modelId="{A2C34DB0-53DD-4E9A-A339-C048D4463022}" type="presOf" srcId="{D6A6CDAD-2E69-4D78-845B-32A28F9C7F49}" destId="{F6FEE502-F034-4240-AD86-A32E78216339}" srcOrd="0" destOrd="0" presId="urn:microsoft.com/office/officeart/2024/3/layout/hArchList1"/>
    <dgm:cxn modelId="{BA5CC0E0-D8AC-1241-A5AB-0A52FCE31A15}" type="presOf" srcId="{5D1FF3A8-3235-CA4A-9D78-6874522F0ADE}" destId="{F6FEE502-F034-4240-AD86-A32E78216339}" srcOrd="0" destOrd="1" presId="urn:microsoft.com/office/officeart/2024/3/layout/hArchList1"/>
    <dgm:cxn modelId="{D97E0EFA-1170-4FF5-8C99-4B881160160B}" srcId="{AB81CF7A-C62D-47FD-B438-F6FA9474946B}" destId="{D6A6CDAD-2E69-4D78-845B-32A28F9C7F49}" srcOrd="0" destOrd="0" parTransId="{09F1E182-229C-4310-9C6B-671452762555}" sibTransId="{160EC55B-BEA1-4075-8D78-2A82BFC2C87E}"/>
    <dgm:cxn modelId="{C0DC22FD-57B6-4989-BD89-5DACEBC96AE9}" srcId="{E29901DF-8E29-4533-AE34-D8DCECAF9BB4}" destId="{AB81CF7A-C62D-47FD-B438-F6FA9474946B}" srcOrd="0" destOrd="0" parTransId="{F154B6CE-F0E0-4A81-81A3-56AA69F86745}" sibTransId="{83176DC0-D070-456E-9119-AD73897A5B32}"/>
    <dgm:cxn modelId="{704CBD7C-BAD8-4647-BD8F-26126BDE9112}" type="presParOf" srcId="{905DD623-1986-40A7-BFBA-2B5048567C53}" destId="{7BBB6F9E-BAB3-42F7-807F-4A9AF6047D28}" srcOrd="0" destOrd="0" presId="urn:microsoft.com/office/officeart/2024/3/layout/hArchList1"/>
    <dgm:cxn modelId="{1E2BF807-FA17-4DF1-A46B-064EE4072B70}" type="presParOf" srcId="{7BBB6F9E-BAB3-42F7-807F-4A9AF6047D28}" destId="{386E0391-ECA3-4D3D-935E-A03DE5FA1848}" srcOrd="0" destOrd="0" presId="urn:microsoft.com/office/officeart/2024/3/layout/hArchList1"/>
    <dgm:cxn modelId="{4D08BF65-0D21-4CAA-8691-BD5EC2B1BDF8}" type="presParOf" srcId="{7BBB6F9E-BAB3-42F7-807F-4A9AF6047D28}" destId="{F6FEE502-F034-4240-AD86-A32E78216339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26E61-5DAE-49BE-86E8-257CDD3B7950}">
      <dsp:nvSpPr>
        <dsp:cNvPr id="0" name=""/>
        <dsp:cNvSpPr/>
      </dsp:nvSpPr>
      <dsp:spPr>
        <a:xfrm>
          <a:off x="0" y="0"/>
          <a:ext cx="3899283" cy="396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1800" kern="1200" noProof="0" dirty="0"/>
            <a:t>Tomás Freitas	</a:t>
          </a:r>
        </a:p>
      </dsp:txBody>
      <dsp:txXfrm>
        <a:off x="0" y="0"/>
        <a:ext cx="3899283" cy="396652"/>
      </dsp:txXfrm>
    </dsp:sp>
    <dsp:sp modelId="{B0D85C79-9C70-4F76-9150-76DAC43E6EEE}">
      <dsp:nvSpPr>
        <dsp:cNvPr id="0" name=""/>
        <dsp:cNvSpPr/>
      </dsp:nvSpPr>
      <dsp:spPr>
        <a:xfrm>
          <a:off x="0" y="396652"/>
          <a:ext cx="3899283" cy="3569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Desenvolvimento CI/CD com GitHub </a:t>
          </a:r>
          <a:r>
            <a:rPr lang="pt-PT" sz="1400" kern="1200" noProof="0" dirty="0" err="1"/>
            <a:t>Actions</a:t>
          </a:r>
          <a:r>
            <a:rPr lang="pt-PT" sz="1400" kern="1200" noProof="0" dirty="0"/>
            <a:t>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Integração </a:t>
          </a:r>
          <a:r>
            <a:rPr lang="pt-PT" sz="1400" kern="1200" noProof="0" dirty="0" err="1"/>
            <a:t>Prometheus</a:t>
          </a:r>
          <a:r>
            <a:rPr lang="pt-PT" sz="1400" kern="1200" noProof="0" dirty="0"/>
            <a:t>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Desenvolvimento de métricas.</a:t>
          </a:r>
        </a:p>
      </dsp:txBody>
      <dsp:txXfrm>
        <a:off x="0" y="396652"/>
        <a:ext cx="3899283" cy="3569874"/>
      </dsp:txXfrm>
    </dsp:sp>
    <dsp:sp modelId="{5E228431-832C-42F0-87B7-6E235F55D971}">
      <dsp:nvSpPr>
        <dsp:cNvPr id="0" name=""/>
        <dsp:cNvSpPr/>
      </dsp:nvSpPr>
      <dsp:spPr>
        <a:xfrm>
          <a:off x="4289212" y="0"/>
          <a:ext cx="3899283" cy="396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1800" kern="1200" noProof="0" dirty="0"/>
            <a:t>Pedro Jaques</a:t>
          </a:r>
        </a:p>
      </dsp:txBody>
      <dsp:txXfrm>
        <a:off x="4289212" y="0"/>
        <a:ext cx="3899283" cy="396652"/>
      </dsp:txXfrm>
    </dsp:sp>
    <dsp:sp modelId="{D1E43E41-7814-42AD-B6A1-0A95DD2F3590}">
      <dsp:nvSpPr>
        <dsp:cNvPr id="0" name=""/>
        <dsp:cNvSpPr/>
      </dsp:nvSpPr>
      <dsp:spPr>
        <a:xfrm>
          <a:off x="4289212" y="396652"/>
          <a:ext cx="3899283" cy="3569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Desenvolvimento da comunicação produtor-consumidor.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Desenvolvimento Web UI.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Documentação do projeto.</a:t>
          </a:r>
        </a:p>
      </dsp:txBody>
      <dsp:txXfrm>
        <a:off x="4289212" y="396652"/>
        <a:ext cx="3899283" cy="35698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1D5BB9-D158-41D6-A886-CEEAF5D4217B}">
      <dsp:nvSpPr>
        <dsp:cNvPr id="0" name=""/>
        <dsp:cNvSpPr/>
      </dsp:nvSpPr>
      <dsp:spPr>
        <a:xfrm>
          <a:off x="0" y="0"/>
          <a:ext cx="1903650" cy="396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1800" kern="1200" noProof="0" dirty="0"/>
            <a:t>Produtor</a:t>
          </a:r>
        </a:p>
      </dsp:txBody>
      <dsp:txXfrm>
        <a:off x="0" y="0"/>
        <a:ext cx="1903650" cy="396652"/>
      </dsp:txXfrm>
    </dsp:sp>
    <dsp:sp modelId="{F4B434B4-A24E-4243-9A2A-685A250A5AEC}">
      <dsp:nvSpPr>
        <dsp:cNvPr id="0" name=""/>
        <dsp:cNvSpPr/>
      </dsp:nvSpPr>
      <dsp:spPr>
        <a:xfrm>
          <a:off x="0" y="396652"/>
          <a:ext cx="1903650" cy="3569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just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Responsável pela leitura dos ficheiros GPX e publicação de eventos em formato JSON em </a:t>
          </a:r>
          <a:r>
            <a:rPr lang="pt-PT" sz="1400" kern="1200" noProof="0" dirty="0" err="1"/>
            <a:t>exchanges</a:t>
          </a:r>
          <a:r>
            <a:rPr lang="pt-PT" sz="1400" kern="1200" noProof="0" dirty="0"/>
            <a:t> </a:t>
          </a:r>
          <a:r>
            <a:rPr lang="pt-PT" sz="1400" kern="1200" noProof="0" dirty="0" err="1"/>
            <a:t>RabbitMQ</a:t>
          </a:r>
          <a:r>
            <a:rPr lang="pt-PT" sz="1400" kern="1200" noProof="0" dirty="0"/>
            <a:t> do tipo </a:t>
          </a:r>
          <a:r>
            <a:rPr lang="pt-PT" sz="1400" kern="1200" noProof="0" dirty="0" err="1"/>
            <a:t>fanout</a:t>
          </a:r>
          <a:r>
            <a:rPr lang="pt-PT" sz="1400" kern="1200" noProof="0" dirty="0"/>
            <a:t>. Cada atleta corre num </a:t>
          </a:r>
          <a:r>
            <a:rPr lang="pt-PT" sz="1400" kern="1200" noProof="0" dirty="0" err="1"/>
            <a:t>thread</a:t>
          </a:r>
          <a:r>
            <a:rPr lang="pt-PT" sz="1400" kern="1200" noProof="0" dirty="0"/>
            <a:t> independente com variação de velocidade.</a:t>
          </a:r>
        </a:p>
      </dsp:txBody>
      <dsp:txXfrm>
        <a:off x="0" y="396652"/>
        <a:ext cx="1903650" cy="3569874"/>
      </dsp:txXfrm>
    </dsp:sp>
    <dsp:sp modelId="{48533E56-D0D5-4196-96FD-BC48DFA93FF1}">
      <dsp:nvSpPr>
        <dsp:cNvPr id="0" name=""/>
        <dsp:cNvSpPr/>
      </dsp:nvSpPr>
      <dsp:spPr>
        <a:xfrm>
          <a:off x="2094015" y="0"/>
          <a:ext cx="1903650" cy="396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1800" kern="1200" noProof="0" dirty="0"/>
            <a:t>Consumidor</a:t>
          </a:r>
        </a:p>
      </dsp:txBody>
      <dsp:txXfrm>
        <a:off x="2094015" y="0"/>
        <a:ext cx="1903650" cy="396652"/>
      </dsp:txXfrm>
    </dsp:sp>
    <dsp:sp modelId="{84156222-9B7B-4021-A225-EAA72CC6FCCA}">
      <dsp:nvSpPr>
        <dsp:cNvPr id="0" name=""/>
        <dsp:cNvSpPr/>
      </dsp:nvSpPr>
      <dsp:spPr>
        <a:xfrm>
          <a:off x="2094015" y="396652"/>
          <a:ext cx="1903650" cy="3569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just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Implementado com </a:t>
          </a:r>
          <a:r>
            <a:rPr lang="pt-PT" sz="1400" kern="1200" noProof="0" dirty="0" err="1"/>
            <a:t>FastAPI</a:t>
          </a:r>
          <a:r>
            <a:rPr lang="pt-PT" sz="1400" kern="1200" noProof="0" dirty="0"/>
            <a:t> que consome de uma </a:t>
          </a:r>
          <a:r>
            <a:rPr lang="pt-PT" sz="1400" kern="1200" noProof="0" dirty="0" err="1"/>
            <a:t>queue</a:t>
          </a:r>
          <a:r>
            <a:rPr lang="pt-PT" sz="1400" kern="1200" noProof="0" dirty="0"/>
            <a:t> do </a:t>
          </a:r>
          <a:r>
            <a:rPr lang="pt-PT" sz="1400" kern="1200" noProof="0" dirty="0" err="1"/>
            <a:t>backend</a:t>
          </a:r>
          <a:r>
            <a:rPr lang="pt-PT" sz="1400" kern="1200" noProof="0" dirty="0"/>
            <a:t> e difunde eventos via </a:t>
          </a:r>
          <a:r>
            <a:rPr lang="pt-PT" sz="1400" kern="1200" noProof="0" dirty="0" err="1"/>
            <a:t>WebSocket</a:t>
          </a:r>
          <a:r>
            <a:rPr lang="pt-PT" sz="1400" kern="1200" noProof="0" dirty="0"/>
            <a:t> . Expõe métricas </a:t>
          </a:r>
          <a:r>
            <a:rPr lang="pt-PT" sz="1400" kern="1200" noProof="0" dirty="0" err="1"/>
            <a:t>Prometheus</a:t>
          </a:r>
          <a:r>
            <a:rPr lang="pt-PT" sz="1400" kern="1200" noProof="0" dirty="0"/>
            <a:t> contando mensagens, conexões e envios.</a:t>
          </a:r>
        </a:p>
      </dsp:txBody>
      <dsp:txXfrm>
        <a:off x="2094015" y="396652"/>
        <a:ext cx="1903650" cy="3569874"/>
      </dsp:txXfrm>
    </dsp:sp>
    <dsp:sp modelId="{953CD609-D06F-4C32-A9F3-9FB2E040CB39}">
      <dsp:nvSpPr>
        <dsp:cNvPr id="0" name=""/>
        <dsp:cNvSpPr/>
      </dsp:nvSpPr>
      <dsp:spPr>
        <a:xfrm>
          <a:off x="4188030" y="0"/>
          <a:ext cx="1903650" cy="396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1800" kern="1200" noProof="0" dirty="0" err="1"/>
            <a:t>Frontend</a:t>
          </a:r>
          <a:endParaRPr lang="pt-PT" sz="1800" kern="1200" noProof="0" dirty="0"/>
        </a:p>
      </dsp:txBody>
      <dsp:txXfrm>
        <a:off x="4188030" y="0"/>
        <a:ext cx="1903650" cy="396652"/>
      </dsp:txXfrm>
    </dsp:sp>
    <dsp:sp modelId="{425937C8-C955-4843-B241-ECBAEC615C6F}">
      <dsp:nvSpPr>
        <dsp:cNvPr id="0" name=""/>
        <dsp:cNvSpPr/>
      </dsp:nvSpPr>
      <dsp:spPr>
        <a:xfrm>
          <a:off x="4188030" y="396652"/>
          <a:ext cx="1903650" cy="3569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just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Desenvolvido com HTML/JS com </a:t>
          </a:r>
          <a:r>
            <a:rPr lang="pt-PT" sz="1400" kern="1200" noProof="0" dirty="0" err="1"/>
            <a:t>Leaflet</a:t>
          </a:r>
          <a:r>
            <a:rPr lang="pt-PT" sz="1400" kern="1200" noProof="0" dirty="0"/>
            <a:t> que carrega ficheiros GPX locais, mantém múltiplas </a:t>
          </a:r>
          <a:r>
            <a:rPr lang="pt-PT" sz="1400" kern="1200" noProof="0" dirty="0" err="1"/>
            <a:t>WebSocket</a:t>
          </a:r>
          <a:r>
            <a:rPr lang="pt-PT" sz="1400" kern="1200" noProof="0" dirty="0"/>
            <a:t>, mostra marcadores e </a:t>
          </a:r>
          <a:r>
            <a:rPr lang="pt-PT" sz="1400" kern="1200" noProof="0" dirty="0" err="1"/>
            <a:t>leaderboard</a:t>
          </a:r>
          <a:r>
            <a:rPr lang="pt-PT" sz="1400" kern="1200" noProof="0" dirty="0"/>
            <a:t> em tempo real.</a:t>
          </a:r>
        </a:p>
      </dsp:txBody>
      <dsp:txXfrm>
        <a:off x="4188030" y="396652"/>
        <a:ext cx="1903650" cy="3569874"/>
      </dsp:txXfrm>
    </dsp:sp>
    <dsp:sp modelId="{B8A0172C-4221-4449-9139-9B1D7023E7F7}">
      <dsp:nvSpPr>
        <dsp:cNvPr id="0" name=""/>
        <dsp:cNvSpPr/>
      </dsp:nvSpPr>
      <dsp:spPr>
        <a:xfrm>
          <a:off x="6282046" y="0"/>
          <a:ext cx="1903650" cy="396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1800" kern="1200" noProof="0" dirty="0" err="1"/>
            <a:t>RabbitMQ</a:t>
          </a:r>
          <a:endParaRPr lang="pt-PT" sz="1800" kern="1200" noProof="0" dirty="0"/>
        </a:p>
      </dsp:txBody>
      <dsp:txXfrm>
        <a:off x="6282046" y="0"/>
        <a:ext cx="1903650" cy="396652"/>
      </dsp:txXfrm>
    </dsp:sp>
    <dsp:sp modelId="{A5E42196-92D4-B443-B20F-FB52B377EEF3}">
      <dsp:nvSpPr>
        <dsp:cNvPr id="0" name=""/>
        <dsp:cNvSpPr/>
      </dsp:nvSpPr>
      <dsp:spPr>
        <a:xfrm>
          <a:off x="6282046" y="396652"/>
          <a:ext cx="1903650" cy="3569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just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noProof="0" dirty="0"/>
            <a:t>Atua como broker de mensagens. O produtor declara </a:t>
          </a:r>
          <a:r>
            <a:rPr lang="pt-PT" sz="1400" kern="1200" noProof="0" dirty="0" err="1"/>
            <a:t>exchanges</a:t>
          </a:r>
          <a:r>
            <a:rPr lang="pt-PT" sz="1400" kern="1200" noProof="0" dirty="0"/>
            <a:t> </a:t>
          </a:r>
          <a:r>
            <a:rPr lang="pt-PT" sz="1400" kern="1200" noProof="0" dirty="0" err="1"/>
            <a:t>fanout</a:t>
          </a:r>
          <a:r>
            <a:rPr lang="pt-PT" sz="1400" kern="1200" noProof="0" dirty="0"/>
            <a:t> por corrida, o consumidor cria uma </a:t>
          </a:r>
          <a:r>
            <a:rPr lang="pt-PT" sz="1400" kern="1200" noProof="0" dirty="0" err="1"/>
            <a:t>queue</a:t>
          </a:r>
          <a:r>
            <a:rPr lang="pt-PT" sz="1400" kern="1200" noProof="0" dirty="0"/>
            <a:t> durável e faz </a:t>
          </a:r>
          <a:r>
            <a:rPr lang="pt-PT" sz="1400" kern="1200" noProof="0" dirty="0" err="1"/>
            <a:t>bind</a:t>
          </a:r>
          <a:r>
            <a:rPr lang="pt-PT" sz="1400" kern="1200" noProof="0" dirty="0"/>
            <a:t> automático a todas as </a:t>
          </a:r>
          <a:r>
            <a:rPr lang="pt-PT" sz="1400" kern="1200" noProof="0" dirty="0" err="1"/>
            <a:t>exchanges</a:t>
          </a:r>
          <a:r>
            <a:rPr lang="pt-PT" sz="1400" kern="1200" noProof="0" dirty="0"/>
            <a:t> de utilizador.</a:t>
          </a:r>
        </a:p>
      </dsp:txBody>
      <dsp:txXfrm>
        <a:off x="6282046" y="396652"/>
        <a:ext cx="1903650" cy="35698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CA2CBE-E808-4F58-9798-1899E38D36F6}">
      <dsp:nvSpPr>
        <dsp:cNvPr id="0" name=""/>
        <dsp:cNvSpPr/>
      </dsp:nvSpPr>
      <dsp:spPr>
        <a:xfrm>
          <a:off x="0" y="0"/>
          <a:ext cx="2557030" cy="396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1800" kern="1200" noProof="0" dirty="0"/>
            <a:t>Produtor</a:t>
          </a:r>
        </a:p>
      </dsp:txBody>
      <dsp:txXfrm>
        <a:off x="0" y="0"/>
        <a:ext cx="2557030" cy="396652"/>
      </dsp:txXfrm>
    </dsp:sp>
    <dsp:sp modelId="{920BEEE7-D326-4ED3-8C9D-01E9A2FF12F2}">
      <dsp:nvSpPr>
        <dsp:cNvPr id="0" name=""/>
        <dsp:cNvSpPr/>
      </dsp:nvSpPr>
      <dsp:spPr>
        <a:xfrm>
          <a:off x="0" y="396652"/>
          <a:ext cx="2557030" cy="3569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Python 3.9+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 err="1"/>
            <a:t>Bibliotecas</a:t>
          </a:r>
          <a:r>
            <a:rPr lang="en-US" sz="1400" kern="1200" noProof="0" dirty="0"/>
            <a:t> </a:t>
          </a:r>
          <a:r>
            <a:rPr lang="en-US" sz="1400" kern="1200" noProof="0" dirty="0" err="1"/>
            <a:t>principais</a:t>
          </a:r>
          <a:r>
            <a:rPr lang="en-US" sz="1400" kern="1200" noProof="0" dirty="0"/>
            <a:t>: pika (RabbitMQ), </a:t>
          </a:r>
          <a:r>
            <a:rPr lang="en-US" sz="1400" kern="1200" noProof="0" dirty="0" err="1"/>
            <a:t>gpxpy</a:t>
          </a:r>
          <a:r>
            <a:rPr lang="en-US" sz="1400" kern="1200" noProof="0" dirty="0"/>
            <a:t>, threading/time, random</a:t>
          </a:r>
          <a:endParaRPr lang="pt-PT" sz="1400" kern="1200" noProof="0" dirty="0"/>
        </a:p>
      </dsp:txBody>
      <dsp:txXfrm>
        <a:off x="0" y="396652"/>
        <a:ext cx="2557030" cy="3569874"/>
      </dsp:txXfrm>
    </dsp:sp>
    <dsp:sp modelId="{5C84E263-878A-4945-85DF-080B6AFA6278}">
      <dsp:nvSpPr>
        <dsp:cNvPr id="0" name=""/>
        <dsp:cNvSpPr/>
      </dsp:nvSpPr>
      <dsp:spPr>
        <a:xfrm>
          <a:off x="2812733" y="0"/>
          <a:ext cx="2557030" cy="396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1800" kern="1200" noProof="0" dirty="0"/>
            <a:t>Consumidor</a:t>
          </a:r>
        </a:p>
      </dsp:txBody>
      <dsp:txXfrm>
        <a:off x="2812733" y="0"/>
        <a:ext cx="2557030" cy="396652"/>
      </dsp:txXfrm>
    </dsp:sp>
    <dsp:sp modelId="{A22BDF32-C6FB-4E4E-8046-2D44076141DA}">
      <dsp:nvSpPr>
        <dsp:cNvPr id="0" name=""/>
        <dsp:cNvSpPr/>
      </dsp:nvSpPr>
      <dsp:spPr>
        <a:xfrm>
          <a:off x="2812733" y="396652"/>
          <a:ext cx="2557030" cy="3569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Python 3.9+</a:t>
          </a:r>
          <a:endParaRPr lang="pt-PT" sz="1400" kern="1200" noProof="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Framework: FastAPI (async + </a:t>
          </a:r>
          <a:r>
            <a:rPr lang="en-US" sz="1400" kern="1200" noProof="0" dirty="0" err="1"/>
            <a:t>WebSockets</a:t>
          </a:r>
          <a:r>
            <a:rPr lang="en-US" sz="1400" kern="1200" noProof="0" dirty="0"/>
            <a:t>)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 err="1"/>
            <a:t>Bibliotecas</a:t>
          </a:r>
          <a:r>
            <a:rPr lang="en-US" sz="1400" kern="1200" noProof="0" dirty="0"/>
            <a:t> </a:t>
          </a:r>
          <a:r>
            <a:rPr lang="en-US" sz="1400" kern="1200" noProof="0" dirty="0" err="1"/>
            <a:t>principais</a:t>
          </a:r>
          <a:r>
            <a:rPr lang="en-US" sz="1400" kern="1200" noProof="0" dirty="0"/>
            <a:t>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noProof="0" dirty="0" err="1"/>
            <a:t>aio_pika</a:t>
          </a:r>
          <a:r>
            <a:rPr lang="en-US" sz="1200" kern="1200" noProof="0" dirty="0"/>
            <a:t> (RabbitMQ </a:t>
          </a:r>
          <a:r>
            <a:rPr lang="en-US" sz="1200" kern="1200" noProof="0" dirty="0" err="1"/>
            <a:t>assíncrono</a:t>
          </a:r>
          <a:r>
            <a:rPr lang="en-US" sz="1200" kern="1200" noProof="0" dirty="0"/>
            <a:t>);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noProof="0" dirty="0" err="1"/>
            <a:t>aiohttp</a:t>
          </a:r>
          <a:r>
            <a:rPr lang="en-US" sz="1200" kern="1200" noProof="0" dirty="0"/>
            <a:t> (</a:t>
          </a:r>
          <a:r>
            <a:rPr lang="en-US" sz="1200" kern="1200" noProof="0" dirty="0" err="1"/>
            <a:t>descoberta</a:t>
          </a:r>
          <a:r>
            <a:rPr lang="en-US" sz="1200" kern="1200" noProof="0" dirty="0"/>
            <a:t> de exchanges);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noProof="0" dirty="0" err="1"/>
            <a:t>prometheus_fastapi_instrumentator</a:t>
          </a:r>
          <a:endParaRPr lang="en-US" sz="1200" kern="1200" noProof="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noProof="0" dirty="0" err="1"/>
            <a:t>prometheus_client</a:t>
          </a:r>
          <a:r>
            <a:rPr lang="en-US" sz="1200" kern="1200" noProof="0" dirty="0"/>
            <a:t> (</a:t>
          </a:r>
          <a:r>
            <a:rPr lang="en-US" sz="1200" kern="1200" noProof="0" dirty="0" err="1"/>
            <a:t>métricas</a:t>
          </a:r>
          <a:r>
            <a:rPr lang="en-US" sz="1200" kern="1200" noProof="0" dirty="0"/>
            <a:t>)</a:t>
          </a:r>
        </a:p>
      </dsp:txBody>
      <dsp:txXfrm>
        <a:off x="2812733" y="396652"/>
        <a:ext cx="2557030" cy="3569874"/>
      </dsp:txXfrm>
    </dsp:sp>
    <dsp:sp modelId="{102B6BBA-B604-4A97-95C5-00FB60A6446D}">
      <dsp:nvSpPr>
        <dsp:cNvPr id="0" name=""/>
        <dsp:cNvSpPr/>
      </dsp:nvSpPr>
      <dsp:spPr>
        <a:xfrm>
          <a:off x="5625467" y="0"/>
          <a:ext cx="2557030" cy="396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1800" kern="1200" noProof="0" dirty="0" err="1"/>
            <a:t>Frontend</a:t>
          </a:r>
          <a:endParaRPr lang="pt-PT" sz="1800" kern="1200" noProof="0" dirty="0"/>
        </a:p>
      </dsp:txBody>
      <dsp:txXfrm>
        <a:off x="5625467" y="0"/>
        <a:ext cx="2557030" cy="396652"/>
      </dsp:txXfrm>
    </dsp:sp>
    <dsp:sp modelId="{813A2246-B13B-4603-85EE-69F76AD51310}">
      <dsp:nvSpPr>
        <dsp:cNvPr id="0" name=""/>
        <dsp:cNvSpPr/>
      </dsp:nvSpPr>
      <dsp:spPr>
        <a:xfrm>
          <a:off x="5625467" y="396652"/>
          <a:ext cx="2557030" cy="3569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HTML5, CSS3, JavaScript (vanilla)</a:t>
          </a:r>
          <a:endParaRPr lang="pt-PT" sz="1400" kern="1200" noProof="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 err="1"/>
            <a:t>Bibliotecas</a:t>
          </a:r>
          <a:r>
            <a:rPr lang="en-US" sz="1400" kern="1200" noProof="0" dirty="0"/>
            <a:t>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noProof="0" dirty="0" err="1"/>
            <a:t>Leaflet.js</a:t>
          </a:r>
          <a:r>
            <a:rPr lang="en-US" sz="1200" kern="1200" noProof="0" dirty="0"/>
            <a:t>: Visualização de mapas interativos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noProof="0" dirty="0"/>
            <a:t>OpenStreetMap: Tiles de </a:t>
          </a:r>
          <a:r>
            <a:rPr lang="en-US" sz="1200" kern="1200" noProof="0" dirty="0" err="1"/>
            <a:t>mapa</a:t>
          </a:r>
          <a:endParaRPr lang="en-US" sz="1200" kern="1200" noProof="0" dirty="0"/>
        </a:p>
      </dsp:txBody>
      <dsp:txXfrm>
        <a:off x="5625467" y="396652"/>
        <a:ext cx="2557030" cy="35698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522E71-9B97-4408-89B0-5B56F5725FF6}">
      <dsp:nvSpPr>
        <dsp:cNvPr id="0" name=""/>
        <dsp:cNvSpPr/>
      </dsp:nvSpPr>
      <dsp:spPr>
        <a:xfrm>
          <a:off x="0" y="0"/>
          <a:ext cx="2557030" cy="57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1800" kern="1200" noProof="0" dirty="0"/>
            <a:t>Comunicação assíncrona</a:t>
          </a:r>
        </a:p>
      </dsp:txBody>
      <dsp:txXfrm>
        <a:off x="0" y="0"/>
        <a:ext cx="2557030" cy="573041"/>
      </dsp:txXfrm>
    </dsp:sp>
    <dsp:sp modelId="{86B5E1DC-59F0-48B0-857F-679563625FA0}">
      <dsp:nvSpPr>
        <dsp:cNvPr id="0" name=""/>
        <dsp:cNvSpPr/>
      </dsp:nvSpPr>
      <dsp:spPr>
        <a:xfrm>
          <a:off x="0" y="573041"/>
          <a:ext cx="2557030" cy="339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just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 err="1"/>
            <a:t>Comunicação</a:t>
          </a:r>
          <a:r>
            <a:rPr lang="en-US" sz="1200" b="0" i="0" kern="1200" dirty="0"/>
            <a:t> </a:t>
          </a:r>
          <a:r>
            <a:rPr lang="en-US" sz="1200" b="0" i="0" kern="1200" dirty="0" err="1"/>
            <a:t>é</a:t>
          </a:r>
          <a:r>
            <a:rPr lang="en-US" sz="1200" b="0" i="0" kern="1200" dirty="0"/>
            <a:t> </a:t>
          </a:r>
          <a:r>
            <a:rPr lang="en-US" sz="1200" b="1" i="0" kern="1200" dirty="0" err="1"/>
            <a:t>assíncrona</a:t>
          </a:r>
          <a:r>
            <a:rPr lang="en-US" sz="1200" b="1" i="0" kern="1200" dirty="0"/>
            <a:t> </a:t>
          </a:r>
          <a:r>
            <a:rPr lang="en-US" sz="1200" b="1" i="0" kern="1200" dirty="0" err="1"/>
            <a:t>baseada</a:t>
          </a:r>
          <a:r>
            <a:rPr lang="en-US" sz="1200" b="1" i="0" kern="1200" dirty="0"/>
            <a:t> </a:t>
          </a:r>
          <a:r>
            <a:rPr lang="en-US" sz="1200" b="1" i="0" kern="1200" dirty="0" err="1"/>
            <a:t>em</a:t>
          </a:r>
          <a:r>
            <a:rPr lang="en-US" sz="1200" b="1" i="0" kern="1200" dirty="0"/>
            <a:t> </a:t>
          </a:r>
          <a:r>
            <a:rPr lang="en-US" sz="1200" b="1" i="0" kern="1200" dirty="0" err="1"/>
            <a:t>mensagens</a:t>
          </a:r>
          <a:r>
            <a:rPr lang="en-US" sz="1200" b="0" i="0" kern="1200" dirty="0"/>
            <a:t> entre </a:t>
          </a:r>
          <a:r>
            <a:rPr lang="en-US" sz="1200" b="0" i="0" kern="1200" dirty="0" err="1"/>
            <a:t>produtor</a:t>
          </a:r>
          <a:r>
            <a:rPr lang="en-US" sz="1200" b="0" i="0" kern="1200" dirty="0"/>
            <a:t> e </a:t>
          </a:r>
          <a:r>
            <a:rPr lang="en-US" sz="1200" b="0" i="0" kern="1200" dirty="0" err="1"/>
            <a:t>consumidor</a:t>
          </a:r>
          <a:r>
            <a:rPr lang="en-US" sz="1200" b="0" i="0" kern="1200" dirty="0"/>
            <a:t> via RabbitMQ (AMQP, exchanges fanout race-*), </a:t>
          </a:r>
          <a:r>
            <a:rPr lang="en-US" sz="1200" b="0" i="0" kern="1200" dirty="0" err="1"/>
            <a:t>sem</a:t>
          </a:r>
          <a:r>
            <a:rPr lang="en-US" sz="1200" b="0" i="0" kern="1200" dirty="0"/>
            <a:t> REST no </a:t>
          </a:r>
          <a:r>
            <a:rPr lang="en-US" sz="1200" b="0" i="0" kern="1200" dirty="0" err="1"/>
            <a:t>percurso</a:t>
          </a:r>
          <a:r>
            <a:rPr lang="en-US" sz="1200" b="0" i="0" kern="1200" dirty="0"/>
            <a:t> de </a:t>
          </a:r>
          <a:r>
            <a:rPr lang="en-US" sz="1200" b="0" i="0" kern="1200" dirty="0" err="1"/>
            <a:t>eventos</a:t>
          </a:r>
          <a:r>
            <a:rPr lang="en-US" sz="1200" b="0" i="0" kern="1200" dirty="0"/>
            <a:t>.</a:t>
          </a:r>
          <a:endParaRPr lang="pt-PT" sz="1200" kern="1200" noProof="0" dirty="0"/>
        </a:p>
      </dsp:txBody>
      <dsp:txXfrm>
        <a:off x="0" y="573041"/>
        <a:ext cx="2557030" cy="3393485"/>
      </dsp:txXfrm>
    </dsp:sp>
    <dsp:sp modelId="{7134C525-8CCD-4108-AF01-96286A5A0E05}">
      <dsp:nvSpPr>
        <dsp:cNvPr id="0" name=""/>
        <dsp:cNvSpPr/>
      </dsp:nvSpPr>
      <dsp:spPr>
        <a:xfrm>
          <a:off x="2812733" y="0"/>
          <a:ext cx="2557030" cy="57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1800" kern="1200" noProof="0" dirty="0"/>
            <a:t>Mensagens Assíncronas</a:t>
          </a:r>
        </a:p>
      </dsp:txBody>
      <dsp:txXfrm>
        <a:off x="2812733" y="0"/>
        <a:ext cx="2557030" cy="573041"/>
      </dsp:txXfrm>
    </dsp:sp>
    <dsp:sp modelId="{1F303D58-5C0E-441C-AD6F-0CB810D3C9E8}">
      <dsp:nvSpPr>
        <dsp:cNvPr id="0" name=""/>
        <dsp:cNvSpPr/>
      </dsp:nvSpPr>
      <dsp:spPr>
        <a:xfrm>
          <a:off x="2812733" y="573041"/>
          <a:ext cx="2557030" cy="339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just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O </a:t>
          </a:r>
          <a:r>
            <a:rPr lang="en-US" sz="1200" b="0" i="0" kern="1200" dirty="0" err="1"/>
            <a:t>consumidor</a:t>
          </a:r>
          <a:r>
            <a:rPr lang="en-US" sz="1200" b="0" i="0" kern="1200" dirty="0"/>
            <a:t> </a:t>
          </a:r>
          <a:r>
            <a:rPr lang="en-US" sz="1200" b="0" i="0" kern="1200" dirty="0" err="1"/>
            <a:t>consome</a:t>
          </a:r>
          <a:r>
            <a:rPr lang="en-US" sz="1200" b="0" i="0" kern="1200" dirty="0"/>
            <a:t> </a:t>
          </a:r>
          <a:r>
            <a:rPr lang="en-US" sz="1200" b="0" i="0" kern="1200" dirty="0" err="1"/>
            <a:t>mensagens</a:t>
          </a:r>
          <a:r>
            <a:rPr lang="en-US" sz="1200" b="0" i="0" kern="1200" dirty="0"/>
            <a:t> e </a:t>
          </a:r>
          <a:r>
            <a:rPr lang="en-US" sz="1200" b="0" i="0" kern="1200" dirty="0" err="1"/>
            <a:t>reenvia</a:t>
          </a:r>
          <a:r>
            <a:rPr lang="en-US" sz="1200" b="0" i="0" kern="1200" dirty="0"/>
            <a:t>-as para o frontend via </a:t>
          </a:r>
          <a:r>
            <a:rPr lang="en-US" sz="1200" b="1" i="0" kern="1200" dirty="0"/>
            <a:t>WebSocket</a:t>
          </a:r>
          <a:r>
            <a:rPr lang="en-US" sz="1200" b="0" i="0" kern="1200" dirty="0"/>
            <a:t> (</a:t>
          </a:r>
          <a:r>
            <a:rPr lang="en-US" sz="1200" b="0" i="0" kern="1200" dirty="0" err="1"/>
            <a:t>persistente</a:t>
          </a:r>
          <a:r>
            <a:rPr lang="en-US" sz="1200" b="0" i="0" kern="1200" dirty="0"/>
            <a:t>, </a:t>
          </a:r>
          <a:r>
            <a:rPr lang="en-US" sz="1200" b="0" i="0" kern="1200" dirty="0" err="1"/>
            <a:t>bidirecional</a:t>
          </a:r>
          <a:r>
            <a:rPr lang="en-US" sz="1200" b="0" i="0" kern="1200" dirty="0"/>
            <a:t>). </a:t>
          </a:r>
        </a:p>
        <a:p>
          <a:pPr marL="0" lvl="0" indent="0" algn="just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 err="1"/>
            <a:t>É</a:t>
          </a:r>
          <a:r>
            <a:rPr lang="en-US" sz="1200" b="0" i="0" kern="1200" dirty="0"/>
            <a:t> </a:t>
          </a:r>
          <a:r>
            <a:rPr lang="en-US" sz="1200" b="0" i="0" kern="1200" dirty="0" err="1"/>
            <a:t>assíncrono</a:t>
          </a:r>
          <a:r>
            <a:rPr lang="en-US" sz="1200" b="0" i="0" kern="1200" dirty="0"/>
            <a:t>: o </a:t>
          </a:r>
          <a:r>
            <a:rPr lang="en-US" sz="1200" b="0" i="0" kern="1200" dirty="0" err="1"/>
            <a:t>cliente</a:t>
          </a:r>
          <a:r>
            <a:rPr lang="en-US" sz="1200" b="0" i="0" kern="1200" dirty="0"/>
            <a:t> </a:t>
          </a:r>
          <a:r>
            <a:rPr lang="en-US" sz="1200" b="0" i="0" kern="1200" dirty="0" err="1"/>
            <a:t>recebe</a:t>
          </a:r>
          <a:r>
            <a:rPr lang="en-US" sz="1200" b="0" i="0" kern="1200" dirty="0"/>
            <a:t> push </a:t>
          </a:r>
          <a:r>
            <a:rPr lang="en-US" sz="1200" b="0" i="0" kern="1200" dirty="0" err="1"/>
            <a:t>conforme</a:t>
          </a:r>
          <a:r>
            <a:rPr lang="en-US" sz="1200" b="0" i="0" kern="1200" dirty="0"/>
            <a:t> </a:t>
          </a:r>
          <a:r>
            <a:rPr lang="en-US" sz="1200" b="0" i="0" kern="1200" dirty="0" err="1"/>
            <a:t>chegam</a:t>
          </a:r>
          <a:r>
            <a:rPr lang="en-US" sz="1200" b="0" i="0" kern="1200" dirty="0"/>
            <a:t> </a:t>
          </a:r>
          <a:r>
            <a:rPr lang="en-US" sz="1200" b="0" i="0" kern="1200" dirty="0" err="1"/>
            <a:t>eventos</a:t>
          </a:r>
          <a:r>
            <a:rPr lang="en-US" sz="1200" b="0" i="0" kern="1200" dirty="0"/>
            <a:t>.</a:t>
          </a:r>
          <a:endParaRPr lang="pt-PT" sz="1200" kern="1200" noProof="0" dirty="0"/>
        </a:p>
      </dsp:txBody>
      <dsp:txXfrm>
        <a:off x="2812733" y="573041"/>
        <a:ext cx="2557030" cy="3393485"/>
      </dsp:txXfrm>
    </dsp:sp>
    <dsp:sp modelId="{FC0ED944-368A-4995-9904-DDDEE2178AA9}">
      <dsp:nvSpPr>
        <dsp:cNvPr id="0" name=""/>
        <dsp:cNvSpPr/>
      </dsp:nvSpPr>
      <dsp:spPr>
        <a:xfrm>
          <a:off x="5625467" y="0"/>
          <a:ext cx="2557030" cy="57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1800" kern="1200" noProof="0" dirty="0"/>
            <a:t>Protocolos e Formatos de Dados</a:t>
          </a:r>
        </a:p>
      </dsp:txBody>
      <dsp:txXfrm>
        <a:off x="5625467" y="0"/>
        <a:ext cx="2557030" cy="573041"/>
      </dsp:txXfrm>
    </dsp:sp>
    <dsp:sp modelId="{C0D7DB82-4CD9-4C38-A5E9-D88A21934649}">
      <dsp:nvSpPr>
        <dsp:cNvPr id="0" name=""/>
        <dsp:cNvSpPr/>
      </dsp:nvSpPr>
      <dsp:spPr>
        <a:xfrm>
          <a:off x="5625467" y="573041"/>
          <a:ext cx="2557030" cy="339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just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AMQP</a:t>
          </a:r>
          <a:r>
            <a:rPr lang="en-US" sz="1200" b="0" i="0" kern="1200" dirty="0"/>
            <a:t> entre </a:t>
          </a:r>
          <a:r>
            <a:rPr lang="en-US" sz="1200" b="0" i="0" kern="1200" dirty="0" err="1"/>
            <a:t>produtor↔RabbitMQ↔consumidor</a:t>
          </a:r>
          <a:r>
            <a:rPr lang="en-US" sz="1200" b="0" i="0" kern="1200" dirty="0"/>
            <a:t>; </a:t>
          </a:r>
        </a:p>
        <a:p>
          <a:pPr marL="0" lvl="0" indent="0" algn="just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HTTP/WebSocket</a:t>
          </a:r>
          <a:r>
            <a:rPr lang="en-US" sz="1200" b="0" i="0" kern="1200" dirty="0"/>
            <a:t> para </a:t>
          </a:r>
          <a:r>
            <a:rPr lang="en-US" sz="1200" b="0" i="0" kern="1200" dirty="0" err="1"/>
            <a:t>consumidor↔frontend</a:t>
          </a:r>
          <a:r>
            <a:rPr lang="en-US" sz="1200" b="0" i="0" kern="1200" dirty="0"/>
            <a:t>;</a:t>
          </a:r>
        </a:p>
        <a:p>
          <a:pPr marL="0" lvl="0" indent="0" algn="just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JSON</a:t>
          </a:r>
          <a:r>
            <a:rPr lang="en-US" sz="1200" b="0" i="0" kern="1200" dirty="0"/>
            <a:t> com campos athlete, gender, race, location:{</a:t>
          </a:r>
          <a:r>
            <a:rPr lang="en-US" sz="1200" b="0" i="0" kern="1200" dirty="0" err="1"/>
            <a:t>latitude,longitude</a:t>
          </a:r>
          <a:r>
            <a:rPr lang="en-US" sz="1200" b="0" i="0" kern="1200" dirty="0"/>
            <a:t>}, elevation, time, event.</a:t>
          </a:r>
          <a:endParaRPr lang="pt-PT" sz="1200" kern="1200" noProof="0" dirty="0"/>
        </a:p>
      </dsp:txBody>
      <dsp:txXfrm>
        <a:off x="5625467" y="573041"/>
        <a:ext cx="2557030" cy="33934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E48D3-FF1F-47A0-8D7A-EEF4D56C12A8}">
      <dsp:nvSpPr>
        <dsp:cNvPr id="0" name=""/>
        <dsp:cNvSpPr/>
      </dsp:nvSpPr>
      <dsp:spPr>
        <a:xfrm>
          <a:off x="0" y="0"/>
          <a:ext cx="2557030" cy="57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i="0" kern="1200" dirty="0" err="1"/>
            <a:t>Funcionalidade</a:t>
          </a:r>
          <a:r>
            <a:rPr lang="en-US" sz="1800" b="1" i="0" kern="1200" dirty="0"/>
            <a:t> &amp; Performance</a:t>
          </a:r>
          <a:endParaRPr lang="en-US" sz="1800" b="0" i="0" kern="1200" dirty="0"/>
        </a:p>
      </dsp:txBody>
      <dsp:txXfrm>
        <a:off x="0" y="0"/>
        <a:ext cx="2557030" cy="573041"/>
      </dsp:txXfrm>
    </dsp:sp>
    <dsp:sp modelId="{3B30690E-2FCB-4B17-BCC5-71D67C4CB2A4}">
      <dsp:nvSpPr>
        <dsp:cNvPr id="0" name=""/>
        <dsp:cNvSpPr/>
      </dsp:nvSpPr>
      <dsp:spPr>
        <a:xfrm>
          <a:off x="0" y="573041"/>
          <a:ext cx="2557030" cy="339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Sistema </a:t>
          </a:r>
          <a:r>
            <a:rPr lang="en-US" sz="1200" b="0" i="0" kern="1200" dirty="0" err="1"/>
            <a:t>funcional</a:t>
          </a:r>
          <a:r>
            <a:rPr lang="en-US" sz="1200" b="0" i="0" kern="1200" dirty="0"/>
            <a:t> end-to-end: </a:t>
          </a:r>
          <a:r>
            <a:rPr lang="en-US" sz="1200" b="0" i="0" kern="1200" dirty="0" err="1"/>
            <a:t>simulação</a:t>
          </a:r>
          <a:r>
            <a:rPr lang="en-US" sz="1200" b="0" i="0" kern="1200" dirty="0"/>
            <a:t> → </a:t>
          </a:r>
          <a:r>
            <a:rPr lang="en-US" sz="1200" b="0" i="0" kern="1200" dirty="0" err="1"/>
            <a:t>eventos</a:t>
          </a:r>
          <a:r>
            <a:rPr lang="en-US" sz="1200" b="0" i="0" kern="1200" dirty="0"/>
            <a:t> → </a:t>
          </a:r>
          <a:r>
            <a:rPr lang="en-US" sz="1200" b="0" i="0" kern="1200" dirty="0" err="1"/>
            <a:t>visualização</a:t>
          </a:r>
          <a:r>
            <a:rPr lang="en-US" sz="1200" b="0" i="0" kern="1200" dirty="0"/>
            <a:t> </a:t>
          </a:r>
          <a:r>
            <a:rPr lang="en-US" sz="1200" b="0" i="0" kern="1200" dirty="0" err="1"/>
            <a:t>em</a:t>
          </a:r>
          <a:r>
            <a:rPr lang="en-US" sz="1200" b="0" i="0" kern="1200" dirty="0"/>
            <a:t> tempo real.</a:t>
          </a:r>
          <a:endParaRPr lang="pt-PT" sz="1200" kern="1200" noProof="0" dirty="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RabbitMQ com exchanges fanout </a:t>
          </a:r>
          <a:r>
            <a:rPr lang="en-US" sz="1200" b="0" i="0" kern="1200" dirty="0" err="1"/>
            <a:t>permite</a:t>
          </a:r>
          <a:r>
            <a:rPr lang="en-US" sz="1200" b="0" i="0" kern="1200" dirty="0"/>
            <a:t> broadcast </a:t>
          </a:r>
          <a:r>
            <a:rPr lang="en-US" sz="1200" b="0" i="0" kern="1200" dirty="0" err="1"/>
            <a:t>escalável</a:t>
          </a:r>
          <a:r>
            <a:rPr lang="en-US" sz="1200" b="0" i="0" kern="1200" dirty="0"/>
            <a:t> a </a:t>
          </a:r>
          <a:r>
            <a:rPr lang="en-US" sz="1200" b="0" i="0" kern="1200" dirty="0" err="1"/>
            <a:t>múltiplos</a:t>
          </a:r>
          <a:r>
            <a:rPr lang="en-US" sz="1200" b="0" i="0" kern="1200" dirty="0"/>
            <a:t> </a:t>
          </a:r>
          <a:r>
            <a:rPr lang="en-US" sz="1200" b="0" i="0" kern="1200" dirty="0" err="1"/>
            <a:t>clientes</a:t>
          </a:r>
          <a:r>
            <a:rPr lang="en-US" sz="1200" b="0" i="0" kern="1200" dirty="0"/>
            <a:t>.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WebSocket </a:t>
          </a:r>
          <a:r>
            <a:rPr lang="en-US" sz="1200" b="0" i="0" kern="1200" dirty="0" err="1"/>
            <a:t>assíncrono</a:t>
          </a:r>
          <a:r>
            <a:rPr lang="en-US" sz="1200" b="0" i="0" kern="1200" dirty="0"/>
            <a:t> </a:t>
          </a:r>
          <a:r>
            <a:rPr lang="en-US" sz="1200" b="0" i="0" kern="1200" dirty="0" err="1"/>
            <a:t>reduz</a:t>
          </a:r>
          <a:r>
            <a:rPr lang="en-US" sz="1200" b="0" i="0" kern="1200" dirty="0"/>
            <a:t> </a:t>
          </a:r>
          <a:r>
            <a:rPr lang="en-US" sz="1200" b="0" i="0" kern="1200" dirty="0" err="1"/>
            <a:t>latência</a:t>
          </a:r>
          <a:r>
            <a:rPr lang="en-US" sz="1200" b="0" i="0" kern="1200" dirty="0"/>
            <a:t> (push vs polling).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 err="1"/>
            <a:t>Métricas</a:t>
          </a:r>
          <a:r>
            <a:rPr lang="en-US" sz="1200" b="0" i="0" kern="1200" dirty="0"/>
            <a:t> Prometheus (</a:t>
          </a:r>
          <a:r>
            <a:rPr lang="en-US" sz="1200" b="0" i="0" kern="1200" dirty="0" err="1"/>
            <a:t>messages_consumed</a:t>
          </a:r>
          <a:r>
            <a:rPr lang="en-US" sz="1200" b="0" i="0" kern="1200" dirty="0"/>
            <a:t>, </a:t>
          </a:r>
          <a:r>
            <a:rPr lang="en-US" sz="1200" b="0" i="0" kern="1200" dirty="0" err="1"/>
            <a:t>ws_messages_sent</a:t>
          </a:r>
          <a:r>
            <a:rPr lang="en-US" sz="1200" b="0" i="0" kern="1200" dirty="0"/>
            <a:t>, </a:t>
          </a:r>
          <a:r>
            <a:rPr lang="en-US" sz="1200" b="0" i="0" kern="1200" dirty="0" err="1"/>
            <a:t>ws_connections</a:t>
          </a:r>
          <a:r>
            <a:rPr lang="en-US" sz="1200" b="0" i="0" kern="1200" dirty="0"/>
            <a:t>) </a:t>
          </a:r>
          <a:r>
            <a:rPr lang="en-US" sz="1200" b="0" i="0" kern="1200" dirty="0" err="1"/>
            <a:t>permitem</a:t>
          </a:r>
          <a:r>
            <a:rPr lang="en-US" sz="1200" b="0" i="0" kern="1200" dirty="0"/>
            <a:t> </a:t>
          </a:r>
          <a:r>
            <a:rPr lang="en-US" sz="1200" b="0" i="0" kern="1200" dirty="0" err="1"/>
            <a:t>observabilidade</a:t>
          </a:r>
          <a:r>
            <a:rPr lang="en-US" sz="1200" b="0" i="0" kern="1200" dirty="0"/>
            <a:t>.</a:t>
          </a:r>
        </a:p>
      </dsp:txBody>
      <dsp:txXfrm>
        <a:off x="0" y="573041"/>
        <a:ext cx="2557030" cy="3393485"/>
      </dsp:txXfrm>
    </dsp:sp>
    <dsp:sp modelId="{13D69A59-AF8F-46DC-AA11-B22D09D9D0D8}">
      <dsp:nvSpPr>
        <dsp:cNvPr id="0" name=""/>
        <dsp:cNvSpPr/>
      </dsp:nvSpPr>
      <dsp:spPr>
        <a:xfrm>
          <a:off x="2812733" y="0"/>
          <a:ext cx="2557030" cy="57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i="0" kern="1200" dirty="0" err="1"/>
            <a:t>Escalabilidade</a:t>
          </a:r>
          <a:endParaRPr lang="pt-PT" sz="1800" kern="1200" noProof="0" dirty="0"/>
        </a:p>
      </dsp:txBody>
      <dsp:txXfrm>
        <a:off x="2812733" y="0"/>
        <a:ext cx="2557030" cy="573041"/>
      </dsp:txXfrm>
    </dsp:sp>
    <dsp:sp modelId="{12E8C7C3-1055-4021-A253-EB44A1090552}">
      <dsp:nvSpPr>
        <dsp:cNvPr id="0" name=""/>
        <dsp:cNvSpPr/>
      </dsp:nvSpPr>
      <dsp:spPr>
        <a:xfrm>
          <a:off x="2812733" y="573041"/>
          <a:ext cx="2557030" cy="339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 err="1"/>
            <a:t>Produtor</a:t>
          </a:r>
          <a:r>
            <a:rPr lang="en-US" sz="1400" b="0" i="0" kern="1200" dirty="0"/>
            <a:t> multi-thread, </a:t>
          </a:r>
          <a:r>
            <a:rPr lang="en-US" sz="1400" b="0" i="0" kern="1200" dirty="0" err="1"/>
            <a:t>consumidor</a:t>
          </a:r>
          <a:r>
            <a:rPr lang="en-US" sz="1400" b="0" i="0" kern="1200" dirty="0"/>
            <a:t> </a:t>
          </a:r>
          <a:r>
            <a:rPr lang="en-US" sz="1400" b="0" i="0" kern="1200" dirty="0" err="1"/>
            <a:t>assíncrono</a:t>
          </a:r>
          <a:r>
            <a:rPr lang="en-US" sz="1400" b="0" i="0" kern="1200" dirty="0"/>
            <a:t> (</a:t>
          </a:r>
          <a:r>
            <a:rPr lang="en-US" sz="1400" b="0" i="0" kern="1200" dirty="0" err="1"/>
            <a:t>FastAPI</a:t>
          </a:r>
          <a:r>
            <a:rPr lang="en-US" sz="1400" b="0" i="0" kern="1200" dirty="0"/>
            <a:t> + </a:t>
          </a:r>
          <a:r>
            <a:rPr lang="en-US" sz="1400" b="0" i="0" kern="1200" dirty="0" err="1"/>
            <a:t>aiokafka</a:t>
          </a:r>
          <a:r>
            <a:rPr lang="en-US" sz="1400" b="0" i="0" kern="1200" dirty="0"/>
            <a:t>), </a:t>
          </a:r>
          <a:r>
            <a:rPr lang="en-US" sz="1400" b="0" i="0" kern="1200" dirty="0" err="1"/>
            <a:t>suporta</a:t>
          </a:r>
          <a:r>
            <a:rPr lang="en-US" sz="1400" b="0" i="0" kern="1200" dirty="0"/>
            <a:t> </a:t>
          </a:r>
          <a:r>
            <a:rPr lang="en-US" sz="1400" b="0" i="0" kern="1200" dirty="0" err="1"/>
            <a:t>múltiplas</a:t>
          </a:r>
          <a:r>
            <a:rPr lang="en-US" sz="1400" b="0" i="0" kern="1200" dirty="0"/>
            <a:t> corridas/</a:t>
          </a:r>
          <a:r>
            <a:rPr lang="en-US" sz="1400" b="0" i="0" kern="1200" dirty="0" err="1"/>
            <a:t>atletas</a:t>
          </a:r>
          <a:r>
            <a:rPr lang="en-US" sz="1400" b="0" i="0" kern="1200" dirty="0"/>
            <a:t>.</a:t>
          </a:r>
          <a:endParaRPr lang="pt-PT" sz="1400" kern="1200" noProof="0" dirty="0"/>
        </a:p>
      </dsp:txBody>
      <dsp:txXfrm>
        <a:off x="2812733" y="573041"/>
        <a:ext cx="2557030" cy="3393485"/>
      </dsp:txXfrm>
    </dsp:sp>
    <dsp:sp modelId="{49CA3215-8CD2-4EAA-9F6D-0B3C3D1E2E54}">
      <dsp:nvSpPr>
        <dsp:cNvPr id="0" name=""/>
        <dsp:cNvSpPr/>
      </dsp:nvSpPr>
      <dsp:spPr>
        <a:xfrm>
          <a:off x="5625467" y="0"/>
          <a:ext cx="2557030" cy="57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i="0" kern="1200" dirty="0" err="1"/>
            <a:t>Confiabilidade</a:t>
          </a:r>
          <a:endParaRPr lang="pt-PT" sz="1800" kern="1200" noProof="0" dirty="0"/>
        </a:p>
      </dsp:txBody>
      <dsp:txXfrm>
        <a:off x="5625467" y="0"/>
        <a:ext cx="2557030" cy="573041"/>
      </dsp:txXfrm>
    </dsp:sp>
    <dsp:sp modelId="{EC9E5AB1-8956-4277-B617-010823A82D69}">
      <dsp:nvSpPr>
        <dsp:cNvPr id="0" name=""/>
        <dsp:cNvSpPr/>
      </dsp:nvSpPr>
      <dsp:spPr>
        <a:xfrm>
          <a:off x="5625467" y="573041"/>
          <a:ext cx="2557030" cy="339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Queue </a:t>
          </a:r>
          <a:r>
            <a:rPr lang="en-US" sz="1400" b="0" i="0" kern="1200" dirty="0" err="1"/>
            <a:t>durável</a:t>
          </a:r>
          <a:r>
            <a:rPr lang="en-US" sz="1400" b="0" i="0" kern="1200" dirty="0"/>
            <a:t>, </a:t>
          </a:r>
          <a:r>
            <a:rPr lang="en-US" sz="1400" b="0" i="0" kern="1200" dirty="0" err="1"/>
            <a:t>conexão</a:t>
          </a:r>
          <a:r>
            <a:rPr lang="en-US" sz="1400" b="0" i="0" kern="1200" dirty="0"/>
            <a:t> RabbitMQ com backoff </a:t>
          </a:r>
          <a:r>
            <a:rPr lang="en-US" sz="1400" b="0" i="0" kern="1200" dirty="0" err="1"/>
            <a:t>exponencial</a:t>
          </a:r>
          <a:r>
            <a:rPr lang="en-US" sz="1400" b="0" i="0" kern="1200" dirty="0"/>
            <a:t> (max 5 </a:t>
          </a:r>
          <a:r>
            <a:rPr lang="en-US" sz="1400" b="0" i="0" kern="1200" dirty="0" err="1"/>
            <a:t>tentativas</a:t>
          </a:r>
          <a:r>
            <a:rPr lang="en-US" sz="1400" b="0" i="0" kern="1200" dirty="0"/>
            <a:t>, cooldown 300s).</a:t>
          </a:r>
          <a:endParaRPr lang="pt-PT" sz="1400" kern="1200" noProof="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Bind </a:t>
          </a:r>
          <a:r>
            <a:rPr lang="en-US" sz="1400" b="0" i="0" kern="1200" dirty="0" err="1"/>
            <a:t>automático</a:t>
          </a:r>
          <a:r>
            <a:rPr lang="en-US" sz="1400" b="0" i="0" kern="1200" dirty="0"/>
            <a:t> de exchanges </a:t>
          </a:r>
          <a:r>
            <a:rPr lang="en-US" sz="1400" b="0" i="0" kern="1200" dirty="0" err="1"/>
            <a:t>novos</a:t>
          </a:r>
          <a:r>
            <a:rPr lang="en-US" sz="1400" b="0" i="0" kern="1200" dirty="0"/>
            <a:t> a </a:t>
          </a:r>
          <a:r>
            <a:rPr lang="en-US" sz="1400" b="0" i="0" kern="1200" dirty="0" err="1"/>
            <a:t>cada</a:t>
          </a:r>
          <a:r>
            <a:rPr lang="en-US" sz="1400" b="0" i="0" kern="1200" dirty="0"/>
            <a:t> 10s.</a:t>
          </a:r>
        </a:p>
      </dsp:txBody>
      <dsp:txXfrm>
        <a:off x="5625467" y="573041"/>
        <a:ext cx="2557030" cy="33934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6E0391-ECA3-4D3D-935E-A03DE5FA1848}">
      <dsp:nvSpPr>
        <dsp:cNvPr id="0" name=""/>
        <dsp:cNvSpPr/>
      </dsp:nvSpPr>
      <dsp:spPr>
        <a:xfrm>
          <a:off x="0" y="0"/>
          <a:ext cx="8190496" cy="396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pt-PT" sz="1800" kern="1200" noProof="0" dirty="0"/>
        </a:p>
      </dsp:txBody>
      <dsp:txXfrm>
        <a:off x="0" y="0"/>
        <a:ext cx="8190496" cy="396652"/>
      </dsp:txXfrm>
    </dsp:sp>
    <dsp:sp modelId="{F6FEE502-F034-4240-AD86-A32E78216339}">
      <dsp:nvSpPr>
        <dsp:cNvPr id="0" name=""/>
        <dsp:cNvSpPr/>
      </dsp:nvSpPr>
      <dsp:spPr>
        <a:xfrm>
          <a:off x="0" y="396652"/>
          <a:ext cx="8190496" cy="3569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Este </a:t>
          </a:r>
          <a:r>
            <a:rPr lang="en-US" sz="1400" b="0" i="0" kern="1200" dirty="0" err="1"/>
            <a:t>projeto</a:t>
          </a:r>
          <a:r>
            <a:rPr lang="en-US" sz="1400" b="0" i="0" kern="1200" dirty="0"/>
            <a:t> </a:t>
          </a:r>
          <a:r>
            <a:rPr lang="en-US" sz="1400" b="0" i="0" kern="1200" dirty="0" err="1"/>
            <a:t>implementa</a:t>
          </a:r>
          <a:r>
            <a:rPr lang="en-US" sz="1400" b="0" i="0" kern="1200" dirty="0"/>
            <a:t> um </a:t>
          </a:r>
          <a:r>
            <a:rPr lang="en-US" sz="1400" b="0" i="0" kern="1200" dirty="0" err="1"/>
            <a:t>sistema</a:t>
          </a:r>
          <a:r>
            <a:rPr lang="en-US" sz="1400" b="0" i="0" kern="1200" dirty="0"/>
            <a:t> </a:t>
          </a:r>
          <a:r>
            <a:rPr lang="en-US" sz="1400" b="0" i="0" kern="1200" dirty="0" err="1"/>
            <a:t>distribuído</a:t>
          </a:r>
          <a:r>
            <a:rPr lang="en-US" sz="1400" b="0" i="0" kern="1200" dirty="0"/>
            <a:t> de </a:t>
          </a:r>
          <a:r>
            <a:rPr lang="en-US" sz="1400" b="0" i="0" kern="1200" dirty="0" err="1"/>
            <a:t>rastreamento</a:t>
          </a:r>
          <a:r>
            <a:rPr lang="en-US" sz="1400" b="0" i="0" kern="1200" dirty="0"/>
            <a:t> de trails </a:t>
          </a:r>
          <a:r>
            <a:rPr lang="en-US" sz="1400" b="0" i="0" kern="1200" dirty="0" err="1"/>
            <a:t>em</a:t>
          </a:r>
          <a:r>
            <a:rPr lang="en-US" sz="1400" b="0" i="0" kern="1200" dirty="0"/>
            <a:t> tempo real </a:t>
          </a:r>
          <a:r>
            <a:rPr lang="en-US" sz="1400" b="0" i="0" kern="1200" dirty="0" err="1"/>
            <a:t>utilizando</a:t>
          </a:r>
          <a:r>
            <a:rPr lang="en-US" sz="1400" b="0" i="0" kern="1200" dirty="0"/>
            <a:t> RabbitMQ, </a:t>
          </a:r>
          <a:r>
            <a:rPr lang="en-US" sz="1400" b="0" i="0" kern="1200" dirty="0" err="1"/>
            <a:t>FastAPI</a:t>
          </a:r>
          <a:r>
            <a:rPr lang="en-US" sz="1400" b="0" i="0" kern="1200" dirty="0"/>
            <a:t> e WebSocket. A </a:t>
          </a:r>
          <a:r>
            <a:rPr lang="en-US" sz="1400" b="0" i="0" kern="1200" dirty="0" err="1"/>
            <a:t>arquitetura</a:t>
          </a:r>
          <a:r>
            <a:rPr lang="en-US" sz="1400" b="0" i="0" kern="1200" dirty="0"/>
            <a:t> </a:t>
          </a:r>
          <a:r>
            <a:rPr lang="en-US" sz="1400" b="0" i="0" kern="1200" dirty="0" err="1"/>
            <a:t>assíncrona</a:t>
          </a:r>
          <a:r>
            <a:rPr lang="en-US" sz="1400" b="0" i="0" kern="1200" dirty="0"/>
            <a:t> </a:t>
          </a:r>
          <a:r>
            <a:rPr lang="en-US" sz="1400" b="0" i="0" kern="1200" dirty="0" err="1"/>
            <a:t>prova</a:t>
          </a:r>
          <a:r>
            <a:rPr lang="en-US" sz="1400" b="0" i="0" kern="1200" dirty="0"/>
            <a:t> </a:t>
          </a:r>
          <a:r>
            <a:rPr lang="en-US" sz="1400" b="0" i="0" kern="1200" dirty="0" err="1"/>
            <a:t>escalabilidade</a:t>
          </a:r>
          <a:r>
            <a:rPr lang="en-US" sz="1400" b="0" i="0" kern="1200" dirty="0"/>
            <a:t> e </a:t>
          </a:r>
          <a:r>
            <a:rPr lang="en-US" sz="1400" b="0" i="0" kern="1200" dirty="0" err="1"/>
            <a:t>desacoplamento</a:t>
          </a:r>
          <a:r>
            <a:rPr lang="en-US" sz="1400" b="0" i="0" kern="1200" dirty="0"/>
            <a:t> </a:t>
          </a:r>
          <a:r>
            <a:rPr lang="en-US" sz="1400" b="0" i="0" kern="1200" dirty="0" err="1"/>
            <a:t>eficaz</a:t>
          </a:r>
          <a:r>
            <a:rPr lang="en-US" sz="1400" b="0" i="0" kern="1200" dirty="0"/>
            <a:t> entre </a:t>
          </a:r>
          <a:r>
            <a:rPr lang="en-US" sz="1400" b="0" i="0" kern="1200" dirty="0" err="1"/>
            <a:t>componentes</a:t>
          </a:r>
          <a:r>
            <a:rPr lang="en-US" sz="1400" b="0" i="0" kern="1200" dirty="0"/>
            <a:t>.</a:t>
          </a:r>
          <a:endParaRPr lang="pt-PT" sz="1400" kern="1200" noProof="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 err="1"/>
            <a:t>Destaca</a:t>
          </a:r>
          <a:r>
            <a:rPr lang="en-US" sz="1400" b="0" i="0" kern="1200" dirty="0"/>
            <a:t>-se a </a:t>
          </a:r>
          <a:r>
            <a:rPr lang="en-US" sz="1400" b="0" i="0" kern="1200" dirty="0" err="1"/>
            <a:t>integração</a:t>
          </a:r>
          <a:r>
            <a:rPr lang="en-US" sz="1400" b="0" i="0" kern="1200" dirty="0"/>
            <a:t> com Kubernetes e </a:t>
          </a:r>
          <a:r>
            <a:rPr lang="en-US" sz="1400" b="0" i="0" kern="1200" dirty="0" err="1"/>
            <a:t>observabilidade</a:t>
          </a:r>
          <a:r>
            <a:rPr lang="en-US" sz="1400" b="0" i="0" kern="1200" dirty="0"/>
            <a:t> com Prometheus, </a:t>
          </a:r>
          <a:r>
            <a:rPr lang="en-US" sz="1400" b="0" i="0" kern="1200" dirty="0" err="1"/>
            <a:t>demonstrando</a:t>
          </a:r>
          <a:r>
            <a:rPr lang="en-US" sz="1400" b="0" i="0" kern="1200" dirty="0"/>
            <a:t> </a:t>
          </a:r>
          <a:r>
            <a:rPr lang="en-US" sz="1400" b="0" i="0" kern="1200" dirty="0" err="1"/>
            <a:t>padrões</a:t>
          </a:r>
          <a:r>
            <a:rPr lang="en-US" sz="1400" b="0" i="0" kern="1200" dirty="0"/>
            <a:t> de </a:t>
          </a:r>
          <a:r>
            <a:rPr lang="en-US" sz="1400" b="0" i="0" kern="1200" dirty="0" err="1"/>
            <a:t>produção</a:t>
          </a:r>
          <a:r>
            <a:rPr lang="en-US" sz="1400" b="0" i="0" kern="1200" dirty="0"/>
            <a:t>.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 err="1"/>
            <a:t>Principais</a:t>
          </a:r>
          <a:r>
            <a:rPr lang="en-US" sz="1400" b="1" i="0" kern="1200" dirty="0"/>
            <a:t> </a:t>
          </a:r>
          <a:r>
            <a:rPr lang="en-US" sz="1400" b="1" i="0" kern="1200" dirty="0" err="1"/>
            <a:t>aprendizagens</a:t>
          </a:r>
          <a:r>
            <a:rPr lang="en-US" sz="1400" b="1" i="0" kern="1200" dirty="0"/>
            <a:t>:</a:t>
          </a:r>
          <a:r>
            <a:rPr lang="en-US" sz="1400" b="0" i="0" kern="1200" dirty="0"/>
            <a:t> </a:t>
          </a:r>
          <a:r>
            <a:rPr lang="en-US" sz="1400" b="0" i="0" kern="1200" dirty="0" err="1"/>
            <a:t>complexidade</a:t>
          </a:r>
          <a:r>
            <a:rPr lang="en-US" sz="1400" b="0" i="0" kern="1200" dirty="0"/>
            <a:t> de </a:t>
          </a:r>
          <a:r>
            <a:rPr lang="en-US" sz="1400" b="0" i="0" kern="1200" dirty="0" err="1"/>
            <a:t>sistemas</a:t>
          </a:r>
          <a:r>
            <a:rPr lang="en-US" sz="1400" b="0" i="0" kern="1200" dirty="0"/>
            <a:t> </a:t>
          </a:r>
          <a:r>
            <a:rPr lang="en-US" sz="1400" b="0" i="0" kern="1200" dirty="0" err="1"/>
            <a:t>distribuídos</a:t>
          </a:r>
          <a:r>
            <a:rPr lang="en-US" sz="1400" b="0" i="0" kern="1200" dirty="0"/>
            <a:t>, </a:t>
          </a:r>
          <a:r>
            <a:rPr lang="en-US" sz="1400" b="0" i="0" kern="1200" dirty="0" err="1"/>
            <a:t>padrões</a:t>
          </a:r>
          <a:r>
            <a:rPr lang="en-US" sz="1400" b="0" i="0" kern="1200" dirty="0"/>
            <a:t> de messaging versus REST, e valor da </a:t>
          </a:r>
          <a:r>
            <a:rPr lang="en-US" sz="1400" b="0" i="0" kern="1200" dirty="0" err="1"/>
            <a:t>observabilidade</a:t>
          </a:r>
          <a:r>
            <a:rPr lang="en-US" sz="1400" b="0" i="0" kern="1200" dirty="0"/>
            <a:t>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O </a:t>
          </a:r>
          <a:r>
            <a:rPr lang="en-US" sz="1400" b="0" i="0" kern="1200" dirty="0" err="1"/>
            <a:t>sistema</a:t>
          </a:r>
          <a:r>
            <a:rPr lang="en-US" sz="1400" b="0" i="0" kern="1200" dirty="0"/>
            <a:t> </a:t>
          </a:r>
          <a:r>
            <a:rPr lang="en-US" sz="1400" b="0" i="0" kern="1200" dirty="0" err="1"/>
            <a:t>encontra</a:t>
          </a:r>
          <a:r>
            <a:rPr lang="en-US" sz="1400" b="0" i="0" kern="1200" dirty="0"/>
            <a:t>-se </a:t>
          </a:r>
          <a:r>
            <a:rPr lang="en-US" sz="1400" b="0" i="0" kern="1200" dirty="0" err="1"/>
            <a:t>funcional</a:t>
          </a:r>
          <a:r>
            <a:rPr lang="en-US" sz="1400" b="0" i="0" kern="1200" dirty="0"/>
            <a:t> e pronto para </a:t>
          </a:r>
          <a:r>
            <a:rPr lang="en-US" sz="1400" b="0" i="0" kern="1200" dirty="0" err="1"/>
            <a:t>evolução</a:t>
          </a:r>
          <a:r>
            <a:rPr lang="en-US" sz="1400" b="0" i="0" kern="1200" dirty="0"/>
            <a:t>.</a:t>
          </a:r>
        </a:p>
      </dsp:txBody>
      <dsp:txXfrm>
        <a:off x="0" y="396652"/>
        <a:ext cx="8190496" cy="35698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223FF85-4E34-4546-B772-76DFA4A6051B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B5CC398-6116-4BD2-9FAD-9822FDA158BE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42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Título do Projeto e Equipe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211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14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730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08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31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12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21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82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87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31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17/09/2025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 userDrawn="1"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 userDrawn="1"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57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3600"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 userDrawn="1"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99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399" y="1016955"/>
            <a:ext cx="10081590" cy="41078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/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2930CEB7-507A-2133-3BE2-B0991FE7D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512106"/>
            <a:ext cx="8077200" cy="7995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82024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8" y="6492240"/>
            <a:ext cx="1885950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9" y="6492241"/>
            <a:ext cx="657222" cy="365760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3165057-EFFF-A71A-8F8B-BE52F9862DDA}"/>
              </a:ext>
            </a:extLst>
          </p:cNvPr>
          <p:cNvSpPr/>
          <p:nvPr userDrawn="1"/>
        </p:nvSpPr>
        <p:spPr>
          <a:xfrm>
            <a:off x="63403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81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0D84BC10-B3F5-D240-EE9E-FD483EA0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3" y="2971799"/>
            <a:ext cx="8229600" cy="3414423"/>
          </a:xfrm>
        </p:spPr>
        <p:txBody>
          <a:bodyPr rtlCol="0" anchor="b">
            <a:normAutofit/>
          </a:bodyPr>
          <a:lstStyle>
            <a:lvl1pPr>
              <a:defRPr sz="7200"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6DDFAAAD-A24C-B422-BCF6-2575C836C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1016955"/>
            <a:ext cx="7924797" cy="11287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8576636" cy="381001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25" y="6476999"/>
            <a:ext cx="1885957" cy="381001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D5DF1A9-E718-252B-7EF1-E97806A4003A}"/>
              </a:ext>
            </a:extLst>
          </p:cNvPr>
          <p:cNvSpPr/>
          <p:nvPr userDrawn="1"/>
        </p:nvSpPr>
        <p:spPr>
          <a:xfrm>
            <a:off x="634034" y="568300"/>
            <a:ext cx="11557965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840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 com Image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3851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om Imagem 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tângulo 66">
            <a:extLst>
              <a:ext uri="{FF2B5EF4-FFF2-40B4-BE49-F238E27FC236}">
                <a16:creationId xmlns:a16="http://schemas.microsoft.com/office/drawing/2014/main" id="{9C059A73-AC6C-7029-5CFB-0E0B30AD317B}"/>
              </a:ext>
            </a:extLst>
          </p:cNvPr>
          <p:cNvSpPr/>
          <p:nvPr/>
        </p:nvSpPr>
        <p:spPr>
          <a:xfrm>
            <a:off x="6843095" y="0"/>
            <a:ext cx="53489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4093" y="1016955"/>
            <a:ext cx="4434507" cy="37268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000" cap="all" baseline="0" dirty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1247" y="5157623"/>
            <a:ext cx="4434506" cy="10907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46973B1C-74EE-7F51-CF89-E132D793F5B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843095" cy="6858000"/>
          </a:xfrm>
          <a:custGeom>
            <a:avLst/>
            <a:gdLst>
              <a:gd name="connsiteX0" fmla="*/ 0 w 6843095"/>
              <a:gd name="connsiteY0" fmla="*/ 629614 h 6858000"/>
              <a:gd name="connsiteX1" fmla="*/ 6843095 w 6843095"/>
              <a:gd name="connsiteY1" fmla="*/ 629614 h 6858000"/>
              <a:gd name="connsiteX2" fmla="*/ 6843095 w 6843095"/>
              <a:gd name="connsiteY2" fmla="*/ 6858000 h 6858000"/>
              <a:gd name="connsiteX3" fmla="*/ 0 w 6843095"/>
              <a:gd name="connsiteY3" fmla="*/ 6858000 h 6858000"/>
              <a:gd name="connsiteX4" fmla="*/ 0 w 6843095"/>
              <a:gd name="connsiteY4" fmla="*/ 0 h 6858000"/>
              <a:gd name="connsiteX5" fmla="*/ 6843095 w 6843095"/>
              <a:gd name="connsiteY5" fmla="*/ 0 h 6858000"/>
              <a:gd name="connsiteX6" fmla="*/ 6843095 w 6843095"/>
              <a:gd name="connsiteY6" fmla="*/ 565606 h 6858000"/>
              <a:gd name="connsiteX7" fmla="*/ 0 w 6843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43095" h="6858000">
                <a:moveTo>
                  <a:pt x="0" y="629614"/>
                </a:moveTo>
                <a:lnTo>
                  <a:pt x="6843095" y="629614"/>
                </a:lnTo>
                <a:lnTo>
                  <a:pt x="6843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6843095" y="0"/>
                </a:lnTo>
                <a:lnTo>
                  <a:pt x="6843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4093" y="6477000"/>
            <a:ext cx="2828917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398" y="6477000"/>
            <a:ext cx="937594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876"/>
            <a:ext cx="657226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632554D8-9DAA-D834-ABC8-240BBF9CA28F}"/>
              </a:ext>
            </a:extLst>
          </p:cNvPr>
          <p:cNvSpPr/>
          <p:nvPr/>
        </p:nvSpPr>
        <p:spPr>
          <a:xfrm>
            <a:off x="6843096" y="565606"/>
            <a:ext cx="4811394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00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om Imagem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 userDrawn="1"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91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om imagem 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016955"/>
            <a:ext cx="4429126" cy="3331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/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4846320"/>
            <a:ext cx="3174160" cy="14653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" y="6492240"/>
            <a:ext cx="2548562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76577" y="6492240"/>
            <a:ext cx="689944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1906" y="6492240"/>
            <a:ext cx="628645" cy="365760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5" name="Espaço Reservado para Imagem 34">
            <a:extLst>
              <a:ext uri="{FF2B5EF4-FFF2-40B4-BE49-F238E27FC236}">
                <a16:creationId xmlns:a16="http://schemas.microsoft.com/office/drawing/2014/main" id="{A08E6492-6236-5992-A07D-5116336E842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48910" y="0"/>
            <a:ext cx="6843089" cy="6858000"/>
          </a:xfrm>
          <a:custGeom>
            <a:avLst/>
            <a:gdLst>
              <a:gd name="connsiteX0" fmla="*/ 0 w 6843089"/>
              <a:gd name="connsiteY0" fmla="*/ 629614 h 6858000"/>
              <a:gd name="connsiteX1" fmla="*/ 6843089 w 6843089"/>
              <a:gd name="connsiteY1" fmla="*/ 629614 h 6858000"/>
              <a:gd name="connsiteX2" fmla="*/ 6843089 w 6843089"/>
              <a:gd name="connsiteY2" fmla="*/ 6858000 h 6858000"/>
              <a:gd name="connsiteX3" fmla="*/ 0 w 6843089"/>
              <a:gd name="connsiteY3" fmla="*/ 6858000 h 6858000"/>
              <a:gd name="connsiteX4" fmla="*/ 0 w 6843089"/>
              <a:gd name="connsiteY4" fmla="*/ 0 h 6858000"/>
              <a:gd name="connsiteX5" fmla="*/ 6843089 w 6843089"/>
              <a:gd name="connsiteY5" fmla="*/ 0 h 6858000"/>
              <a:gd name="connsiteX6" fmla="*/ 6843089 w 6843089"/>
              <a:gd name="connsiteY6" fmla="*/ 565606 h 6858000"/>
              <a:gd name="connsiteX7" fmla="*/ 0 w 6843089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43089" h="6858000">
                <a:moveTo>
                  <a:pt x="0" y="629614"/>
                </a:moveTo>
                <a:lnTo>
                  <a:pt x="6843089" y="629614"/>
                </a:lnTo>
                <a:lnTo>
                  <a:pt x="6843089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6843089" y="0"/>
                </a:lnTo>
                <a:lnTo>
                  <a:pt x="6843089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AB9E1B0C-9687-1C2C-7103-072A38CFE3B8}"/>
              </a:ext>
            </a:extLst>
          </p:cNvPr>
          <p:cNvSpPr/>
          <p:nvPr/>
        </p:nvSpPr>
        <p:spPr>
          <a:xfrm>
            <a:off x="634030" y="565606"/>
            <a:ext cx="1155797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663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m Imagem 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C79AA538-6584-1335-947D-99C9A0CA5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8220" y="2689229"/>
            <a:ext cx="5101253" cy="3711571"/>
          </a:xfrm>
        </p:spPr>
        <p:txBody>
          <a:bodyPr rtlCol="0" anchor="b">
            <a:noAutofit/>
          </a:bodyPr>
          <a:lstStyle>
            <a:lvl1pPr>
              <a:defRPr sz="7200"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0136D812-C006-B109-4529-F43530D92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1016957"/>
            <a:ext cx="6685515" cy="7315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4815506" cy="381001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3525" y="6476999"/>
            <a:ext cx="1212771" cy="381001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61689" y="6477000"/>
            <a:ext cx="657226" cy="381001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8" name="Espaço Reservado para Imagem 37">
            <a:extLst>
              <a:ext uri="{FF2B5EF4-FFF2-40B4-BE49-F238E27FC236}">
                <a16:creationId xmlns:a16="http://schemas.microsoft.com/office/drawing/2014/main" id="{64E68E40-D2D1-8DA8-1BBA-34E89F479D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86070" y="-2"/>
            <a:ext cx="4405930" cy="6858001"/>
          </a:xfrm>
          <a:custGeom>
            <a:avLst/>
            <a:gdLst>
              <a:gd name="connsiteX0" fmla="*/ 0 w 4405930"/>
              <a:gd name="connsiteY0" fmla="*/ 0 h 6858001"/>
              <a:gd name="connsiteX1" fmla="*/ 4405930 w 4405930"/>
              <a:gd name="connsiteY1" fmla="*/ 0 h 6858001"/>
              <a:gd name="connsiteX2" fmla="*/ 4405930 w 4405930"/>
              <a:gd name="connsiteY2" fmla="*/ 6858001 h 6858001"/>
              <a:gd name="connsiteX3" fmla="*/ 0 w 4405930"/>
              <a:gd name="connsiteY3" fmla="*/ 6858001 h 6858001"/>
              <a:gd name="connsiteX4" fmla="*/ 0 w 4405930"/>
              <a:gd name="connsiteY4" fmla="*/ 632310 h 6858001"/>
              <a:gd name="connsiteX5" fmla="*/ 4405929 w 4405930"/>
              <a:gd name="connsiteY5" fmla="*/ 632310 h 6858001"/>
              <a:gd name="connsiteX6" fmla="*/ 4405929 w 4405930"/>
              <a:gd name="connsiteY6" fmla="*/ 568302 h 6858001"/>
              <a:gd name="connsiteX7" fmla="*/ 0 w 4405930"/>
              <a:gd name="connsiteY7" fmla="*/ 56830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5930" h="6858001">
                <a:moveTo>
                  <a:pt x="0" y="0"/>
                </a:moveTo>
                <a:lnTo>
                  <a:pt x="4405930" y="0"/>
                </a:lnTo>
                <a:lnTo>
                  <a:pt x="4405930" y="6858001"/>
                </a:lnTo>
                <a:lnTo>
                  <a:pt x="0" y="6858001"/>
                </a:lnTo>
                <a:lnTo>
                  <a:pt x="0" y="632310"/>
                </a:lnTo>
                <a:lnTo>
                  <a:pt x="4405929" y="632310"/>
                </a:lnTo>
                <a:lnTo>
                  <a:pt x="4405929" y="568302"/>
                </a:lnTo>
                <a:lnTo>
                  <a:pt x="0" y="56830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031C6569-302F-A491-577D-85BBD3AFD160}"/>
              </a:ext>
            </a:extLst>
          </p:cNvPr>
          <p:cNvSpPr/>
          <p:nvPr/>
        </p:nvSpPr>
        <p:spPr>
          <a:xfrm>
            <a:off x="634034" y="568300"/>
            <a:ext cx="11557965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5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m Imagem 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tângulo 44">
            <a:extLst>
              <a:ext uri="{FF2B5EF4-FFF2-40B4-BE49-F238E27FC236}">
                <a16:creationId xmlns:a16="http://schemas.microsoft.com/office/drawing/2014/main" id="{528339C4-3F0B-4FDE-331F-F8029E9A43FE}"/>
              </a:ext>
            </a:extLst>
          </p:cNvPr>
          <p:cNvSpPr/>
          <p:nvPr/>
        </p:nvSpPr>
        <p:spPr>
          <a:xfrm>
            <a:off x="0" y="0"/>
            <a:ext cx="778606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0BC36425-FDF2-F5CF-6A47-6FF03D432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624" y="1016955"/>
            <a:ext cx="5657849" cy="2980050"/>
          </a:xfrm>
        </p:spPr>
        <p:txBody>
          <a:bodyPr rtlCol="0">
            <a:noAutofit/>
          </a:bodyPr>
          <a:lstStyle>
            <a:lvl1pPr>
              <a:defRPr sz="72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2100EADD-FAC0-B5A1-CE0F-C7DBBBB19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7574" y="5013960"/>
            <a:ext cx="3761341" cy="8423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4815506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3525" y="6476999"/>
            <a:ext cx="1212771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61689" y="6477000"/>
            <a:ext cx="657226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4" name="Espaço Reservado para Imagem 43">
            <a:extLst>
              <a:ext uri="{FF2B5EF4-FFF2-40B4-BE49-F238E27FC236}">
                <a16:creationId xmlns:a16="http://schemas.microsoft.com/office/drawing/2014/main" id="{B02236DF-7EF5-6F1F-81E2-5FBB5F770D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86070" y="0"/>
            <a:ext cx="4405930" cy="6858000"/>
          </a:xfrm>
          <a:custGeom>
            <a:avLst/>
            <a:gdLst>
              <a:gd name="connsiteX0" fmla="*/ 0 w 4405930"/>
              <a:gd name="connsiteY0" fmla="*/ 0 h 6858000"/>
              <a:gd name="connsiteX1" fmla="*/ 4405930 w 4405930"/>
              <a:gd name="connsiteY1" fmla="*/ 0 h 6858000"/>
              <a:gd name="connsiteX2" fmla="*/ 4405930 w 4405930"/>
              <a:gd name="connsiteY2" fmla="*/ 6858000 h 6858000"/>
              <a:gd name="connsiteX3" fmla="*/ 0 w 4405930"/>
              <a:gd name="connsiteY3" fmla="*/ 6858000 h 6858000"/>
              <a:gd name="connsiteX4" fmla="*/ 0 w 4405930"/>
              <a:gd name="connsiteY4" fmla="*/ 6223002 h 6858000"/>
              <a:gd name="connsiteX5" fmla="*/ 4405929 w 4405930"/>
              <a:gd name="connsiteY5" fmla="*/ 6223002 h 6858000"/>
              <a:gd name="connsiteX6" fmla="*/ 4405929 w 4405930"/>
              <a:gd name="connsiteY6" fmla="*/ 6158994 h 6858000"/>
              <a:gd name="connsiteX7" fmla="*/ 0 w 4405930"/>
              <a:gd name="connsiteY7" fmla="*/ 615899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5930" h="6858000">
                <a:moveTo>
                  <a:pt x="0" y="0"/>
                </a:moveTo>
                <a:lnTo>
                  <a:pt x="4405930" y="0"/>
                </a:lnTo>
                <a:lnTo>
                  <a:pt x="4405930" y="6858000"/>
                </a:lnTo>
                <a:lnTo>
                  <a:pt x="0" y="6858000"/>
                </a:lnTo>
                <a:lnTo>
                  <a:pt x="0" y="6223002"/>
                </a:lnTo>
                <a:lnTo>
                  <a:pt x="4405929" y="6223002"/>
                </a:lnTo>
                <a:lnTo>
                  <a:pt x="4405929" y="6158994"/>
                </a:lnTo>
                <a:lnTo>
                  <a:pt x="0" y="6158994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Forma Livre 7">
            <a:extLst>
              <a:ext uri="{FF2B5EF4-FFF2-40B4-BE49-F238E27FC236}">
                <a16:creationId xmlns:a16="http://schemas.microsoft.com/office/drawing/2014/main" id="{1ED591FA-7D43-29EE-BFC3-BBC766B4EE45}"/>
              </a:ext>
            </a:extLst>
          </p:cNvPr>
          <p:cNvSpPr/>
          <p:nvPr userDrawn="1"/>
        </p:nvSpPr>
        <p:spPr>
          <a:xfrm>
            <a:off x="3457574" y="6158994"/>
            <a:ext cx="4328495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7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m Imagem 7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4AC4AA71-4D00-C504-86D1-E003D9A4D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3623950"/>
            <a:ext cx="7275859" cy="2395850"/>
          </a:xfrm>
        </p:spPr>
        <p:txBody>
          <a:bodyPr rtlCol="0" anchor="b">
            <a:noAutofit/>
          </a:bodyPr>
          <a:lstStyle>
            <a:lvl1pPr>
              <a:defRPr sz="72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0042" y="4728526"/>
            <a:ext cx="2548557" cy="112775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35" name="Espaço Reservado para Imagem 34">
            <a:extLst>
              <a:ext uri="{FF2B5EF4-FFF2-40B4-BE49-F238E27FC236}">
                <a16:creationId xmlns:a16="http://schemas.microsoft.com/office/drawing/2014/main" id="{B9064727-BADB-A389-B86C-8631998C084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71624" y="-1"/>
            <a:ext cx="10620375" cy="324295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8576636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7" y="6476999"/>
            <a:ext cx="1885950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9" y="6477000"/>
            <a:ext cx="657226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rma Livre 9">
            <a:extLst>
              <a:ext uri="{FF2B5EF4-FFF2-40B4-BE49-F238E27FC236}">
                <a16:creationId xmlns:a16="http://schemas.microsoft.com/office/drawing/2014/main" id="{8DFF3827-CD62-4A14-DFBC-0250A91ECBC5}"/>
              </a:ext>
            </a:extLst>
          </p:cNvPr>
          <p:cNvSpPr/>
          <p:nvPr/>
        </p:nvSpPr>
        <p:spPr>
          <a:xfrm>
            <a:off x="9110042" y="6167560"/>
            <a:ext cx="3085896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6" name="Forma Livre 35">
            <a:extLst>
              <a:ext uri="{FF2B5EF4-FFF2-40B4-BE49-F238E27FC236}">
                <a16:creationId xmlns:a16="http://schemas.microsoft.com/office/drawing/2014/main" id="{B46863E6-656C-574C-DA91-23C8D30CE998}"/>
              </a:ext>
            </a:extLst>
          </p:cNvPr>
          <p:cNvSpPr/>
          <p:nvPr/>
        </p:nvSpPr>
        <p:spPr>
          <a:xfrm>
            <a:off x="1571623" y="6167558"/>
            <a:ext cx="754379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7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 Seção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pt-br"/>
              <a:t>CABEÇALHO DA SEÇÃO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81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7200" cap="all" baseline="0"/>
            </a:lvl1pPr>
          </a:lstStyle>
          <a:p>
            <a:pPr rtl="0"/>
            <a:r>
              <a:rPr lang="pt-br"/>
              <a:t>AGENDA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 rtlCol="0"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569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 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1616" y="1016955"/>
            <a:ext cx="10086983" cy="1127758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7200" cap="all" baseline="0"/>
            </a:lvl1pPr>
          </a:lstStyle>
          <a:p>
            <a:pPr rtl="0"/>
            <a:r>
              <a:rPr lang="pt-br"/>
              <a:t>AGENDA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57574" y="2510472"/>
            <a:ext cx="8201025" cy="334581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82024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10" y="6477000"/>
            <a:ext cx="1880569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9" y="6477000"/>
            <a:ext cx="668011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ED80240-B3FF-301A-7873-10FB09246CCA}"/>
              </a:ext>
            </a:extLst>
          </p:cNvPr>
          <p:cNvSpPr/>
          <p:nvPr userDrawn="1"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14D47D0-4154-EDAC-8824-1648A190B7A6}"/>
              </a:ext>
            </a:extLst>
          </p:cNvPr>
          <p:cNvSpPr/>
          <p:nvPr userDrawn="1"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73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 com Imagem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 rtlCol="0">
            <a:normAutofit/>
          </a:bodyPr>
          <a:lstStyle>
            <a:lvl1pPr>
              <a:defRPr sz="7200" cap="all" baseline="0"/>
            </a:lvl1pPr>
          </a:lstStyle>
          <a:p>
            <a:pPr rtl="0"/>
            <a:r>
              <a:rPr lang="pt-br"/>
              <a:t>AGENDA</a:t>
            </a:r>
          </a:p>
        </p:txBody>
      </p:sp>
      <p:sp>
        <p:nvSpPr>
          <p:cNvPr id="39" name="Espaço Reservado para Imagem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 rtlCol="0"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97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56B3EE4-062C-F433-E634-3A18DC14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0252" cy="1064665"/>
          </a:xfrm>
        </p:spPr>
        <p:txBody>
          <a:bodyPr rtlCol="0"/>
          <a:lstStyle>
            <a:lvl1pPr>
              <a:defRPr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47E7D5E3-074F-6FA6-6315-6EB342D2C2D0}"/>
              </a:ext>
            </a:extLst>
          </p:cNvPr>
          <p:cNvSpPr/>
          <p:nvPr userDrawn="1"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5A2BF4CD-78B4-D70F-8781-6C00B2CEA066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447EC38-FC2B-37AD-5285-1B51B7FA258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2495232"/>
            <a:ext cx="4659313" cy="164465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400"/>
            </a:lvl1pPr>
            <a:lvl2pPr marL="228600" indent="0">
              <a:spcBef>
                <a:spcPts val="0"/>
              </a:spcBef>
              <a:buNone/>
              <a:defRPr sz="1400"/>
            </a:lvl2pPr>
            <a:lvl3pPr marL="457200" indent="0">
              <a:spcBef>
                <a:spcPts val="0"/>
              </a:spcBef>
              <a:buNone/>
              <a:defRPr sz="1400"/>
            </a:lvl3pPr>
            <a:lvl4pPr marL="685800" indent="0">
              <a:spcBef>
                <a:spcPts val="0"/>
              </a:spcBef>
              <a:buNone/>
              <a:defRPr sz="1400"/>
            </a:lvl4pPr>
            <a:lvl5pPr marL="914400" indent="0">
              <a:spcBef>
                <a:spcPts val="0"/>
              </a:spcBef>
              <a:buNone/>
              <a:defRPr sz="14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6304302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3095" y="6477000"/>
            <a:ext cx="1223330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6425" y="6477000"/>
            <a:ext cx="657226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rma Livre 8">
            <a:extLst>
              <a:ext uri="{FF2B5EF4-FFF2-40B4-BE49-F238E27FC236}">
                <a16:creationId xmlns:a16="http://schemas.microsoft.com/office/drawing/2014/main" id="{37ECC57E-F626-26BF-F554-362A80454818}"/>
              </a:ext>
            </a:extLst>
          </p:cNvPr>
          <p:cNvSpPr/>
          <p:nvPr userDrawn="1"/>
        </p:nvSpPr>
        <p:spPr>
          <a:xfrm>
            <a:off x="9110042" y="2144714"/>
            <a:ext cx="3085896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96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 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93859" cy="345689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3600"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7" y="1016955"/>
            <a:ext cx="6696073" cy="3461212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18A2D93-E48C-9CE8-FF5E-7230586A29D9}"/>
              </a:ext>
            </a:extLst>
          </p:cNvPr>
          <p:cNvSpPr/>
          <p:nvPr userDrawn="1"/>
        </p:nvSpPr>
        <p:spPr>
          <a:xfrm>
            <a:off x="4019552" y="570037"/>
            <a:ext cx="8172448" cy="59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3FA3421-FB3F-747A-9D40-EB149BBDD6FA}"/>
              </a:ext>
            </a:extLst>
          </p:cNvPr>
          <p:cNvSpPr/>
          <p:nvPr userDrawn="1"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066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 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3600"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/>
              <a:t>Título da apresentação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 userDrawn="1"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 userDrawn="1"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174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 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6147" cy="494066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3600"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4940661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5C1B67F-B248-B2D5-AE0D-B9A93FFB6061}"/>
              </a:ext>
            </a:extLst>
          </p:cNvPr>
          <p:cNvSpPr/>
          <p:nvPr userDrawn="1"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98DF7F2-59F5-C597-5370-B00D427EA660}"/>
              </a:ext>
            </a:extLst>
          </p:cNvPr>
          <p:cNvSpPr/>
          <p:nvPr userDrawn="1"/>
        </p:nvSpPr>
        <p:spPr>
          <a:xfrm>
            <a:off x="4019547" y="570037"/>
            <a:ext cx="8172453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280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 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 userDrawn="1"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715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 Imagem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rtlCol="0" anchor="t"/>
          <a:lstStyle>
            <a:lvl1pPr>
              <a:defRPr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8" name="Espaço Reservado para Imagem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rma Livre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 userDrawn="1"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 userDrawn="1"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886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6309821" cy="731520"/>
          </a:xfrm>
          <a:prstGeom prst="rect">
            <a:avLst/>
          </a:prstGeom>
        </p:spPr>
        <p:txBody>
          <a:bodyPr rtlCol="0" anchor="t"/>
          <a:lstStyle>
            <a:lvl1pPr>
              <a:defRPr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2145668"/>
            <a:ext cx="6309695" cy="4058432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4809999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43525" y="6492875"/>
            <a:ext cx="1033596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12" name="Espaço Reservado para o Número do Slide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413888" y="6476999"/>
            <a:ext cx="429207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5064846-7F19-1A60-FFA5-393438EE39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91446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87C63CE-38F9-6D67-7C23-42944811492E}"/>
              </a:ext>
            </a:extLst>
          </p:cNvPr>
          <p:cNvSpPr/>
          <p:nvPr userDrawn="1"/>
        </p:nvSpPr>
        <p:spPr>
          <a:xfrm>
            <a:off x="7789164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Forma Livre 6">
            <a:extLst>
              <a:ext uri="{FF2B5EF4-FFF2-40B4-BE49-F238E27FC236}">
                <a16:creationId xmlns:a16="http://schemas.microsoft.com/office/drawing/2014/main" id="{E209D7E2-AB21-4057-B204-85F36DA5484C}"/>
              </a:ext>
            </a:extLst>
          </p:cNvPr>
          <p:cNvSpPr/>
          <p:nvPr userDrawn="1"/>
        </p:nvSpPr>
        <p:spPr>
          <a:xfrm>
            <a:off x="645959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413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rtlCol="0" anchor="t"/>
          <a:lstStyle>
            <a:lvl1pPr>
              <a:defRPr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8" name="Espaço Reservado para Imagem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rma Livre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 userDrawn="1"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6" name="Forma Livre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 userDrawn="1"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571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rtlCol="0" anchor="t"/>
          <a:lstStyle>
            <a:lvl1pPr>
              <a:defRPr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" name="Forma Livre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 userDrawn="1"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" name="Forma Livre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 userDrawn="1"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554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9478" y="1016955"/>
            <a:ext cx="4429122" cy="132893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3600"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6383"/>
            <a:ext cx="6492240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9478" y="2495233"/>
            <a:ext cx="4429121" cy="3727767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9479" y="6477000"/>
            <a:ext cx="2828920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4" y="6477000"/>
            <a:ext cx="942976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3" name="Forma Livre 62">
            <a:extLst>
              <a:ext uri="{FF2B5EF4-FFF2-40B4-BE49-F238E27FC236}">
                <a16:creationId xmlns:a16="http://schemas.microsoft.com/office/drawing/2014/main" id="{7A28C34C-6E29-8131-3040-4DAF8132CA12}"/>
              </a:ext>
            </a:extLst>
          </p:cNvPr>
          <p:cNvSpPr/>
          <p:nvPr/>
        </p:nvSpPr>
        <p:spPr>
          <a:xfrm>
            <a:off x="6487084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98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" name="Forma Livre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 userDrawn="1"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9615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2" y="1016955"/>
            <a:ext cx="3445937" cy="1328932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3600"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5" name="Espaço Reservado para Conteúdo 7">
            <a:extLst>
              <a:ext uri="{FF2B5EF4-FFF2-40B4-BE49-F238E27FC236}">
                <a16:creationId xmlns:a16="http://schemas.microsoft.com/office/drawing/2014/main" id="{8851C855-D5E5-B064-989B-863B11B75D0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212663" y="2495232"/>
            <a:ext cx="3445936" cy="3727767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477000"/>
            <a:ext cx="2012061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477000"/>
            <a:ext cx="922372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477000"/>
            <a:ext cx="511504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rma Livre 5">
            <a:extLst>
              <a:ext uri="{FF2B5EF4-FFF2-40B4-BE49-F238E27FC236}">
                <a16:creationId xmlns:a16="http://schemas.microsoft.com/office/drawing/2014/main" id="{7B50E9EA-081E-416A-00DA-0B2838C4BC29}"/>
              </a:ext>
            </a:extLst>
          </p:cNvPr>
          <p:cNvSpPr/>
          <p:nvPr/>
        </p:nvSpPr>
        <p:spPr>
          <a:xfrm>
            <a:off x="7584144" y="570989"/>
            <a:ext cx="4074456" cy="64011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037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6" name="Espaço Reservado para Conteúdo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Espaço Reservado para Imagem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" name="Forma Livre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 userDrawn="1"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066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rtlCol="0"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rma Livre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 userDrawn="1"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979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0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2781551" cy="1858941"/>
          </a:xfrm>
          <a:prstGeom prst="rect">
            <a:avLst/>
          </a:prstGeom>
        </p:spPr>
        <p:txBody>
          <a:bodyPr rtlCol="0"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574" y="3011335"/>
            <a:ext cx="2775463" cy="2656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1486757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20157" y="6477000"/>
            <a:ext cx="793862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19401" y="6477000"/>
            <a:ext cx="490636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6" name="Espaço Reservado para Imagem 9">
            <a:extLst>
              <a:ext uri="{FF2B5EF4-FFF2-40B4-BE49-F238E27FC236}">
                <a16:creationId xmlns:a16="http://schemas.microsoft.com/office/drawing/2014/main" id="{ED5D7D43-775B-F6E3-C000-80A73E7819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60295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7" name="Forma Livre 36">
            <a:extLst>
              <a:ext uri="{FF2B5EF4-FFF2-40B4-BE49-F238E27FC236}">
                <a16:creationId xmlns:a16="http://schemas.microsoft.com/office/drawing/2014/main" id="{95BE6104-7C9B-2481-1421-76CDDAC8D30F}"/>
              </a:ext>
            </a:extLst>
          </p:cNvPr>
          <p:cNvSpPr/>
          <p:nvPr/>
        </p:nvSpPr>
        <p:spPr>
          <a:xfrm>
            <a:off x="615697" y="570345"/>
            <a:ext cx="3239216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189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742811"/>
            <a:ext cx="3867144" cy="1734189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361811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7" y="4727571"/>
            <a:ext cx="6696073" cy="174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0123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7439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2924179" cy="1773540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0"/>
            <a:ext cx="9138609" cy="40972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1329365" cy="40972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9" y="0"/>
            <a:ext cx="657221" cy="40972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1001715"/>
            <a:ext cx="7639048" cy="22323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35" name="Espaço Reservado para Imagem 10">
            <a:extLst>
              <a:ext uri="{FF2B5EF4-FFF2-40B4-BE49-F238E27FC236}">
                <a16:creationId xmlns:a16="http://schemas.microsoft.com/office/drawing/2014/main" id="{4F7C1A4C-ACA8-3A17-4922-8A9094FFB3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623947"/>
            <a:ext cx="12192000" cy="323405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310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200" cy="731520"/>
          </a:xfrm>
          <a:prstGeom prst="rect">
            <a:avLst/>
          </a:prstGeom>
        </p:spPr>
        <p:txBody>
          <a:bodyPr rtlCol="0"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399" y="2145668"/>
            <a:ext cx="4810129" cy="4378006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6999"/>
            <a:ext cx="3315941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54723" y="6476998"/>
            <a:ext cx="942979" cy="381002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797698" y="6492239"/>
            <a:ext cx="551213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00120" y="2129475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rtl="0"/>
            <a:r>
              <a:rPr lang="pt-br"/>
              <a:t>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F7D2DCB-EC64-46B8-8C3D-7FA6E5EABD76}"/>
              </a:ext>
            </a:extLst>
          </p:cNvPr>
          <p:cNvSpPr/>
          <p:nvPr userDrawn="1"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22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tângulo 35">
            <a:extLst>
              <a:ext uri="{FF2B5EF4-FFF2-40B4-BE49-F238E27FC236}">
                <a16:creationId xmlns:a16="http://schemas.microsoft.com/office/drawing/2014/main" id="{293EDC19-2576-AA88-E064-C7C747F16FC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0969753" cy="731519"/>
          </a:xfrm>
          <a:prstGeom prst="rect">
            <a:avLst/>
          </a:prstGeom>
        </p:spPr>
        <p:txBody>
          <a:bodyPr rtlCol="0"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2145668"/>
            <a:ext cx="4810129" cy="40935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00120" y="2129474"/>
            <a:ext cx="5758479" cy="4093525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rtl="0"/>
            <a:r>
              <a:rPr lang="pt-br"/>
              <a:t> 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8582017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110043" y="6477000"/>
            <a:ext cx="1891326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68" y="6492240"/>
            <a:ext cx="657231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0260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rtlCol="0"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6" name="Espaço Reservado para Imagem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 userDrawn="1"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000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4810129" cy="1269482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4"/>
            <a:ext cx="4709498" cy="3727766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2" y="1010614"/>
            <a:ext cx="5753037" cy="5212386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6999"/>
            <a:ext cx="8576637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507480"/>
            <a:ext cx="1891338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76999"/>
            <a:ext cx="662624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D765160-0AD1-7CB4-8350-CBCBF4F7DE6D}"/>
              </a:ext>
            </a:extLst>
          </p:cNvPr>
          <p:cNvSpPr/>
          <p:nvPr userDrawn="1"/>
        </p:nvSpPr>
        <p:spPr>
          <a:xfrm>
            <a:off x="634030" y="565606"/>
            <a:ext cx="470949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B0551DE-1F1F-2C48-CB34-005587707E99}"/>
              </a:ext>
            </a:extLst>
          </p:cNvPr>
          <p:cNvSpPr/>
          <p:nvPr userDrawn="1"/>
        </p:nvSpPr>
        <p:spPr>
          <a:xfrm>
            <a:off x="5345730" y="565605"/>
            <a:ext cx="684627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747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 userDrawn="1"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 userDrawn="1"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299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 Gran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rtlCol="0"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 rtlCol="0"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162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 Grande 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7598420F-9109-D819-4B18-8ABF25354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6"/>
            <a:ext cx="8195638" cy="744634"/>
          </a:xfrm>
        </p:spPr>
        <p:txBody>
          <a:bodyPr rtlCol="0" anchor="b">
            <a:normAutofit/>
          </a:bodyPr>
          <a:lstStyle>
            <a:lvl1pPr>
              <a:defRPr sz="2000" b="1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1BEF40F6-4B37-BBD3-E0AD-279A48AF21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76388" y="533400"/>
            <a:ext cx="10082212" cy="4535488"/>
          </a:xfrm>
        </p:spPr>
        <p:txBody>
          <a:bodyPr rtlCol="0" anchor="b">
            <a:noAutofit/>
          </a:bodyPr>
          <a:lstStyle>
            <a:lvl1pPr marL="0" indent="0">
              <a:buNone/>
              <a:defRPr sz="30000"/>
            </a:lvl1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839B9B1-5BEF-4F31-6B44-3CB4CD58885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7548359-EFF8-1F42-7DB6-7D93AD66C2F5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215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 Maior 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3F766B52-229C-C000-F364-4B90D3B58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5503767"/>
            <a:ext cx="8197616" cy="744633"/>
          </a:xfrm>
        </p:spPr>
        <p:txBody>
          <a:bodyPr rtlCol="0" anchor="b">
            <a:normAutofit/>
          </a:bodyPr>
          <a:lstStyle>
            <a:lvl1pPr>
              <a:defRPr sz="2000" b="1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339F166E-4119-CF5D-6537-03CAC7026DA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8197850" cy="4535488"/>
          </a:xfrm>
        </p:spPr>
        <p:txBody>
          <a:bodyPr rtlCol="0">
            <a:normAutofit/>
          </a:bodyPr>
          <a:lstStyle>
            <a:lvl1pPr marL="0" indent="0">
              <a:buNone/>
              <a:defRPr sz="25000"/>
            </a:lvl1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5747706" cy="38100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79139" y="6477000"/>
            <a:ext cx="1783858" cy="3810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8391" y="6492241"/>
            <a:ext cx="662624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9B44F338-C24A-72CF-A14A-4F2D72023D14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0CA27EA-41C5-29B8-12D6-3E865A8BE203}"/>
              </a:ext>
            </a:extLst>
          </p:cNvPr>
          <p:cNvSpPr/>
          <p:nvPr userDrawn="1"/>
        </p:nvSpPr>
        <p:spPr>
          <a:xfrm>
            <a:off x="9110034" y="0"/>
            <a:ext cx="308196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3853515-1714-73E5-D625-2A609526F7E8}"/>
              </a:ext>
            </a:extLst>
          </p:cNvPr>
          <p:cNvSpPr/>
          <p:nvPr userDrawn="1"/>
        </p:nvSpPr>
        <p:spPr>
          <a:xfrm>
            <a:off x="9110040" y="565606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412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laração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/>
              <a:t>Clique para adicionar uma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 userDrawn="1"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 userDrawn="1"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01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laração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3308"/>
            <a:ext cx="11125201" cy="5204612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tx2"/>
                </a:solidFill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tx2"/>
                </a:solidFill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tx2"/>
                </a:solidFill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tx2"/>
                </a:solidFill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/>
              <a:t>Clique para adicionar uma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Rodapé 3">
            <a:extLst>
              <a:ext uri="{FF2B5EF4-FFF2-40B4-BE49-F238E27FC236}">
                <a16:creationId xmlns:a16="http://schemas.microsoft.com/office/drawing/2014/main" id="{8BF9C9D6-DA86-3C40-578D-A1E0A226D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9" name="Espaço Reservado para Data 2">
            <a:extLst>
              <a:ext uri="{FF2B5EF4-FFF2-40B4-BE49-F238E27FC236}">
                <a16:creationId xmlns:a16="http://schemas.microsoft.com/office/drawing/2014/main" id="{EDDA72D8-8E1B-E9E1-BE77-CAA0A8C26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7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11" name="Espaço Reservado para o Número do Slide 4">
            <a:extLst>
              <a:ext uri="{FF2B5EF4-FFF2-40B4-BE49-F238E27FC236}">
                <a16:creationId xmlns:a16="http://schemas.microsoft.com/office/drawing/2014/main" id="{6CD685AC-8C83-2966-C687-1A563ED4E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3" cy="365760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6013958-6C87-60CF-9219-2BB1A3A4CCA8}"/>
              </a:ext>
            </a:extLst>
          </p:cNvPr>
          <p:cNvSpPr/>
          <p:nvPr userDrawn="1"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F72B8EA-56EE-EDC6-509C-908732AAD241}"/>
              </a:ext>
            </a:extLst>
          </p:cNvPr>
          <p:cNvSpPr/>
          <p:nvPr userDrawn="1"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37739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ção 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398" y="1016955"/>
            <a:ext cx="11125201" cy="4782312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1"/>
                </a:solidFill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1"/>
                </a:solidFill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1"/>
                </a:solidFill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1"/>
                </a:solidFill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 para adicionar uma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55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8996" y="6492241"/>
            <a:ext cx="669603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DEEA900-0D70-4D93-7863-89A4085C93C9}"/>
              </a:ext>
            </a:extLst>
          </p:cNvPr>
          <p:cNvSpPr/>
          <p:nvPr userDrawn="1"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6174C4B-8932-8749-0D17-218307FD761A}"/>
              </a:ext>
            </a:extLst>
          </p:cNvPr>
          <p:cNvSpPr/>
          <p:nvPr userDrawn="1"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706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/>
              <a:t>Clique para adicionar uma Citação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/>
              <a:t>Título da apresentação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604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 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8E449530-F624-DF0E-5783-08CE43BB9B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0579" y="5213166"/>
            <a:ext cx="7152032" cy="654234"/>
          </a:xfrm>
        </p:spPr>
        <p:txBody>
          <a:bodyPr rtlCol="0" anchor="b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4629" y="1016955"/>
            <a:ext cx="9037983" cy="3361830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/>
              <a:t>Clique para adicionar uma citação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55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8996" y="6492239"/>
            <a:ext cx="669603" cy="365762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4DFFCFBA-7D7E-58B0-8630-FC532477B231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C7ABCBB3-5444-1C63-982A-1A2C44851352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0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F3911537-9B2D-3AC3-4978-FFAA74E6C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0118" y="5472201"/>
            <a:ext cx="5758481" cy="385039"/>
          </a:xfrm>
        </p:spPr>
        <p:txBody>
          <a:bodyPr rtlCol="0" anchor="b"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4"/>
            <a:ext cx="8576637" cy="4089489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pt-br"/>
              <a:t>Clique para adicionar uma Citação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7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3" cy="365760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3216E38-A715-5665-7BB7-7254F2F2D693}"/>
              </a:ext>
            </a:extLst>
          </p:cNvPr>
          <p:cNvSpPr/>
          <p:nvPr userDrawn="1"/>
        </p:nvSpPr>
        <p:spPr>
          <a:xfrm>
            <a:off x="5900118" y="6155910"/>
            <a:ext cx="6279500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283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is Conteúdos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rtlCol="0" anchor="t"/>
          <a:lstStyle>
            <a:lvl1pPr>
              <a:defRPr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7" name="Espaço Reservado para Conteúdo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38" name="Espaço Reservado para Conteúdo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17/09/2025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614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rtlCol="0" anchor="t"/>
          <a:lstStyle>
            <a:lvl1pPr>
              <a:defRPr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17/09/2025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8429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rtlCol="0"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 userDrawn="1"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 userDrawn="1"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0490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z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17/09/2025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4413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867155" cy="175750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3600"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3398" y="3242948"/>
            <a:ext cx="3867154" cy="3081652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2527" y="1001714"/>
            <a:ext cx="6696073" cy="5221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2"/>
                </a:solidFill>
              </a:defRPr>
            </a:lvl1pPr>
            <a:lvl2pPr>
              <a:defRPr lang="en-US" dirty="0">
                <a:solidFill>
                  <a:schemeClr val="tx2"/>
                </a:solidFill>
              </a:defRPr>
            </a:lvl2pPr>
            <a:lvl3pPr>
              <a:defRPr lang="en-US" dirty="0">
                <a:solidFill>
                  <a:schemeClr val="tx2"/>
                </a:solidFill>
              </a:defRPr>
            </a:lvl3pPr>
            <a:lvl4pPr>
              <a:defRPr lang="en-US" dirty="0">
                <a:solidFill>
                  <a:schemeClr val="tx2"/>
                </a:solidFill>
              </a:defRPr>
            </a:lvl4pPr>
            <a:lvl5pPr>
              <a:defRPr lang="en-US" dirty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17/09/2025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120561F0-CF17-B530-6961-589A8ED59092}"/>
              </a:ext>
            </a:extLst>
          </p:cNvPr>
          <p:cNvSpPr/>
          <p:nvPr/>
        </p:nvSpPr>
        <p:spPr>
          <a:xfrm>
            <a:off x="634029" y="570037"/>
            <a:ext cx="3766523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38CC40D6-7654-D186-61ED-908232C31F69}"/>
              </a:ext>
            </a:extLst>
          </p:cNvPr>
          <p:cNvSpPr/>
          <p:nvPr/>
        </p:nvSpPr>
        <p:spPr>
          <a:xfrm>
            <a:off x="4400552" y="570037"/>
            <a:ext cx="7791448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8429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76208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3600"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3399" y="2991503"/>
            <a:ext cx="3486153" cy="3333097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62527" y="631580"/>
            <a:ext cx="6696073" cy="584542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/>
              <a:t>Título da apresentação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8"/>
            <a:ext cx="1880548" cy="365761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17/09/2025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7"/>
            <a:ext cx="662624" cy="365763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103DE75D-DDAE-AF30-6FFC-D490DF411F57}"/>
              </a:ext>
            </a:extLst>
          </p:cNvPr>
          <p:cNvSpPr/>
          <p:nvPr/>
        </p:nvSpPr>
        <p:spPr>
          <a:xfrm>
            <a:off x="634029" y="570037"/>
            <a:ext cx="4323111" cy="7481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37FF2131-F761-6A93-E155-1DE63565D2B6}"/>
              </a:ext>
            </a:extLst>
          </p:cNvPr>
          <p:cNvSpPr/>
          <p:nvPr/>
        </p:nvSpPr>
        <p:spPr>
          <a:xfrm>
            <a:off x="4962522" y="570037"/>
            <a:ext cx="7229478" cy="748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7706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03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ão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45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r>
              <a:rPr lang="pt-br"/>
              <a:t>Título da apresentação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r>
              <a:rPr lang="en-US"/>
              <a:t>17/09/2025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175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7" r:id="rId14"/>
    <p:sldLayoutId id="2147483966" r:id="rId15"/>
    <p:sldLayoutId id="2147483968" r:id="rId16"/>
    <p:sldLayoutId id="2147483969" r:id="rId17"/>
    <p:sldLayoutId id="2147483970" r:id="rId18"/>
    <p:sldLayoutId id="2147483971" r:id="rId19"/>
    <p:sldLayoutId id="2147483972" r:id="rId20"/>
    <p:sldLayoutId id="2147483973" r:id="rId21"/>
    <p:sldLayoutId id="2147483974" r:id="rId22"/>
    <p:sldLayoutId id="2147483975" r:id="rId23"/>
    <p:sldLayoutId id="2147483976" r:id="rId24"/>
    <p:sldLayoutId id="2147483977" r:id="rId25"/>
    <p:sldLayoutId id="2147483978" r:id="rId26"/>
    <p:sldLayoutId id="2147483979" r:id="rId27"/>
    <p:sldLayoutId id="2147483980" r:id="rId28"/>
    <p:sldLayoutId id="2147483981" r:id="rId29"/>
    <p:sldLayoutId id="2147483982" r:id="rId30"/>
    <p:sldLayoutId id="2147483983" r:id="rId31"/>
    <p:sldLayoutId id="2147483984" r:id="rId32"/>
    <p:sldLayoutId id="2147483985" r:id="rId33"/>
    <p:sldLayoutId id="2147483986" r:id="rId34"/>
    <p:sldLayoutId id="2147483987" r:id="rId35"/>
    <p:sldLayoutId id="2147483988" r:id="rId36"/>
    <p:sldLayoutId id="2147483989" r:id="rId37"/>
    <p:sldLayoutId id="2147483990" r:id="rId38"/>
    <p:sldLayoutId id="2147483991" r:id="rId39"/>
    <p:sldLayoutId id="2147483992" r:id="rId40"/>
    <p:sldLayoutId id="2147483993" r:id="rId41"/>
    <p:sldLayoutId id="2147483994" r:id="rId42"/>
    <p:sldLayoutId id="2147483995" r:id="rId43"/>
    <p:sldLayoutId id="2147484008" r:id="rId44"/>
    <p:sldLayoutId id="2147483997" r:id="rId45"/>
    <p:sldLayoutId id="2147483998" r:id="rId46"/>
    <p:sldLayoutId id="2147483999" r:id="rId47"/>
    <p:sldLayoutId id="2147484000" r:id="rId48"/>
    <p:sldLayoutId id="2147484001" r:id="rId49"/>
    <p:sldLayoutId id="2147484002" r:id="rId50"/>
    <p:sldLayoutId id="2147484003" r:id="rId51"/>
    <p:sldLayoutId id="2147484004" r:id="rId52"/>
    <p:sldLayoutId id="2147484005" r:id="rId53"/>
    <p:sldLayoutId id="2147484006" r:id="rId54"/>
    <p:sldLayoutId id="2147484007" r:id="rId55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 userDrawn="1">
          <p15:clr>
            <a:srgbClr val="F26B43"/>
          </p15:clr>
        </p15:guide>
        <p15:guide id="31" pos="3840" userDrawn="1">
          <p15:clr>
            <a:srgbClr val="F26B43"/>
          </p15:clr>
        </p15:guide>
        <p15:guide id="32" pos="336" userDrawn="1">
          <p15:clr>
            <a:srgbClr val="F26B43"/>
          </p15:clr>
        </p15:guide>
        <p15:guide id="33" pos="7344" userDrawn="1">
          <p15:clr>
            <a:srgbClr val="F26B43"/>
          </p15:clr>
        </p15:guide>
        <p15:guide id="34" orient="horz" pos="4080" userDrawn="1">
          <p15:clr>
            <a:srgbClr val="F26B43"/>
          </p15:clr>
        </p15:guide>
        <p15:guide id="35" orient="horz" pos="1344" userDrawn="1">
          <p15:clr>
            <a:srgbClr val="F26B43"/>
          </p15:clr>
        </p15:guide>
        <p15:guide id="36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9FFFC-0E9A-3AEB-085E-E6210E435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971799"/>
            <a:ext cx="8644563" cy="3414423"/>
          </a:xfrm>
        </p:spPr>
        <p:txBody>
          <a:bodyPr anchor="b">
            <a:normAutofit fontScale="90000"/>
          </a:bodyPr>
          <a:lstStyle/>
          <a:p>
            <a:r>
              <a:rPr lang="pt-PT" sz="6700" noProof="0" dirty="0"/>
              <a:t>Sistema de </a:t>
            </a:r>
            <a:r>
              <a:rPr lang="pt-PT" sz="6700" noProof="0" dirty="0" err="1"/>
              <a:t>Streaming</a:t>
            </a:r>
            <a:r>
              <a:rPr lang="pt-PT" sz="6700" noProof="0" dirty="0"/>
              <a:t> de Eventos em Tempo Real com </a:t>
            </a:r>
            <a:r>
              <a:rPr lang="pt-PT" sz="6700" noProof="0" dirty="0" err="1"/>
              <a:t>Rabbitmq</a:t>
            </a:r>
            <a:endParaRPr lang="pt-PT" sz="67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6663F-B15B-5E9D-B884-3E90BC05E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1016955"/>
            <a:ext cx="7924797" cy="1128714"/>
          </a:xfrm>
        </p:spPr>
        <p:txBody>
          <a:bodyPr anchor="t">
            <a:normAutofit/>
          </a:bodyPr>
          <a:lstStyle/>
          <a:p>
            <a:r>
              <a:rPr lang="pt-PT" noProof="0" dirty="0"/>
              <a:t>Exploração da estrutura, execução e resultados alcançados</a:t>
            </a:r>
          </a:p>
        </p:txBody>
      </p:sp>
    </p:spTree>
    <p:extLst>
      <p:ext uri="{BB962C8B-B14F-4D97-AF65-F5344CB8AC3E}">
        <p14:creationId xmlns:p14="http://schemas.microsoft.com/office/powerpoint/2010/main" val="356105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F335D-F57B-7752-9438-104BC2F67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143000"/>
            <a:ext cx="8576636" cy="5271008"/>
          </a:xfrm>
        </p:spPr>
        <p:txBody>
          <a:bodyPr anchor="b">
            <a:normAutofit/>
          </a:bodyPr>
          <a:lstStyle/>
          <a:p>
            <a:r>
              <a:rPr lang="pt-PT" noProof="0" dirty="0"/>
              <a:t>Introdução e Constituição do Grupo</a:t>
            </a:r>
          </a:p>
        </p:txBody>
      </p:sp>
    </p:spTree>
    <p:extLst>
      <p:ext uri="{BB962C8B-B14F-4D97-AF65-F5344CB8AC3E}">
        <p14:creationId xmlns:p14="http://schemas.microsoft.com/office/powerpoint/2010/main" val="11484924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5C7D0-0F05-E436-AA20-75BE14AA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pt-PT" sz="4000" noProof="0" dirty="0" err="1"/>
              <a:t>EquipA</a:t>
            </a:r>
            <a:endParaRPr lang="pt-PT" sz="4000" noProof="0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EC8D31F-F98C-A145-62D1-4116239212C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17659251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533399" y="2510472"/>
          <a:ext cx="8190496" cy="3966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456644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BF58F-617C-7C50-C775-AE236D87B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143000"/>
            <a:ext cx="8576636" cy="5271008"/>
          </a:xfrm>
        </p:spPr>
        <p:txBody>
          <a:bodyPr anchor="b">
            <a:normAutofit/>
          </a:bodyPr>
          <a:lstStyle/>
          <a:p>
            <a:r>
              <a:rPr lang="pt-PT" noProof="0" dirty="0"/>
              <a:t>Arquitetura e Implementação</a:t>
            </a:r>
          </a:p>
        </p:txBody>
      </p:sp>
    </p:spTree>
    <p:extLst>
      <p:ext uri="{BB962C8B-B14F-4D97-AF65-F5344CB8AC3E}">
        <p14:creationId xmlns:p14="http://schemas.microsoft.com/office/powerpoint/2010/main" val="29803857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762F5-4C99-279C-877B-854D0E85B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pt-PT" sz="4000" noProof="0" dirty="0"/>
              <a:t>Arquitetura Geral do Sistema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936C4F2-6113-243B-835A-1D1E9893AE7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24971145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533399" y="2510472"/>
          <a:ext cx="8190496" cy="3966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654752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0FBF2-90EC-BED0-D44A-CD7256E1E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pt-PT" sz="4000" noProof="0" dirty="0"/>
              <a:t>Opções de Implementação e Tecnologias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5BAB73A-D0B8-28C5-F0D5-217EB05FECB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95377606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533399" y="2510472"/>
          <a:ext cx="8190496" cy="3966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3830577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F8207-E0D2-9A2D-E7DF-DAE5CAEC4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pt-PT" sz="3400" noProof="0" dirty="0"/>
              <a:t>Mecanismos de Comunicação entre Componentes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93D50CF-F801-7F16-1692-144EE15C8FB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467698032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533399" y="2510472"/>
          <a:ext cx="8190496" cy="3966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2193261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E6E09-25C6-5716-919B-5BAD39304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143000"/>
            <a:ext cx="8576636" cy="5271008"/>
          </a:xfrm>
        </p:spPr>
        <p:txBody>
          <a:bodyPr anchor="b">
            <a:normAutofit/>
          </a:bodyPr>
          <a:lstStyle/>
          <a:p>
            <a:r>
              <a:rPr lang="pt-PT" noProof="0" dirty="0"/>
              <a:t>Resultados</a:t>
            </a:r>
          </a:p>
        </p:txBody>
      </p:sp>
    </p:spTree>
    <p:extLst>
      <p:ext uri="{BB962C8B-B14F-4D97-AF65-F5344CB8AC3E}">
        <p14:creationId xmlns:p14="http://schemas.microsoft.com/office/powerpoint/2010/main" val="5156572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E38E-B244-E004-C91B-180E3E7C0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pt-PT" sz="4000" noProof="0" dirty="0"/>
              <a:t>Resultados Obtidos e Análise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716D664-A697-37A3-86A4-C8140501920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936252634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533399" y="2510472"/>
          <a:ext cx="8190496" cy="3966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051678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57D9-7F0E-C740-CF83-4AB3DDF5A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143000"/>
            <a:ext cx="8576636" cy="5271008"/>
          </a:xfrm>
        </p:spPr>
        <p:txBody>
          <a:bodyPr anchor="b">
            <a:normAutofit/>
          </a:bodyPr>
          <a:lstStyle/>
          <a:p>
            <a:r>
              <a:rPr lang="pt-PT" noProof="0" dirty="0"/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23832581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C85B0-F776-71C1-D18B-FEA90B574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pt-PT" sz="4000" noProof="0" dirty="0"/>
              <a:t>conclusão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DD8BB0F-99BB-D0F6-B73F-130BC773772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85396438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533399" y="2510472"/>
          <a:ext cx="8190496" cy="3966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0051989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_Copilot Layouts_win32_SD_V6" id="{49C5632F-1D3A-4333-ABAA-E3191A9D5D1B}" vid="{9EF76739-2083-4254-82E9-ECA94F6BD31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0BD21B179B1749B10B6700D890B8C6" ma:contentTypeVersion="30" ma:contentTypeDescription="Create a new document." ma:contentTypeScope="" ma:versionID="a13b221ee5b949bd1d4a5301a6f516f4">
  <xsd:schema xmlns:xsd="http://www.w3.org/2001/XMLSchema" xmlns:xs="http://www.w3.org/2001/XMLSchema" xmlns:p="http://schemas.microsoft.com/office/2006/metadata/properties" xmlns:ns1="http://schemas.microsoft.com/sharepoint/v3" xmlns:ns2="9e626b82-2e62-4b56-b4f0-2eb243f478f4" xmlns:ns3="230e9df3-be65-4c73-a93b-d1236ebd677e" xmlns:ns4="543e3375-4853-4ccc-a3e2-1512ebb9cffd" targetNamespace="http://schemas.microsoft.com/office/2006/metadata/properties" ma:root="true" ma:fieldsID="233e7f4977957a9e20bc87caea750b4e" ns1:_="" ns2:_="" ns3:_="" ns4:_="">
    <xsd:import namespace="http://schemas.microsoft.com/sharepoint/v3"/>
    <xsd:import namespace="9e626b82-2e62-4b56-b4f0-2eb243f478f4"/>
    <xsd:import namespace="230e9df3-be65-4c73-a93b-d1236ebd677e"/>
    <xsd:import namespace="543e3375-4853-4ccc-a3e2-1512ebb9c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ocTag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ystemTags" minOccurs="0"/>
                <xsd:element ref="ns2:Styletags_x0028_include1_x002d_3_x0029_" minOccurs="0"/>
                <xsd:element ref="ns2:Vertical" minOccurs="0"/>
                <xsd:element ref="ns2:Intent" minOccurs="0"/>
                <xsd:element ref="ns2:Thumbnai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26b82-2e62-4b56-b4f0-2eb243f478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3" nillable="true" ma:displayName="MediaServiceDocTags" ma:hidden="true" ma:internalName="MediaServiceDocTags" ma:readOnly="true">
      <xsd:simpleType>
        <xsd:restriction base="dms:Note"/>
      </xsd:simpleType>
    </xsd:element>
    <xsd:element name="MediaServiceDateTaken" ma:index="2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7" nillable="true" ma:displayName="MediaServiceSystemTags" ma:hidden="true" ma:internalName="MediaServiceSystemTags" ma:readOnly="true">
      <xsd:simpleType>
        <xsd:restriction base="dms:Note"/>
      </xsd:simpleType>
    </xsd:element>
    <xsd:element name="Styletags_x0028_include1_x002d_3_x0029_" ma:index="28" nillable="true" ma:displayName="Style tags (include 1 - 3)" ma:format="Dropdown" ma:internalName="Styletags_x0028_include1_x002d_3_x0029_">
      <xsd:simpleType>
        <xsd:restriction base="dms:Text">
          <xsd:maxLength value="255"/>
        </xsd:restriction>
      </xsd:simpleType>
    </xsd:element>
    <xsd:element name="Vertical" ma:index="29" nillable="true" ma:displayName="Vertical" ma:format="Dropdown" ma:internalName="Vertical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nimals &amp; pets"/>
                    <xsd:enumeration value="Art &amp; design"/>
                    <xsd:enumeration value="Beauty"/>
                    <xsd:enumeration value="Business"/>
                    <xsd:enumeration value="Fashion"/>
                    <xsd:enumeration value="Floral &amp; garden"/>
                    <xsd:enumeration value="Food &amp; drink"/>
                    <xsd:enumeration value="General"/>
                    <xsd:enumeration value="Health &amp; fitness"/>
                  </xsd:restriction>
                </xsd:simpleType>
              </xsd:element>
            </xsd:sequence>
          </xsd:extension>
        </xsd:complexContent>
      </xsd:complexType>
    </xsd:element>
    <xsd:element name="Intent" ma:index="30" nillable="true" ma:displayName="Intent" ma:format="Dropdown" ma:internalName="Inten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out me"/>
                    <xsd:enumeration value="Activism"/>
                    <xsd:enumeration value="Announcement - event"/>
                    <xsd:enumeration value="Announcement - product"/>
                    <xsd:enumeration value="Business"/>
                    <xsd:enumeration value="Celebrate - holiday"/>
                    <xsd:enumeration value="Celebrate - life moments"/>
                    <xsd:enumeration value="Engagement post"/>
                    <xsd:enumeration value="Grand opening"/>
                    <xsd:enumeration value="Marketplace"/>
                    <xsd:enumeration value="Open house"/>
                    <xsd:enumeration value="Quote"/>
                    <xsd:enumeration value="Sale"/>
                    <xsd:enumeration value="Simple phrases"/>
                    <xsd:enumeration value="Subscribe"/>
                    <xsd:enumeration value="Choice 16"/>
                  </xsd:restriction>
                </xsd:simpleType>
              </xsd:element>
            </xsd:sequence>
          </xsd:extension>
        </xsd:complexContent>
      </xsd:complexType>
    </xsd:element>
    <xsd:element name="Thumbnail" ma:index="31" nillable="true" ma:displayName="Thumbnail" ma:format="Thumbnail" ma:internalName="Thumbnail">
      <xsd:simpleType>
        <xsd:restriction base="dms:Unknown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6051309a-75b7-4c22-93ea-c24616af8dd0}" ma:internalName="TaxCatchAll" ma:showField="CatchAllData" ma:web="543e3375-4853-4ccc-a3e2-1512ebb9c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e3375-4853-4ccc-a3e2-1512ebb9cff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9e626b82-2e62-4b56-b4f0-2eb243f478f4" xsi:nil="true"/>
    <Thumbnail xmlns="9e626b82-2e62-4b56-b4f0-2eb243f478f4" xsi:nil="true"/>
    <Vertical xmlns="9e626b82-2e62-4b56-b4f0-2eb243f478f4" xsi:nil="true"/>
    <lcf76f155ced4ddcb4097134ff3c332f xmlns="9e626b82-2e62-4b56-b4f0-2eb243f478f4">
      <Terms xmlns="http://schemas.microsoft.com/office/infopath/2007/PartnerControls"/>
    </lcf76f155ced4ddcb4097134ff3c332f>
    <Styletags_x0028_include1_x002d_3_x0029_ xmlns="9e626b82-2e62-4b56-b4f0-2eb243f478f4" xsi:nil="true"/>
    <Intent xmlns="9e626b82-2e62-4b56-b4f0-2eb243f478f4" xsi:nil="true"/>
  </documentManagement>
</p:properties>
</file>

<file path=customXml/itemProps1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5A61DA-592A-457B-93F6-DEF077C99B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e626b82-2e62-4b56-b4f0-2eb243f478f4"/>
    <ds:schemaRef ds:uri="230e9df3-be65-4c73-a93b-d1236ebd677e"/>
    <ds:schemaRef ds:uri="543e3375-4853-4ccc-a3e2-1512ebb9cf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99ED26-B189-4BA1-99D0-1112D8C2F106}">
  <ds:schemaRefs>
    <ds:schemaRef ds:uri="http://purl.org/dc/dcmitype/"/>
    <ds:schemaRef ds:uri="9e626b82-2e62-4b56-b4f0-2eb243f478f4"/>
    <ds:schemaRef ds:uri="543e3375-4853-4ccc-a3e2-1512ebb9cffd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230e9df3-be65-4c73-a93b-d1236ebd677e"/>
    <ds:schemaRef ds:uri="http://purl.org/dc/terms/"/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1213</TotalTime>
  <Words>567</Words>
  <Application>Microsoft Macintosh PowerPoint</Application>
  <PresentationFormat>Widescreen</PresentationFormat>
  <Paragraphs>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Arial</vt:lpstr>
      <vt:lpstr>Modulo</vt:lpstr>
      <vt:lpstr>Sistema de Streaming de Eventos em Tempo Real com Rabbitmq</vt:lpstr>
      <vt:lpstr>Introdução e Constituição do Grupo</vt:lpstr>
      <vt:lpstr>EquipA</vt:lpstr>
      <vt:lpstr>Arquitetura e Implementação</vt:lpstr>
      <vt:lpstr>Arquitetura Geral do Sistema</vt:lpstr>
      <vt:lpstr>Opções de Implementação e Tecnologias</vt:lpstr>
      <vt:lpstr>Mecanismos de Comunicação entre Componentes</vt:lpstr>
      <vt:lpstr>Resultados</vt:lpstr>
      <vt:lpstr>Resultados Obtidos e Análise</vt:lpstr>
      <vt:lpstr>Conclusão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Pedro Lourenço Correia Jaques</cp:lastModifiedBy>
  <cp:revision>2</cp:revision>
  <dcterms:created xsi:type="dcterms:W3CDTF">2025-05-21T23:03:00Z</dcterms:created>
  <dcterms:modified xsi:type="dcterms:W3CDTF">2026-01-09T11:15:58Z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0x010100F70BD21B179B1749B10B6700D890B8C6</vt:lpwstr>
  </property>
  <property fmtid="{D5CDD505-2E9C-101B-9397-08002B2CF9AE}" pid="3" name="MediaServiceImageTags">
    <vt:lpwstr/>
  </property>
</Properties>
</file>