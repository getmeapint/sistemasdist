
<file path=[Content_Types].xml><?xml version="1.0" encoding="utf-8"?>
<Types xmlns="http://schemas.openxmlformats.org/package/2006/content-types">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7.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52" r:id="rId4"/>
  </p:sldMasterIdLst>
  <p:notesMasterIdLst>
    <p:notesMasterId r:id="rId16"/>
  </p:notesMasterIdLst>
  <p:handoutMasterIdLst>
    <p:handoutMasterId r:id="rId17"/>
  </p:handoutMasterIdLst>
  <p:sldIdLst>
    <p:sldId id="2561" r:id="rId5"/>
    <p:sldId id="2562" r:id="rId6"/>
    <p:sldId id="2563" r:id="rId7"/>
    <p:sldId id="2564" r:id="rId8"/>
    <p:sldId id="2565" r:id="rId9"/>
    <p:sldId id="2566" r:id="rId10"/>
    <p:sldId id="2567" r:id="rId11"/>
    <p:sldId id="2568" r:id="rId12"/>
    <p:sldId id="2570" r:id="rId13"/>
    <p:sldId id="2571" r:id="rId14"/>
    <p:sldId id="2572" r:id="rId15"/>
  </p:sldIdLst>
  <p:sldSz cx="12192000" cy="6858000"/>
  <p:notesSz cx="6858000" cy="9144000"/>
  <p:defaultTextStyle>
    <a:defPPr rtl="0">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jeto: Arquitetura, Implementação e Resultados" id="{FF3F67B9-4A72-433D-98C3-88F690A84BFD}">
          <p14:sldIdLst>
            <p14:sldId id="2561"/>
          </p14:sldIdLst>
        </p14:section>
        <p14:section name="Introdução e Constituição do Grupo" id="{639F8DDF-35E5-434B-BFB9-22CAA1AEFAF1}">
          <p14:sldIdLst>
            <p14:sldId id="2562"/>
            <p14:sldId id="2563"/>
          </p14:sldIdLst>
        </p14:section>
        <p14:section name="Arquitetura e Implementação" id="{82BD6315-28D9-4BF2-94B1-5A854FEB7884}">
          <p14:sldIdLst>
            <p14:sldId id="2564"/>
            <p14:sldId id="2565"/>
            <p14:sldId id="2566"/>
            <p14:sldId id="2567"/>
          </p14:sldIdLst>
        </p14:section>
        <p14:section name="Testes e Resultados" id="{7261000A-6182-401D-B778-EDC501880F05}">
          <p14:sldIdLst>
            <p14:sldId id="2568"/>
            <p14:sldId id="2570"/>
          </p14:sldIdLst>
        </p14:section>
        <p14:section name="Conclusão" id="{ACA9AF47-1536-48D8-B6BF-C7BEF304EB3E}">
          <p14:sldIdLst>
            <p14:sldId id="2571"/>
            <p14:sldId id="2572"/>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F39A418-C943-DD85-ADF2-615A2809C342}" name="Michaele Watts" initials="mlw" userId="Michaele Watts" providerId="None"/>
  <p188:author id="{9941987A-41B7-49AC-EE6E-03F2D0BD95BA}" name="Daria Naidenov" initials="DN" userId="S::danaidenov@microsoft.com::ab38ab5f-bdf0-4774-ae5a-d2782abb2027" providerId="AD"/>
  <p188:author id="{05079B93-9652-6626-7181-414354FAD15D}" name="Sher Dionisio" initials="SD" userId="Sher Dionisio" providerId="None"/>
  <p188:author id="{85E8F9B2-02AC-6F6E-F5B6-AF53ED8A8312}" name="Lauren Weldy (ALLEGIS GROUP HOLDINGS INC)" initials="LW" userId="S::v-laweldy@microsoft.com::63f3cce1-6527-43d1-991c-7e8015c8c708"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DDBD9"/>
    <a:srgbClr val="FFE6D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C7E00A0-3025-E943-A083-20723EEE95BE}" v="858" dt="2026-01-08T01:14:12.216"/>
    <p1510:client id="{1083E122-2300-AF4A-ACE5-D5B5E39A1EDC}" v="370" dt="2026-01-08T22:04:33.731"/>
    <p1510:client id="{C3D4E2C4-6628-464D-903C-79744ED5C2BE}" v="8" dt="2026-01-08T00:43:49.78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3135" autoAdjust="0"/>
    <p:restoredTop sz="94725"/>
  </p:normalViewPr>
  <p:slideViewPr>
    <p:cSldViewPr showGuides="1">
      <p:cViewPr varScale="1">
        <p:scale>
          <a:sx n="113" d="100"/>
          <a:sy n="113" d="100"/>
        </p:scale>
        <p:origin x="232" y="184"/>
      </p:cViewPr>
      <p:guideLst>
        <p:guide orient="horz" pos="2160"/>
        <p:guide pos="3840"/>
      </p:guideLst>
    </p:cSldViewPr>
  </p:slideViewPr>
  <p:notesTextViewPr>
    <p:cViewPr>
      <p:scale>
        <a:sx n="1" d="1"/>
        <a:sy n="1" d="1"/>
      </p:scale>
      <p:origin x="0" y="0"/>
    </p:cViewPr>
  </p:notesTextViewPr>
  <p:sorterViewPr>
    <p:cViewPr>
      <p:scale>
        <a:sx n="1" d="1"/>
        <a:sy n="1" d="1"/>
      </p:scale>
      <p:origin x="0" y="-21892"/>
    </p:cViewPr>
  </p:sorterViewPr>
  <p:notesViewPr>
    <p:cSldViewPr>
      <p:cViewPr varScale="1">
        <p:scale>
          <a:sx n="87" d="100"/>
          <a:sy n="87" d="100"/>
        </p:scale>
        <p:origin x="700" y="6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microsoft.com/office/2018/10/relationships/authors" Target="authors.xml"/><Relationship Id="rId5" Type="http://schemas.openxmlformats.org/officeDocument/2006/relationships/slide" Target="slides/slide1.xml"/><Relationship Id="rId15" Type="http://schemas.openxmlformats.org/officeDocument/2006/relationships/slide" Target="slides/slide11.xml"/><Relationship Id="rId23"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edro Lourenço Correia Jaques" userId="2c9294f4-db3c-48f2-b4fe-8b2413068950" providerId="ADAL" clId="{76DABE40-6719-5A3E-8181-693EBCC2EEAC}"/>
    <pc:docChg chg="delSld modSld modSection">
      <pc:chgData name="Pedro Lourenço Correia Jaques" userId="2c9294f4-db3c-48f2-b4fe-8b2413068950" providerId="ADAL" clId="{76DABE40-6719-5A3E-8181-693EBCC2EEAC}" dt="2026-01-08T22:04:33.731" v="402" actId="20577"/>
      <pc:docMkLst>
        <pc:docMk/>
      </pc:docMkLst>
      <pc:sldChg chg="modSp">
        <pc:chgData name="Pedro Lourenço Correia Jaques" userId="2c9294f4-db3c-48f2-b4fe-8b2413068950" providerId="ADAL" clId="{76DABE40-6719-5A3E-8181-693EBCC2EEAC}" dt="2026-01-08T22:00:24.573" v="268" actId="20577"/>
        <pc:sldMkLst>
          <pc:docMk/>
          <pc:sldMk cId="154566449" sldId="2563"/>
        </pc:sldMkLst>
        <pc:graphicFrameChg chg="mod">
          <ac:chgData name="Pedro Lourenço Correia Jaques" userId="2c9294f4-db3c-48f2-b4fe-8b2413068950" providerId="ADAL" clId="{76DABE40-6719-5A3E-8181-693EBCC2EEAC}" dt="2026-01-08T22:00:24.573" v="268" actId="20577"/>
          <ac:graphicFrameMkLst>
            <pc:docMk/>
            <pc:sldMk cId="154566449" sldId="2563"/>
            <ac:graphicFrameMk id="7" creationId="{4EC8D31F-F98C-A145-62D1-4116239212C0}"/>
          </ac:graphicFrameMkLst>
        </pc:graphicFrameChg>
      </pc:sldChg>
      <pc:sldChg chg="modSp">
        <pc:chgData name="Pedro Lourenço Correia Jaques" userId="2c9294f4-db3c-48f2-b4fe-8b2413068950" providerId="ADAL" clId="{76DABE40-6719-5A3E-8181-693EBCC2EEAC}" dt="2026-01-08T22:03:14.654" v="327" actId="20577"/>
        <pc:sldMkLst>
          <pc:docMk/>
          <pc:sldMk cId="426547523" sldId="2565"/>
        </pc:sldMkLst>
        <pc:graphicFrameChg chg="mod">
          <ac:chgData name="Pedro Lourenço Correia Jaques" userId="2c9294f4-db3c-48f2-b4fe-8b2413068950" providerId="ADAL" clId="{76DABE40-6719-5A3E-8181-693EBCC2EEAC}" dt="2026-01-08T22:03:14.654" v="327" actId="20577"/>
          <ac:graphicFrameMkLst>
            <pc:docMk/>
            <pc:sldMk cId="426547523" sldId="2565"/>
            <ac:graphicFrameMk id="7" creationId="{9936C4F2-6113-243B-835A-1D1E9893AE75}"/>
          </ac:graphicFrameMkLst>
        </pc:graphicFrameChg>
      </pc:sldChg>
      <pc:sldChg chg="modSp mod modShow">
        <pc:chgData name="Pedro Lourenço Correia Jaques" userId="2c9294f4-db3c-48f2-b4fe-8b2413068950" providerId="ADAL" clId="{76DABE40-6719-5A3E-8181-693EBCC2EEAC}" dt="2026-01-08T22:04:09.939" v="384" actId="20577"/>
        <pc:sldMkLst>
          <pc:docMk/>
          <pc:sldMk cId="4021932615" sldId="2567"/>
        </pc:sldMkLst>
        <pc:graphicFrameChg chg="mod modGraphic">
          <ac:chgData name="Pedro Lourenço Correia Jaques" userId="2c9294f4-db3c-48f2-b4fe-8b2413068950" providerId="ADAL" clId="{76DABE40-6719-5A3E-8181-693EBCC2EEAC}" dt="2026-01-08T22:04:09.939" v="384" actId="20577"/>
          <ac:graphicFrameMkLst>
            <pc:docMk/>
            <pc:sldMk cId="4021932615" sldId="2567"/>
            <ac:graphicFrameMk id="7" creationId="{393D50CF-F801-7F16-1692-144EE15C8FB9}"/>
          </ac:graphicFrameMkLst>
        </pc:graphicFrameChg>
      </pc:sldChg>
      <pc:sldChg chg="del">
        <pc:chgData name="Pedro Lourenço Correia Jaques" userId="2c9294f4-db3c-48f2-b4fe-8b2413068950" providerId="ADAL" clId="{76DABE40-6719-5A3E-8181-693EBCC2EEAC}" dt="2026-01-08T21:46:38.115" v="60" actId="2696"/>
        <pc:sldMkLst>
          <pc:docMk/>
          <pc:sldMk cId="1065214876" sldId="2569"/>
        </pc:sldMkLst>
      </pc:sldChg>
      <pc:sldChg chg="modSp mod modShow">
        <pc:chgData name="Pedro Lourenço Correia Jaques" userId="2c9294f4-db3c-48f2-b4fe-8b2413068950" providerId="ADAL" clId="{76DABE40-6719-5A3E-8181-693EBCC2EEAC}" dt="2026-01-08T22:04:33.731" v="402" actId="20577"/>
        <pc:sldMkLst>
          <pc:docMk/>
          <pc:sldMk cId="3090516787" sldId="2570"/>
        </pc:sldMkLst>
        <pc:graphicFrameChg chg="mod modGraphic">
          <ac:chgData name="Pedro Lourenço Correia Jaques" userId="2c9294f4-db3c-48f2-b4fe-8b2413068950" providerId="ADAL" clId="{76DABE40-6719-5A3E-8181-693EBCC2EEAC}" dt="2026-01-08T22:04:33.731" v="402" actId="20577"/>
          <ac:graphicFrameMkLst>
            <pc:docMk/>
            <pc:sldMk cId="3090516787" sldId="2570"/>
            <ac:graphicFrameMk id="7" creationId="{A716D664-A697-37A3-86A4-C8140501920B}"/>
          </ac:graphicFrameMkLst>
        </pc:graphicFrameChg>
      </pc:sldChg>
      <pc:sldChg chg="modSp mod modShow">
        <pc:chgData name="Pedro Lourenço Correia Jaques" userId="2c9294f4-db3c-48f2-b4fe-8b2413068950" providerId="ADAL" clId="{76DABE40-6719-5A3E-8181-693EBCC2EEAC}" dt="2026-01-08T21:58:49.046" v="202" actId="729"/>
        <pc:sldMkLst>
          <pc:docMk/>
          <pc:sldMk cId="1600519890" sldId="2572"/>
        </pc:sldMkLst>
        <pc:spChg chg="mod">
          <ac:chgData name="Pedro Lourenço Correia Jaques" userId="2c9294f4-db3c-48f2-b4fe-8b2413068950" providerId="ADAL" clId="{76DABE40-6719-5A3E-8181-693EBCC2EEAC}" dt="2026-01-08T21:56:03.843" v="146" actId="20577"/>
          <ac:spMkLst>
            <pc:docMk/>
            <pc:sldMk cId="1600519890" sldId="2572"/>
            <ac:spMk id="2" creationId="{F36C85B0-F776-71C1-D18B-FEA90B5745D1}"/>
          </ac:spMkLst>
        </pc:spChg>
        <pc:graphicFrameChg chg="mod">
          <ac:chgData name="Pedro Lourenço Correia Jaques" userId="2c9294f4-db3c-48f2-b4fe-8b2413068950" providerId="ADAL" clId="{76DABE40-6719-5A3E-8181-693EBCC2EEAC}" dt="2026-01-08T21:58:43.113" v="201" actId="20577"/>
          <ac:graphicFrameMkLst>
            <pc:docMk/>
            <pc:sldMk cId="1600519890" sldId="2572"/>
            <ac:graphicFrameMk id="7" creationId="{ADD8BB0F-99BB-D0F6-B73F-130BC7737725}"/>
          </ac:graphicFrameMkLst>
        </pc:graphicFrame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FF1100D-3678-4F4D-A6A1-6CAFA02612EF}" type="doc">
      <dgm:prSet loTypeId="urn:microsoft.com/office/officeart/2024/3/layout/hArchList1" loCatId="List" qsTypeId="urn:microsoft.com/office/officeart/2005/8/quickstyle/simple1" qsCatId="simple" csTypeId="urn:microsoft.com/office/officeart/2005/8/colors/accent1_2" csCatId="accent1" phldr="1"/>
      <dgm:spPr/>
      <dgm:t>
        <a:bodyPr/>
        <a:lstStyle/>
        <a:p>
          <a:endParaRPr lang="en-US"/>
        </a:p>
      </dgm:t>
    </dgm:pt>
    <dgm:pt modelId="{388C80F8-2AFA-44C8-97B3-189937A893C8}">
      <dgm:prSet/>
      <dgm:spPr/>
      <dgm:t>
        <a:bodyPr/>
        <a:lstStyle/>
        <a:p>
          <a:pPr>
            <a:lnSpc>
              <a:spcPct val="100000"/>
            </a:lnSpc>
            <a:defRPr b="1"/>
          </a:pPr>
          <a:r>
            <a:rPr lang="pt-PT" noProof="0" dirty="0"/>
            <a:t>Tomás Freitas	</a:t>
          </a:r>
        </a:p>
      </dgm:t>
    </dgm:pt>
    <dgm:pt modelId="{CAA8D43D-3EFC-465E-85AE-3342D4A58363}" type="parTrans" cxnId="{FAE0F6E4-9994-4A70-A7EA-3DDA12C49C9F}">
      <dgm:prSet/>
      <dgm:spPr/>
      <dgm:t>
        <a:bodyPr/>
        <a:lstStyle/>
        <a:p>
          <a:endParaRPr lang="en-US"/>
        </a:p>
      </dgm:t>
    </dgm:pt>
    <dgm:pt modelId="{D39B9A9B-E2CA-41EE-A0DB-E0B4E79A66DE}" type="sibTrans" cxnId="{FAE0F6E4-9994-4A70-A7EA-3DDA12C49C9F}">
      <dgm:prSet/>
      <dgm:spPr/>
      <dgm:t>
        <a:bodyPr/>
        <a:lstStyle/>
        <a:p>
          <a:pPr>
            <a:lnSpc>
              <a:spcPct val="100000"/>
            </a:lnSpc>
            <a:defRPr b="1"/>
          </a:pPr>
          <a:endParaRPr lang="en-US"/>
        </a:p>
      </dgm:t>
    </dgm:pt>
    <dgm:pt modelId="{87782AC6-173C-4535-9D2D-488474223796}">
      <dgm:prSet/>
      <dgm:spPr/>
      <dgm:t>
        <a:bodyPr/>
        <a:lstStyle/>
        <a:p>
          <a:pPr>
            <a:lnSpc>
              <a:spcPct val="100000"/>
            </a:lnSpc>
          </a:pPr>
          <a:r>
            <a:rPr lang="pt-PT" noProof="0" dirty="0"/>
            <a:t>Desenvolvimento CI/CD com GitHub </a:t>
          </a:r>
          <a:r>
            <a:rPr lang="pt-PT" noProof="0" dirty="0" err="1"/>
            <a:t>Actions</a:t>
          </a:r>
          <a:r>
            <a:rPr lang="pt-PT" noProof="0" dirty="0"/>
            <a:t>.</a:t>
          </a:r>
        </a:p>
        <a:p>
          <a:pPr>
            <a:lnSpc>
              <a:spcPct val="100000"/>
            </a:lnSpc>
          </a:pPr>
          <a:r>
            <a:rPr lang="pt-PT" noProof="0" dirty="0"/>
            <a:t>Integração </a:t>
          </a:r>
          <a:r>
            <a:rPr lang="pt-PT" noProof="0" dirty="0" err="1"/>
            <a:t>Prometheus</a:t>
          </a:r>
          <a:r>
            <a:rPr lang="pt-PT" noProof="0" dirty="0"/>
            <a:t>.</a:t>
          </a:r>
        </a:p>
        <a:p>
          <a:pPr>
            <a:lnSpc>
              <a:spcPct val="100000"/>
            </a:lnSpc>
          </a:pPr>
          <a:r>
            <a:rPr lang="pt-PT" noProof="0" dirty="0"/>
            <a:t>Desenvolvimento de métricas.</a:t>
          </a:r>
        </a:p>
      </dgm:t>
    </dgm:pt>
    <dgm:pt modelId="{9A5C55EA-27C8-4848-BAB8-77592A36D044}" type="parTrans" cxnId="{90FA8D95-6D4F-469A-9B0E-D64C0EE6B152}">
      <dgm:prSet/>
      <dgm:spPr/>
      <dgm:t>
        <a:bodyPr/>
        <a:lstStyle/>
        <a:p>
          <a:endParaRPr lang="en-US"/>
        </a:p>
      </dgm:t>
    </dgm:pt>
    <dgm:pt modelId="{DE93B9C6-5C09-4EDF-8C7F-B7476B593940}" type="sibTrans" cxnId="{90FA8D95-6D4F-469A-9B0E-D64C0EE6B152}">
      <dgm:prSet/>
      <dgm:spPr/>
      <dgm:t>
        <a:bodyPr/>
        <a:lstStyle/>
        <a:p>
          <a:endParaRPr lang="en-US"/>
        </a:p>
      </dgm:t>
    </dgm:pt>
    <dgm:pt modelId="{25E3F899-76DC-48BB-9554-6ED0464F128A}">
      <dgm:prSet/>
      <dgm:spPr/>
      <dgm:t>
        <a:bodyPr/>
        <a:lstStyle/>
        <a:p>
          <a:pPr>
            <a:lnSpc>
              <a:spcPct val="100000"/>
            </a:lnSpc>
            <a:defRPr b="1"/>
          </a:pPr>
          <a:r>
            <a:rPr lang="pt-PT" noProof="0" dirty="0"/>
            <a:t>Pedro Jaques</a:t>
          </a:r>
        </a:p>
      </dgm:t>
    </dgm:pt>
    <dgm:pt modelId="{221B2DFB-4E4B-4770-A61E-8C4C47E61595}" type="parTrans" cxnId="{51B89D5B-163B-4806-931A-E3688449748D}">
      <dgm:prSet/>
      <dgm:spPr/>
      <dgm:t>
        <a:bodyPr/>
        <a:lstStyle/>
        <a:p>
          <a:endParaRPr lang="en-US"/>
        </a:p>
      </dgm:t>
    </dgm:pt>
    <dgm:pt modelId="{8BDB890B-89FD-4C67-B924-C7D1E9B841A8}" type="sibTrans" cxnId="{51B89D5B-163B-4806-931A-E3688449748D}">
      <dgm:prSet/>
      <dgm:spPr/>
      <dgm:t>
        <a:bodyPr/>
        <a:lstStyle/>
        <a:p>
          <a:pPr>
            <a:lnSpc>
              <a:spcPct val="100000"/>
            </a:lnSpc>
            <a:defRPr b="1"/>
          </a:pPr>
          <a:endParaRPr lang="en-US"/>
        </a:p>
      </dgm:t>
    </dgm:pt>
    <dgm:pt modelId="{7B996AE9-3626-4165-A9C8-39533538DA7F}">
      <dgm:prSet/>
      <dgm:spPr/>
      <dgm:t>
        <a:bodyPr/>
        <a:lstStyle/>
        <a:p>
          <a:pPr>
            <a:lnSpc>
              <a:spcPct val="100000"/>
            </a:lnSpc>
          </a:pPr>
          <a:r>
            <a:rPr lang="pt-PT" noProof="0" dirty="0"/>
            <a:t>Desenvolvimento da comunicação produtor-consumidor.</a:t>
          </a:r>
        </a:p>
        <a:p>
          <a:pPr>
            <a:lnSpc>
              <a:spcPct val="100000"/>
            </a:lnSpc>
          </a:pPr>
          <a:r>
            <a:rPr lang="pt-PT" noProof="0" dirty="0"/>
            <a:t>Desenvolvimento Web UI.</a:t>
          </a:r>
        </a:p>
        <a:p>
          <a:pPr>
            <a:lnSpc>
              <a:spcPct val="100000"/>
            </a:lnSpc>
          </a:pPr>
          <a:r>
            <a:rPr lang="pt-PT" noProof="0" dirty="0"/>
            <a:t>Documentação do projeto.</a:t>
          </a:r>
        </a:p>
      </dgm:t>
    </dgm:pt>
    <dgm:pt modelId="{4D171E39-6A11-4CA7-9718-86A787F27B08}" type="parTrans" cxnId="{49DF13FB-2880-45F9-9F8B-562D1396FE56}">
      <dgm:prSet/>
      <dgm:spPr/>
      <dgm:t>
        <a:bodyPr/>
        <a:lstStyle/>
        <a:p>
          <a:endParaRPr lang="en-US"/>
        </a:p>
      </dgm:t>
    </dgm:pt>
    <dgm:pt modelId="{186F272D-4736-4622-B944-2DD2B21FE66D}" type="sibTrans" cxnId="{49DF13FB-2880-45F9-9F8B-562D1396FE56}">
      <dgm:prSet/>
      <dgm:spPr/>
      <dgm:t>
        <a:bodyPr/>
        <a:lstStyle/>
        <a:p>
          <a:endParaRPr lang="en-US"/>
        </a:p>
      </dgm:t>
    </dgm:pt>
    <dgm:pt modelId="{74545076-917F-489F-8665-444AE103857F}" type="pres">
      <dgm:prSet presAssocID="{AFF1100D-3678-4F4D-A6A1-6CAFA02612EF}" presName="Name0" presStyleCnt="0">
        <dgm:presLayoutVars>
          <dgm:dir/>
          <dgm:resizeHandles val="exact"/>
        </dgm:presLayoutVars>
      </dgm:prSet>
      <dgm:spPr/>
    </dgm:pt>
    <dgm:pt modelId="{6A1B54F2-FDF2-4630-9BBB-C508AE94DEBA}" type="pres">
      <dgm:prSet presAssocID="{388C80F8-2AFA-44C8-97B3-189937A893C8}" presName="compNode" presStyleCnt="0"/>
      <dgm:spPr/>
    </dgm:pt>
    <dgm:pt modelId="{0E926E61-5DAE-49BE-86E8-257CDD3B7950}" type="pres">
      <dgm:prSet presAssocID="{388C80F8-2AFA-44C8-97B3-189937A893C8}" presName="pictRect" presStyleLbl="revTx" presStyleIdx="0" presStyleCnt="4">
        <dgm:presLayoutVars>
          <dgm:chMax val="0"/>
          <dgm:bulletEnabled/>
        </dgm:presLayoutVars>
      </dgm:prSet>
      <dgm:spPr/>
    </dgm:pt>
    <dgm:pt modelId="{B0D85C79-9C70-4F76-9150-76DAC43E6EEE}" type="pres">
      <dgm:prSet presAssocID="{388C80F8-2AFA-44C8-97B3-189937A893C8}" presName="textRect" presStyleLbl="revTx" presStyleIdx="1" presStyleCnt="4">
        <dgm:presLayoutVars>
          <dgm:bulletEnabled/>
        </dgm:presLayoutVars>
      </dgm:prSet>
      <dgm:spPr/>
    </dgm:pt>
    <dgm:pt modelId="{3039762D-11BD-4B62-8EE1-5DD0B7DB0E48}" type="pres">
      <dgm:prSet presAssocID="{D39B9A9B-E2CA-41EE-A0DB-E0B4E79A66DE}" presName="sibTrans" presStyleLbl="sibTrans2D1" presStyleIdx="0" presStyleCnt="0"/>
      <dgm:spPr/>
    </dgm:pt>
    <dgm:pt modelId="{93A7045A-5496-46FD-BE8E-D78D04528B10}" type="pres">
      <dgm:prSet presAssocID="{25E3F899-76DC-48BB-9554-6ED0464F128A}" presName="compNode" presStyleCnt="0"/>
      <dgm:spPr/>
    </dgm:pt>
    <dgm:pt modelId="{5E228431-832C-42F0-87B7-6E235F55D971}" type="pres">
      <dgm:prSet presAssocID="{25E3F899-76DC-48BB-9554-6ED0464F128A}" presName="pictRect" presStyleLbl="revTx" presStyleIdx="2" presStyleCnt="4">
        <dgm:presLayoutVars>
          <dgm:chMax val="0"/>
          <dgm:bulletEnabled/>
        </dgm:presLayoutVars>
      </dgm:prSet>
      <dgm:spPr/>
    </dgm:pt>
    <dgm:pt modelId="{D1E43E41-7814-42AD-B6A1-0A95DD2F3590}" type="pres">
      <dgm:prSet presAssocID="{25E3F899-76DC-48BB-9554-6ED0464F128A}" presName="textRect" presStyleLbl="revTx" presStyleIdx="3" presStyleCnt="4">
        <dgm:presLayoutVars>
          <dgm:bulletEnabled/>
        </dgm:presLayoutVars>
      </dgm:prSet>
      <dgm:spPr/>
    </dgm:pt>
  </dgm:ptLst>
  <dgm:cxnLst>
    <dgm:cxn modelId="{C2ACAB16-952F-4522-832E-C6B64D1EF02F}" type="presOf" srcId="{AFF1100D-3678-4F4D-A6A1-6CAFA02612EF}" destId="{74545076-917F-489F-8665-444AE103857F}" srcOrd="0" destOrd="0" presId="urn:microsoft.com/office/officeart/2024/3/layout/hArchList1"/>
    <dgm:cxn modelId="{1450FF16-5095-40A7-B637-F9D9C2E4B4A1}" type="presOf" srcId="{87782AC6-173C-4535-9D2D-488474223796}" destId="{B0D85C79-9C70-4F76-9150-76DAC43E6EEE}" srcOrd="0" destOrd="0" presId="urn:microsoft.com/office/officeart/2024/3/layout/hArchList1"/>
    <dgm:cxn modelId="{31C7B94D-160B-49C3-9745-F608EC6FA805}" type="presOf" srcId="{7B996AE9-3626-4165-A9C8-39533538DA7F}" destId="{D1E43E41-7814-42AD-B6A1-0A95DD2F3590}" srcOrd="0" destOrd="0" presId="urn:microsoft.com/office/officeart/2024/3/layout/hArchList1"/>
    <dgm:cxn modelId="{51B89D5B-163B-4806-931A-E3688449748D}" srcId="{AFF1100D-3678-4F4D-A6A1-6CAFA02612EF}" destId="{25E3F899-76DC-48BB-9554-6ED0464F128A}" srcOrd="1" destOrd="0" parTransId="{221B2DFB-4E4B-4770-A61E-8C4C47E61595}" sibTransId="{8BDB890B-89FD-4C67-B924-C7D1E9B841A8}"/>
    <dgm:cxn modelId="{E1E40491-DD04-4FB8-B153-D9D7A52CA8C4}" type="presOf" srcId="{25E3F899-76DC-48BB-9554-6ED0464F128A}" destId="{5E228431-832C-42F0-87B7-6E235F55D971}" srcOrd="0" destOrd="0" presId="urn:microsoft.com/office/officeart/2024/3/layout/hArchList1"/>
    <dgm:cxn modelId="{90FA8D95-6D4F-469A-9B0E-D64C0EE6B152}" srcId="{388C80F8-2AFA-44C8-97B3-189937A893C8}" destId="{87782AC6-173C-4535-9D2D-488474223796}" srcOrd="0" destOrd="0" parTransId="{9A5C55EA-27C8-4848-BAB8-77592A36D044}" sibTransId="{DE93B9C6-5C09-4EDF-8C7F-B7476B593940}"/>
    <dgm:cxn modelId="{3AB2F695-4C17-4CFD-9866-578C1D216743}" type="presOf" srcId="{388C80F8-2AFA-44C8-97B3-189937A893C8}" destId="{0E926E61-5DAE-49BE-86E8-257CDD3B7950}" srcOrd="0" destOrd="0" presId="urn:microsoft.com/office/officeart/2024/3/layout/hArchList1"/>
    <dgm:cxn modelId="{07D9A7D9-7F63-4E86-9AE7-FA287CC4AE93}" type="presOf" srcId="{D39B9A9B-E2CA-41EE-A0DB-E0B4E79A66DE}" destId="{3039762D-11BD-4B62-8EE1-5DD0B7DB0E48}" srcOrd="0" destOrd="0" presId="urn:microsoft.com/office/officeart/2024/3/layout/hArchList1"/>
    <dgm:cxn modelId="{FAE0F6E4-9994-4A70-A7EA-3DDA12C49C9F}" srcId="{AFF1100D-3678-4F4D-A6A1-6CAFA02612EF}" destId="{388C80F8-2AFA-44C8-97B3-189937A893C8}" srcOrd="0" destOrd="0" parTransId="{CAA8D43D-3EFC-465E-85AE-3342D4A58363}" sibTransId="{D39B9A9B-E2CA-41EE-A0DB-E0B4E79A66DE}"/>
    <dgm:cxn modelId="{49DF13FB-2880-45F9-9F8B-562D1396FE56}" srcId="{25E3F899-76DC-48BB-9554-6ED0464F128A}" destId="{7B996AE9-3626-4165-A9C8-39533538DA7F}" srcOrd="0" destOrd="0" parTransId="{4D171E39-6A11-4CA7-9718-86A787F27B08}" sibTransId="{186F272D-4736-4622-B944-2DD2B21FE66D}"/>
    <dgm:cxn modelId="{AB277AFD-C41B-48A4-B54A-0020C34C6CDA}" type="presParOf" srcId="{74545076-917F-489F-8665-444AE103857F}" destId="{6A1B54F2-FDF2-4630-9BBB-C508AE94DEBA}" srcOrd="0" destOrd="0" presId="urn:microsoft.com/office/officeart/2024/3/layout/hArchList1"/>
    <dgm:cxn modelId="{BF43EF31-97B3-4BF7-8424-DE840EFD5E9A}" type="presParOf" srcId="{6A1B54F2-FDF2-4630-9BBB-C508AE94DEBA}" destId="{0E926E61-5DAE-49BE-86E8-257CDD3B7950}" srcOrd="0" destOrd="0" presId="urn:microsoft.com/office/officeart/2024/3/layout/hArchList1"/>
    <dgm:cxn modelId="{8238E3D4-B593-4FEE-BFA6-A2A904D965B0}" type="presParOf" srcId="{6A1B54F2-FDF2-4630-9BBB-C508AE94DEBA}" destId="{B0D85C79-9C70-4F76-9150-76DAC43E6EEE}" srcOrd="1" destOrd="0" presId="urn:microsoft.com/office/officeart/2024/3/layout/hArchList1"/>
    <dgm:cxn modelId="{9660F874-F002-45BC-8F67-B524D51928CC}" type="presParOf" srcId="{74545076-917F-489F-8665-444AE103857F}" destId="{3039762D-11BD-4B62-8EE1-5DD0B7DB0E48}" srcOrd="1" destOrd="0" presId="urn:microsoft.com/office/officeart/2024/3/layout/hArchList1"/>
    <dgm:cxn modelId="{B199FB0D-B161-4012-9825-961B89405F1B}" type="presParOf" srcId="{74545076-917F-489F-8665-444AE103857F}" destId="{93A7045A-5496-46FD-BE8E-D78D04528B10}" srcOrd="2" destOrd="0" presId="urn:microsoft.com/office/officeart/2024/3/layout/hArchList1"/>
    <dgm:cxn modelId="{7E823AD8-7BBA-48DD-B6F4-3B0B7D28CEB7}" type="presParOf" srcId="{93A7045A-5496-46FD-BE8E-D78D04528B10}" destId="{5E228431-832C-42F0-87B7-6E235F55D971}" srcOrd="0" destOrd="0" presId="urn:microsoft.com/office/officeart/2024/3/layout/hArchList1"/>
    <dgm:cxn modelId="{CFB13988-5159-4E7F-90EA-50384470524F}" type="presParOf" srcId="{93A7045A-5496-46FD-BE8E-D78D04528B10}" destId="{D1E43E41-7814-42AD-B6A1-0A95DD2F3590}" srcOrd="1" destOrd="0" presId="urn:microsoft.com/office/officeart/2024/3/layout/hArc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CF79E50-9F6E-4ECE-9294-D86240611FB8}" type="doc">
      <dgm:prSet loTypeId="urn:microsoft.com/office/officeart/2024/3/layout/hArchList1" loCatId="List" qsTypeId="urn:microsoft.com/office/officeart/2005/8/quickstyle/simple1" qsCatId="simple" csTypeId="urn:microsoft.com/office/officeart/2005/8/colors/accent1_2" csCatId="accent1" phldr="1"/>
      <dgm:spPr/>
      <dgm:t>
        <a:bodyPr/>
        <a:lstStyle/>
        <a:p>
          <a:endParaRPr lang="en-US"/>
        </a:p>
      </dgm:t>
    </dgm:pt>
    <dgm:pt modelId="{C96701B8-15A1-4293-B64E-8CF299DF8AC4}">
      <dgm:prSet/>
      <dgm:spPr/>
      <dgm:t>
        <a:bodyPr/>
        <a:lstStyle/>
        <a:p>
          <a:pPr>
            <a:lnSpc>
              <a:spcPct val="100000"/>
            </a:lnSpc>
            <a:defRPr b="1"/>
          </a:pPr>
          <a:r>
            <a:rPr lang="pt-PT" noProof="0" dirty="0"/>
            <a:t>Produtor</a:t>
          </a:r>
        </a:p>
      </dgm:t>
    </dgm:pt>
    <dgm:pt modelId="{A490B3BA-9950-4878-AB52-F9B331D4205E}" type="parTrans" cxnId="{A4D15302-309D-462B-BD00-E903A5460DF3}">
      <dgm:prSet/>
      <dgm:spPr/>
      <dgm:t>
        <a:bodyPr/>
        <a:lstStyle/>
        <a:p>
          <a:endParaRPr lang="en-US"/>
        </a:p>
      </dgm:t>
    </dgm:pt>
    <dgm:pt modelId="{4A71B810-DABD-4948-ADFA-3CB118C4A3A5}" type="sibTrans" cxnId="{A4D15302-309D-462B-BD00-E903A5460DF3}">
      <dgm:prSet/>
      <dgm:spPr/>
      <dgm:t>
        <a:bodyPr/>
        <a:lstStyle/>
        <a:p>
          <a:pPr>
            <a:lnSpc>
              <a:spcPct val="100000"/>
            </a:lnSpc>
            <a:defRPr b="1"/>
          </a:pPr>
          <a:endParaRPr lang="en-US"/>
        </a:p>
      </dgm:t>
    </dgm:pt>
    <dgm:pt modelId="{567447DA-FEDD-40ED-B8A1-FB072CF26DF0}">
      <dgm:prSet/>
      <dgm:spPr/>
      <dgm:t>
        <a:bodyPr/>
        <a:lstStyle/>
        <a:p>
          <a:pPr algn="just">
            <a:lnSpc>
              <a:spcPct val="100000"/>
            </a:lnSpc>
          </a:pPr>
          <a:r>
            <a:rPr lang="pt-PT" noProof="0" dirty="0"/>
            <a:t>Responsável pela leitura dos ficheiros GPX e publicação de eventos em formato JSON em </a:t>
          </a:r>
          <a:r>
            <a:rPr lang="pt-PT" noProof="0" dirty="0" err="1"/>
            <a:t>exchanges</a:t>
          </a:r>
          <a:r>
            <a:rPr lang="pt-PT" noProof="0" dirty="0"/>
            <a:t> </a:t>
          </a:r>
          <a:r>
            <a:rPr lang="pt-PT" noProof="0" dirty="0" err="1"/>
            <a:t>RabbitMQ</a:t>
          </a:r>
          <a:r>
            <a:rPr lang="pt-PT" noProof="0" dirty="0"/>
            <a:t> do tipo </a:t>
          </a:r>
          <a:r>
            <a:rPr lang="pt-PT" noProof="0" dirty="0" err="1"/>
            <a:t>fanout</a:t>
          </a:r>
          <a:r>
            <a:rPr lang="pt-PT" noProof="0" dirty="0"/>
            <a:t>. Cada atleta corre num </a:t>
          </a:r>
          <a:r>
            <a:rPr lang="pt-PT" noProof="0" dirty="0" err="1"/>
            <a:t>thread</a:t>
          </a:r>
          <a:r>
            <a:rPr lang="pt-PT" noProof="0" dirty="0"/>
            <a:t> independente com variação de velocidade.</a:t>
          </a:r>
        </a:p>
      </dgm:t>
    </dgm:pt>
    <dgm:pt modelId="{31649A8E-8D1E-4EFD-8B4B-8101B4C97A84}" type="parTrans" cxnId="{558B15F6-77AC-40C9-9A0F-5E46498DF522}">
      <dgm:prSet/>
      <dgm:spPr/>
      <dgm:t>
        <a:bodyPr/>
        <a:lstStyle/>
        <a:p>
          <a:endParaRPr lang="en-US"/>
        </a:p>
      </dgm:t>
    </dgm:pt>
    <dgm:pt modelId="{AF39A2C5-17E2-4F9B-8FC2-173A74794882}" type="sibTrans" cxnId="{558B15F6-77AC-40C9-9A0F-5E46498DF522}">
      <dgm:prSet/>
      <dgm:spPr/>
      <dgm:t>
        <a:bodyPr/>
        <a:lstStyle/>
        <a:p>
          <a:endParaRPr lang="en-US"/>
        </a:p>
      </dgm:t>
    </dgm:pt>
    <dgm:pt modelId="{562C00DD-D72D-456E-AD92-A3F14807D801}">
      <dgm:prSet/>
      <dgm:spPr/>
      <dgm:t>
        <a:bodyPr/>
        <a:lstStyle/>
        <a:p>
          <a:pPr>
            <a:lnSpc>
              <a:spcPct val="100000"/>
            </a:lnSpc>
            <a:defRPr b="1"/>
          </a:pPr>
          <a:r>
            <a:rPr lang="pt-PT" noProof="0" dirty="0"/>
            <a:t>Consumidor</a:t>
          </a:r>
        </a:p>
      </dgm:t>
    </dgm:pt>
    <dgm:pt modelId="{E216CAB2-7B94-40AD-84CA-5FABBBE159DC}" type="parTrans" cxnId="{1A6CFF37-9BBA-4805-A1F9-3F6EAF0BA961}">
      <dgm:prSet/>
      <dgm:spPr/>
      <dgm:t>
        <a:bodyPr/>
        <a:lstStyle/>
        <a:p>
          <a:endParaRPr lang="en-US"/>
        </a:p>
      </dgm:t>
    </dgm:pt>
    <dgm:pt modelId="{A1E12AC2-874C-4537-84C4-BF89770C73B5}" type="sibTrans" cxnId="{1A6CFF37-9BBA-4805-A1F9-3F6EAF0BA961}">
      <dgm:prSet/>
      <dgm:spPr/>
      <dgm:t>
        <a:bodyPr/>
        <a:lstStyle/>
        <a:p>
          <a:pPr>
            <a:lnSpc>
              <a:spcPct val="100000"/>
            </a:lnSpc>
            <a:defRPr b="1"/>
          </a:pPr>
          <a:endParaRPr lang="en-US"/>
        </a:p>
      </dgm:t>
    </dgm:pt>
    <dgm:pt modelId="{0D18463A-3E09-45F0-8398-8C81034A143A}">
      <dgm:prSet/>
      <dgm:spPr/>
      <dgm:t>
        <a:bodyPr/>
        <a:lstStyle/>
        <a:p>
          <a:pPr algn="just">
            <a:lnSpc>
              <a:spcPct val="100000"/>
            </a:lnSpc>
          </a:pPr>
          <a:r>
            <a:rPr lang="pt-PT" noProof="0" dirty="0"/>
            <a:t>Implementado com </a:t>
          </a:r>
          <a:r>
            <a:rPr lang="pt-PT" noProof="0" dirty="0" err="1"/>
            <a:t>FastAPI</a:t>
          </a:r>
          <a:r>
            <a:rPr lang="pt-PT" noProof="0" dirty="0"/>
            <a:t> que consome de uma </a:t>
          </a:r>
          <a:r>
            <a:rPr lang="pt-PT" noProof="0" dirty="0" err="1"/>
            <a:t>queue</a:t>
          </a:r>
          <a:r>
            <a:rPr lang="pt-PT" noProof="0" dirty="0"/>
            <a:t> do </a:t>
          </a:r>
          <a:r>
            <a:rPr lang="pt-PT" noProof="0" dirty="0" err="1"/>
            <a:t>backend</a:t>
          </a:r>
          <a:r>
            <a:rPr lang="pt-PT" noProof="0" dirty="0"/>
            <a:t> e difunde eventos via </a:t>
          </a:r>
          <a:r>
            <a:rPr lang="pt-PT" noProof="0" dirty="0" err="1"/>
            <a:t>WebSocket</a:t>
          </a:r>
          <a:r>
            <a:rPr lang="pt-PT" noProof="0" dirty="0"/>
            <a:t> . Expõe métricas </a:t>
          </a:r>
          <a:r>
            <a:rPr lang="pt-PT" noProof="0" dirty="0" err="1"/>
            <a:t>Prometheus</a:t>
          </a:r>
          <a:r>
            <a:rPr lang="pt-PT" noProof="0" dirty="0"/>
            <a:t> contando mensagens, conexões e envios.</a:t>
          </a:r>
        </a:p>
      </dgm:t>
    </dgm:pt>
    <dgm:pt modelId="{C6868C07-BC2F-4735-AFBB-8877DBAB7A9A}" type="parTrans" cxnId="{A045D67E-B865-4900-871D-0456CF62E248}">
      <dgm:prSet/>
      <dgm:spPr/>
      <dgm:t>
        <a:bodyPr/>
        <a:lstStyle/>
        <a:p>
          <a:endParaRPr lang="en-US"/>
        </a:p>
      </dgm:t>
    </dgm:pt>
    <dgm:pt modelId="{B79CF618-2A81-48E9-809B-43A374A89844}" type="sibTrans" cxnId="{A045D67E-B865-4900-871D-0456CF62E248}">
      <dgm:prSet/>
      <dgm:spPr/>
      <dgm:t>
        <a:bodyPr/>
        <a:lstStyle/>
        <a:p>
          <a:endParaRPr lang="en-US"/>
        </a:p>
      </dgm:t>
    </dgm:pt>
    <dgm:pt modelId="{0E1B81E8-01FC-46BC-9339-121F3241CFA4}">
      <dgm:prSet/>
      <dgm:spPr/>
      <dgm:t>
        <a:bodyPr/>
        <a:lstStyle/>
        <a:p>
          <a:pPr>
            <a:lnSpc>
              <a:spcPct val="100000"/>
            </a:lnSpc>
            <a:defRPr b="1"/>
          </a:pPr>
          <a:r>
            <a:rPr lang="pt-PT" noProof="0" dirty="0" err="1"/>
            <a:t>Frontend</a:t>
          </a:r>
          <a:endParaRPr lang="pt-PT" noProof="0" dirty="0"/>
        </a:p>
      </dgm:t>
    </dgm:pt>
    <dgm:pt modelId="{C8F4656E-E247-402A-A1F5-95B0F60E90D8}" type="parTrans" cxnId="{4948FFCC-A634-415E-AA23-EA3216012780}">
      <dgm:prSet/>
      <dgm:spPr/>
      <dgm:t>
        <a:bodyPr/>
        <a:lstStyle/>
        <a:p>
          <a:endParaRPr lang="en-US"/>
        </a:p>
      </dgm:t>
    </dgm:pt>
    <dgm:pt modelId="{7A0E7B08-F796-4842-B377-4F35DA8C19A8}" type="sibTrans" cxnId="{4948FFCC-A634-415E-AA23-EA3216012780}">
      <dgm:prSet/>
      <dgm:spPr/>
      <dgm:t>
        <a:bodyPr/>
        <a:lstStyle/>
        <a:p>
          <a:pPr>
            <a:lnSpc>
              <a:spcPct val="100000"/>
            </a:lnSpc>
            <a:defRPr b="1"/>
          </a:pPr>
          <a:endParaRPr lang="en-US"/>
        </a:p>
      </dgm:t>
    </dgm:pt>
    <dgm:pt modelId="{AD652351-03D8-44DB-82F4-078F321D41DF}">
      <dgm:prSet/>
      <dgm:spPr/>
      <dgm:t>
        <a:bodyPr/>
        <a:lstStyle/>
        <a:p>
          <a:pPr algn="just">
            <a:lnSpc>
              <a:spcPct val="100000"/>
            </a:lnSpc>
          </a:pPr>
          <a:r>
            <a:rPr lang="pt-PT" noProof="0" dirty="0"/>
            <a:t>Desenvolvido com HTML/JS com </a:t>
          </a:r>
          <a:r>
            <a:rPr lang="pt-PT" noProof="0" dirty="0" err="1"/>
            <a:t>Leaflet</a:t>
          </a:r>
          <a:r>
            <a:rPr lang="pt-PT" noProof="0" dirty="0"/>
            <a:t> que carrega ficheiros GPX locais, mantém múltiplas </a:t>
          </a:r>
          <a:r>
            <a:rPr lang="pt-PT" noProof="0" dirty="0" err="1"/>
            <a:t>WebSocket</a:t>
          </a:r>
          <a:r>
            <a:rPr lang="pt-PT" noProof="0" dirty="0"/>
            <a:t>, mostra marcadores e </a:t>
          </a:r>
          <a:r>
            <a:rPr lang="pt-PT" noProof="0" dirty="0" err="1"/>
            <a:t>leaderboard</a:t>
          </a:r>
          <a:r>
            <a:rPr lang="pt-PT" noProof="0" dirty="0"/>
            <a:t> em tempo real.</a:t>
          </a:r>
        </a:p>
      </dgm:t>
    </dgm:pt>
    <dgm:pt modelId="{0A91B4FD-4B5D-4E92-BB57-5D6556086864}" type="parTrans" cxnId="{2AC1E275-40D7-4AA0-A135-5CFBE96BD8A2}">
      <dgm:prSet/>
      <dgm:spPr/>
      <dgm:t>
        <a:bodyPr/>
        <a:lstStyle/>
        <a:p>
          <a:endParaRPr lang="en-US"/>
        </a:p>
      </dgm:t>
    </dgm:pt>
    <dgm:pt modelId="{53723AC7-6F89-4CAA-B534-3D9FE6FFCFCD}" type="sibTrans" cxnId="{2AC1E275-40D7-4AA0-A135-5CFBE96BD8A2}">
      <dgm:prSet/>
      <dgm:spPr/>
      <dgm:t>
        <a:bodyPr/>
        <a:lstStyle/>
        <a:p>
          <a:endParaRPr lang="en-US"/>
        </a:p>
      </dgm:t>
    </dgm:pt>
    <dgm:pt modelId="{39BC1C5E-AB5D-2047-A284-93D4E50E3572}">
      <dgm:prSet/>
      <dgm:spPr/>
      <dgm:t>
        <a:bodyPr/>
        <a:lstStyle/>
        <a:p>
          <a:pPr>
            <a:lnSpc>
              <a:spcPct val="100000"/>
            </a:lnSpc>
            <a:defRPr b="1"/>
          </a:pPr>
          <a:r>
            <a:rPr lang="pt-PT" noProof="0" dirty="0" err="1"/>
            <a:t>RabbitMQ</a:t>
          </a:r>
          <a:endParaRPr lang="pt-PT" noProof="0" dirty="0"/>
        </a:p>
      </dgm:t>
    </dgm:pt>
    <dgm:pt modelId="{391147D2-208A-1947-A609-F92DD2B5253F}" type="parTrans" cxnId="{40DAE614-D4E5-E841-887D-625F9512E983}">
      <dgm:prSet/>
      <dgm:spPr/>
      <dgm:t>
        <a:bodyPr/>
        <a:lstStyle/>
        <a:p>
          <a:endParaRPr lang="en-US"/>
        </a:p>
      </dgm:t>
    </dgm:pt>
    <dgm:pt modelId="{3DA2C1F2-BB11-F24E-8C45-07D7CF49629F}" type="sibTrans" cxnId="{40DAE614-D4E5-E841-887D-625F9512E983}">
      <dgm:prSet/>
      <dgm:spPr/>
      <dgm:t>
        <a:bodyPr/>
        <a:lstStyle/>
        <a:p>
          <a:endParaRPr lang="en-US"/>
        </a:p>
      </dgm:t>
    </dgm:pt>
    <dgm:pt modelId="{C1F71618-59E3-D445-976E-6A8AAEE69ABC}">
      <dgm:prSet/>
      <dgm:spPr/>
      <dgm:t>
        <a:bodyPr/>
        <a:lstStyle/>
        <a:p>
          <a:pPr algn="just">
            <a:lnSpc>
              <a:spcPct val="100000"/>
            </a:lnSpc>
          </a:pPr>
          <a:r>
            <a:rPr lang="pt-PT" noProof="0" dirty="0"/>
            <a:t>Atua como broker de mensagens. O produtor declara </a:t>
          </a:r>
          <a:r>
            <a:rPr lang="pt-PT" noProof="0" dirty="0" err="1"/>
            <a:t>exchanges</a:t>
          </a:r>
          <a:r>
            <a:rPr lang="pt-PT" noProof="0" dirty="0"/>
            <a:t> </a:t>
          </a:r>
          <a:r>
            <a:rPr lang="pt-PT" noProof="0" dirty="0" err="1"/>
            <a:t>fanout</a:t>
          </a:r>
          <a:r>
            <a:rPr lang="pt-PT" noProof="0" dirty="0"/>
            <a:t> por corrida, o consumidor cria uma </a:t>
          </a:r>
          <a:r>
            <a:rPr lang="pt-PT" noProof="0" dirty="0" err="1"/>
            <a:t>queue</a:t>
          </a:r>
          <a:r>
            <a:rPr lang="pt-PT" noProof="0" dirty="0"/>
            <a:t> durável e faz </a:t>
          </a:r>
          <a:r>
            <a:rPr lang="pt-PT" noProof="0" dirty="0" err="1"/>
            <a:t>bind</a:t>
          </a:r>
          <a:r>
            <a:rPr lang="pt-PT" noProof="0" dirty="0"/>
            <a:t> automático a todas as </a:t>
          </a:r>
          <a:r>
            <a:rPr lang="pt-PT" noProof="0" dirty="0" err="1"/>
            <a:t>exchanges</a:t>
          </a:r>
          <a:r>
            <a:rPr lang="pt-PT" noProof="0" dirty="0"/>
            <a:t> de utilizador.</a:t>
          </a:r>
        </a:p>
      </dgm:t>
    </dgm:pt>
    <dgm:pt modelId="{AC82AC20-0EA9-3048-9773-0E88D92E9F2C}" type="parTrans" cxnId="{3C07EEF3-4B1A-2C4C-BE4C-3FB40BF21E8F}">
      <dgm:prSet/>
      <dgm:spPr/>
      <dgm:t>
        <a:bodyPr/>
        <a:lstStyle/>
        <a:p>
          <a:endParaRPr lang="en-US"/>
        </a:p>
      </dgm:t>
    </dgm:pt>
    <dgm:pt modelId="{94236DAB-875E-0342-9472-969EA6054DDC}" type="sibTrans" cxnId="{3C07EEF3-4B1A-2C4C-BE4C-3FB40BF21E8F}">
      <dgm:prSet/>
      <dgm:spPr/>
      <dgm:t>
        <a:bodyPr/>
        <a:lstStyle/>
        <a:p>
          <a:endParaRPr lang="en-US"/>
        </a:p>
      </dgm:t>
    </dgm:pt>
    <dgm:pt modelId="{49EA95D9-46C8-45D3-9CEE-1C0CCEEEEFB4}" type="pres">
      <dgm:prSet presAssocID="{4CF79E50-9F6E-4ECE-9294-D86240611FB8}" presName="Name0" presStyleCnt="0">
        <dgm:presLayoutVars>
          <dgm:dir/>
          <dgm:resizeHandles val="exact"/>
        </dgm:presLayoutVars>
      </dgm:prSet>
      <dgm:spPr/>
    </dgm:pt>
    <dgm:pt modelId="{24CA5C75-7942-423B-8317-DE1A1FB48CF9}" type="pres">
      <dgm:prSet presAssocID="{C96701B8-15A1-4293-B64E-8CF299DF8AC4}" presName="compNode" presStyleCnt="0"/>
      <dgm:spPr/>
    </dgm:pt>
    <dgm:pt modelId="{2C1D5BB9-D158-41D6-A886-CEEAF5D4217B}" type="pres">
      <dgm:prSet presAssocID="{C96701B8-15A1-4293-B64E-8CF299DF8AC4}" presName="pictRect" presStyleLbl="revTx" presStyleIdx="0" presStyleCnt="8">
        <dgm:presLayoutVars>
          <dgm:chMax val="0"/>
          <dgm:bulletEnabled/>
        </dgm:presLayoutVars>
      </dgm:prSet>
      <dgm:spPr/>
    </dgm:pt>
    <dgm:pt modelId="{F4B434B4-A24E-4243-9A2A-685A250A5AEC}" type="pres">
      <dgm:prSet presAssocID="{C96701B8-15A1-4293-B64E-8CF299DF8AC4}" presName="textRect" presStyleLbl="revTx" presStyleIdx="1" presStyleCnt="8">
        <dgm:presLayoutVars>
          <dgm:bulletEnabled/>
        </dgm:presLayoutVars>
      </dgm:prSet>
      <dgm:spPr/>
    </dgm:pt>
    <dgm:pt modelId="{C69A7DEF-ED98-438E-A9D3-2A8E4CE5DB6A}" type="pres">
      <dgm:prSet presAssocID="{4A71B810-DABD-4948-ADFA-3CB118C4A3A5}" presName="sibTrans" presStyleLbl="sibTrans2D1" presStyleIdx="0" presStyleCnt="0"/>
      <dgm:spPr/>
    </dgm:pt>
    <dgm:pt modelId="{442C1489-6919-49A3-A8A1-428FAB184D0F}" type="pres">
      <dgm:prSet presAssocID="{562C00DD-D72D-456E-AD92-A3F14807D801}" presName="compNode" presStyleCnt="0"/>
      <dgm:spPr/>
    </dgm:pt>
    <dgm:pt modelId="{48533E56-D0D5-4196-96FD-BC48DFA93FF1}" type="pres">
      <dgm:prSet presAssocID="{562C00DD-D72D-456E-AD92-A3F14807D801}" presName="pictRect" presStyleLbl="revTx" presStyleIdx="2" presStyleCnt="8">
        <dgm:presLayoutVars>
          <dgm:chMax val="0"/>
          <dgm:bulletEnabled/>
        </dgm:presLayoutVars>
      </dgm:prSet>
      <dgm:spPr/>
    </dgm:pt>
    <dgm:pt modelId="{84156222-9B7B-4021-A225-EAA72CC6FCCA}" type="pres">
      <dgm:prSet presAssocID="{562C00DD-D72D-456E-AD92-A3F14807D801}" presName="textRect" presStyleLbl="revTx" presStyleIdx="3" presStyleCnt="8">
        <dgm:presLayoutVars>
          <dgm:bulletEnabled/>
        </dgm:presLayoutVars>
      </dgm:prSet>
      <dgm:spPr/>
    </dgm:pt>
    <dgm:pt modelId="{56C30140-370D-4F78-A599-68A6EC1755AB}" type="pres">
      <dgm:prSet presAssocID="{A1E12AC2-874C-4537-84C4-BF89770C73B5}" presName="sibTrans" presStyleLbl="sibTrans2D1" presStyleIdx="0" presStyleCnt="0"/>
      <dgm:spPr/>
    </dgm:pt>
    <dgm:pt modelId="{D30A5879-EAE8-4FC0-B778-3A12055DF0F7}" type="pres">
      <dgm:prSet presAssocID="{0E1B81E8-01FC-46BC-9339-121F3241CFA4}" presName="compNode" presStyleCnt="0"/>
      <dgm:spPr/>
    </dgm:pt>
    <dgm:pt modelId="{953CD609-D06F-4C32-A9F3-9FB2E040CB39}" type="pres">
      <dgm:prSet presAssocID="{0E1B81E8-01FC-46BC-9339-121F3241CFA4}" presName="pictRect" presStyleLbl="revTx" presStyleIdx="4" presStyleCnt="8">
        <dgm:presLayoutVars>
          <dgm:chMax val="0"/>
          <dgm:bulletEnabled/>
        </dgm:presLayoutVars>
      </dgm:prSet>
      <dgm:spPr/>
    </dgm:pt>
    <dgm:pt modelId="{425937C8-C955-4843-B241-ECBAEC615C6F}" type="pres">
      <dgm:prSet presAssocID="{0E1B81E8-01FC-46BC-9339-121F3241CFA4}" presName="textRect" presStyleLbl="revTx" presStyleIdx="5" presStyleCnt="8">
        <dgm:presLayoutVars>
          <dgm:bulletEnabled/>
        </dgm:presLayoutVars>
      </dgm:prSet>
      <dgm:spPr/>
    </dgm:pt>
    <dgm:pt modelId="{5566B13E-FD7C-5241-B6B2-E33139C3B754}" type="pres">
      <dgm:prSet presAssocID="{7A0E7B08-F796-4842-B377-4F35DA8C19A8}" presName="sibTrans" presStyleLbl="sibTrans2D1" presStyleIdx="0" presStyleCnt="0"/>
      <dgm:spPr/>
    </dgm:pt>
    <dgm:pt modelId="{967E7391-C3E6-4B4C-9ACC-2C28E935AAC4}" type="pres">
      <dgm:prSet presAssocID="{39BC1C5E-AB5D-2047-A284-93D4E50E3572}" presName="compNode" presStyleCnt="0"/>
      <dgm:spPr/>
    </dgm:pt>
    <dgm:pt modelId="{B8A0172C-4221-4449-9139-9B1D7023E7F7}" type="pres">
      <dgm:prSet presAssocID="{39BC1C5E-AB5D-2047-A284-93D4E50E3572}" presName="pictRect" presStyleLbl="revTx" presStyleIdx="6" presStyleCnt="8">
        <dgm:presLayoutVars>
          <dgm:chMax val="0"/>
          <dgm:bulletEnabled/>
        </dgm:presLayoutVars>
      </dgm:prSet>
      <dgm:spPr/>
    </dgm:pt>
    <dgm:pt modelId="{A5E42196-92D4-B443-B20F-FB52B377EEF3}" type="pres">
      <dgm:prSet presAssocID="{39BC1C5E-AB5D-2047-A284-93D4E50E3572}" presName="textRect" presStyleLbl="revTx" presStyleIdx="7" presStyleCnt="8">
        <dgm:presLayoutVars>
          <dgm:bulletEnabled/>
        </dgm:presLayoutVars>
      </dgm:prSet>
      <dgm:spPr/>
    </dgm:pt>
  </dgm:ptLst>
  <dgm:cxnLst>
    <dgm:cxn modelId="{A4D15302-309D-462B-BD00-E903A5460DF3}" srcId="{4CF79E50-9F6E-4ECE-9294-D86240611FB8}" destId="{C96701B8-15A1-4293-B64E-8CF299DF8AC4}" srcOrd="0" destOrd="0" parTransId="{A490B3BA-9950-4878-AB52-F9B331D4205E}" sibTransId="{4A71B810-DABD-4948-ADFA-3CB118C4A3A5}"/>
    <dgm:cxn modelId="{40DAE614-D4E5-E841-887D-625F9512E983}" srcId="{4CF79E50-9F6E-4ECE-9294-D86240611FB8}" destId="{39BC1C5E-AB5D-2047-A284-93D4E50E3572}" srcOrd="3" destOrd="0" parTransId="{391147D2-208A-1947-A609-F92DD2B5253F}" sibTransId="{3DA2C1F2-BB11-F24E-8C45-07D7CF49629F}"/>
    <dgm:cxn modelId="{96E61119-09D1-FA45-B17B-6E135EA0F93A}" type="presOf" srcId="{39BC1C5E-AB5D-2047-A284-93D4E50E3572}" destId="{B8A0172C-4221-4449-9139-9B1D7023E7F7}" srcOrd="0" destOrd="0" presId="urn:microsoft.com/office/officeart/2024/3/layout/hArchList1"/>
    <dgm:cxn modelId="{5C6C862F-7F0D-473C-864D-FE4BCDBEE28C}" type="presOf" srcId="{AD652351-03D8-44DB-82F4-078F321D41DF}" destId="{425937C8-C955-4843-B241-ECBAEC615C6F}" srcOrd="0" destOrd="0" presId="urn:microsoft.com/office/officeart/2024/3/layout/hArchList1"/>
    <dgm:cxn modelId="{D18E4A35-ACD0-4B51-8A59-A993599ACA57}" type="presOf" srcId="{A1E12AC2-874C-4537-84C4-BF89770C73B5}" destId="{56C30140-370D-4F78-A599-68A6EC1755AB}" srcOrd="0" destOrd="0" presId="urn:microsoft.com/office/officeart/2024/3/layout/hArchList1"/>
    <dgm:cxn modelId="{1A6CFF37-9BBA-4805-A1F9-3F6EAF0BA961}" srcId="{4CF79E50-9F6E-4ECE-9294-D86240611FB8}" destId="{562C00DD-D72D-456E-AD92-A3F14807D801}" srcOrd="1" destOrd="0" parTransId="{E216CAB2-7B94-40AD-84CA-5FABBBE159DC}" sibTransId="{A1E12AC2-874C-4537-84C4-BF89770C73B5}"/>
    <dgm:cxn modelId="{7A99EB4B-F756-4D1E-96DE-3F6686B08B51}" type="presOf" srcId="{4CF79E50-9F6E-4ECE-9294-D86240611FB8}" destId="{49EA95D9-46C8-45D3-9CEE-1C0CCEEEEFB4}" srcOrd="0" destOrd="0" presId="urn:microsoft.com/office/officeart/2024/3/layout/hArchList1"/>
    <dgm:cxn modelId="{351F0D53-7FFA-4B63-BC61-B86E3ACB10AA}" type="presOf" srcId="{0D18463A-3E09-45F0-8398-8C81034A143A}" destId="{84156222-9B7B-4021-A225-EAA72CC6FCCA}" srcOrd="0" destOrd="0" presId="urn:microsoft.com/office/officeart/2024/3/layout/hArchList1"/>
    <dgm:cxn modelId="{EE691F59-77C8-4B15-AE47-FA151E510D35}" type="presOf" srcId="{0E1B81E8-01FC-46BC-9339-121F3241CFA4}" destId="{953CD609-D06F-4C32-A9F3-9FB2E040CB39}" srcOrd="0" destOrd="0" presId="urn:microsoft.com/office/officeart/2024/3/layout/hArchList1"/>
    <dgm:cxn modelId="{2AC1E275-40D7-4AA0-A135-5CFBE96BD8A2}" srcId="{0E1B81E8-01FC-46BC-9339-121F3241CFA4}" destId="{AD652351-03D8-44DB-82F4-078F321D41DF}" srcOrd="0" destOrd="0" parTransId="{0A91B4FD-4B5D-4E92-BB57-5D6556086864}" sibTransId="{53723AC7-6F89-4CAA-B534-3D9FE6FFCFCD}"/>
    <dgm:cxn modelId="{09791876-ADF8-C743-B260-747EDEBB16AE}" type="presOf" srcId="{7A0E7B08-F796-4842-B377-4F35DA8C19A8}" destId="{5566B13E-FD7C-5241-B6B2-E33139C3B754}" srcOrd="0" destOrd="0" presId="urn:microsoft.com/office/officeart/2024/3/layout/hArchList1"/>
    <dgm:cxn modelId="{A045D67E-B865-4900-871D-0456CF62E248}" srcId="{562C00DD-D72D-456E-AD92-A3F14807D801}" destId="{0D18463A-3E09-45F0-8398-8C81034A143A}" srcOrd="0" destOrd="0" parTransId="{C6868C07-BC2F-4735-AFBB-8877DBAB7A9A}" sibTransId="{B79CF618-2A81-48E9-809B-43A374A89844}"/>
    <dgm:cxn modelId="{1FA33688-C38D-4ADF-94FE-7C6AED2B569A}" type="presOf" srcId="{4A71B810-DABD-4948-ADFA-3CB118C4A3A5}" destId="{C69A7DEF-ED98-438E-A9D3-2A8E4CE5DB6A}" srcOrd="0" destOrd="0" presId="urn:microsoft.com/office/officeart/2024/3/layout/hArchList1"/>
    <dgm:cxn modelId="{5DA1D992-FF6B-4B2E-B9FB-586D55A844A7}" type="presOf" srcId="{C96701B8-15A1-4293-B64E-8CF299DF8AC4}" destId="{2C1D5BB9-D158-41D6-A886-CEEAF5D4217B}" srcOrd="0" destOrd="0" presId="urn:microsoft.com/office/officeart/2024/3/layout/hArchList1"/>
    <dgm:cxn modelId="{3CA8C8A0-EE17-49AB-903A-9E4E55CA76AA}" type="presOf" srcId="{567447DA-FEDD-40ED-B8A1-FB072CF26DF0}" destId="{F4B434B4-A24E-4243-9A2A-685A250A5AEC}" srcOrd="0" destOrd="0" presId="urn:microsoft.com/office/officeart/2024/3/layout/hArchList1"/>
    <dgm:cxn modelId="{B0EB7DBD-29EF-40C5-8D93-1C0B79193F8F}" type="presOf" srcId="{562C00DD-D72D-456E-AD92-A3F14807D801}" destId="{48533E56-D0D5-4196-96FD-BC48DFA93FF1}" srcOrd="0" destOrd="0" presId="urn:microsoft.com/office/officeart/2024/3/layout/hArchList1"/>
    <dgm:cxn modelId="{4948FFCC-A634-415E-AA23-EA3216012780}" srcId="{4CF79E50-9F6E-4ECE-9294-D86240611FB8}" destId="{0E1B81E8-01FC-46BC-9339-121F3241CFA4}" srcOrd="2" destOrd="0" parTransId="{C8F4656E-E247-402A-A1F5-95B0F60E90D8}" sibTransId="{7A0E7B08-F796-4842-B377-4F35DA8C19A8}"/>
    <dgm:cxn modelId="{48BD31F3-E44A-2A48-A225-19809D97338A}" type="presOf" srcId="{C1F71618-59E3-D445-976E-6A8AAEE69ABC}" destId="{A5E42196-92D4-B443-B20F-FB52B377EEF3}" srcOrd="0" destOrd="0" presId="urn:microsoft.com/office/officeart/2024/3/layout/hArchList1"/>
    <dgm:cxn modelId="{3C07EEF3-4B1A-2C4C-BE4C-3FB40BF21E8F}" srcId="{39BC1C5E-AB5D-2047-A284-93D4E50E3572}" destId="{C1F71618-59E3-D445-976E-6A8AAEE69ABC}" srcOrd="0" destOrd="0" parTransId="{AC82AC20-0EA9-3048-9773-0E88D92E9F2C}" sibTransId="{94236DAB-875E-0342-9472-969EA6054DDC}"/>
    <dgm:cxn modelId="{558B15F6-77AC-40C9-9A0F-5E46498DF522}" srcId="{C96701B8-15A1-4293-B64E-8CF299DF8AC4}" destId="{567447DA-FEDD-40ED-B8A1-FB072CF26DF0}" srcOrd="0" destOrd="0" parTransId="{31649A8E-8D1E-4EFD-8B4B-8101B4C97A84}" sibTransId="{AF39A2C5-17E2-4F9B-8FC2-173A74794882}"/>
    <dgm:cxn modelId="{B022B52D-DC2C-4A91-ABFF-ADD5B807E910}" type="presParOf" srcId="{49EA95D9-46C8-45D3-9CEE-1C0CCEEEEFB4}" destId="{24CA5C75-7942-423B-8317-DE1A1FB48CF9}" srcOrd="0" destOrd="0" presId="urn:microsoft.com/office/officeart/2024/3/layout/hArchList1"/>
    <dgm:cxn modelId="{F0AC035E-046A-4787-9606-ACD88B1705F5}" type="presParOf" srcId="{24CA5C75-7942-423B-8317-DE1A1FB48CF9}" destId="{2C1D5BB9-D158-41D6-A886-CEEAF5D4217B}" srcOrd="0" destOrd="0" presId="urn:microsoft.com/office/officeart/2024/3/layout/hArchList1"/>
    <dgm:cxn modelId="{D3B9E356-8C16-4F22-B105-D1C0E7AB493A}" type="presParOf" srcId="{24CA5C75-7942-423B-8317-DE1A1FB48CF9}" destId="{F4B434B4-A24E-4243-9A2A-685A250A5AEC}" srcOrd="1" destOrd="0" presId="urn:microsoft.com/office/officeart/2024/3/layout/hArchList1"/>
    <dgm:cxn modelId="{C2767F0D-6988-48CD-8E37-5ADDDDC91203}" type="presParOf" srcId="{49EA95D9-46C8-45D3-9CEE-1C0CCEEEEFB4}" destId="{C69A7DEF-ED98-438E-A9D3-2A8E4CE5DB6A}" srcOrd="1" destOrd="0" presId="urn:microsoft.com/office/officeart/2024/3/layout/hArchList1"/>
    <dgm:cxn modelId="{C972276C-1F87-48AA-848A-4CBFB6B98ACB}" type="presParOf" srcId="{49EA95D9-46C8-45D3-9CEE-1C0CCEEEEFB4}" destId="{442C1489-6919-49A3-A8A1-428FAB184D0F}" srcOrd="2" destOrd="0" presId="urn:microsoft.com/office/officeart/2024/3/layout/hArchList1"/>
    <dgm:cxn modelId="{81AA37DD-9EEA-4716-862C-E20AF7BA071D}" type="presParOf" srcId="{442C1489-6919-49A3-A8A1-428FAB184D0F}" destId="{48533E56-D0D5-4196-96FD-BC48DFA93FF1}" srcOrd="0" destOrd="0" presId="urn:microsoft.com/office/officeart/2024/3/layout/hArchList1"/>
    <dgm:cxn modelId="{A7571BE8-4F04-4CE3-A74F-450D314D122D}" type="presParOf" srcId="{442C1489-6919-49A3-A8A1-428FAB184D0F}" destId="{84156222-9B7B-4021-A225-EAA72CC6FCCA}" srcOrd="1" destOrd="0" presId="urn:microsoft.com/office/officeart/2024/3/layout/hArchList1"/>
    <dgm:cxn modelId="{F9D7044F-E793-4B69-A13E-73AA51892B1E}" type="presParOf" srcId="{49EA95D9-46C8-45D3-9CEE-1C0CCEEEEFB4}" destId="{56C30140-370D-4F78-A599-68A6EC1755AB}" srcOrd="3" destOrd="0" presId="urn:microsoft.com/office/officeart/2024/3/layout/hArchList1"/>
    <dgm:cxn modelId="{005A086C-9B91-41D8-80DF-6E3956A78535}" type="presParOf" srcId="{49EA95D9-46C8-45D3-9CEE-1C0CCEEEEFB4}" destId="{D30A5879-EAE8-4FC0-B778-3A12055DF0F7}" srcOrd="4" destOrd="0" presId="urn:microsoft.com/office/officeart/2024/3/layout/hArchList1"/>
    <dgm:cxn modelId="{505120D4-4AA7-415E-8E47-3C076329BD36}" type="presParOf" srcId="{D30A5879-EAE8-4FC0-B778-3A12055DF0F7}" destId="{953CD609-D06F-4C32-A9F3-9FB2E040CB39}" srcOrd="0" destOrd="0" presId="urn:microsoft.com/office/officeart/2024/3/layout/hArchList1"/>
    <dgm:cxn modelId="{223C10FD-17F6-42DD-805B-2B83708640B5}" type="presParOf" srcId="{D30A5879-EAE8-4FC0-B778-3A12055DF0F7}" destId="{425937C8-C955-4843-B241-ECBAEC615C6F}" srcOrd="1" destOrd="0" presId="urn:microsoft.com/office/officeart/2024/3/layout/hArchList1"/>
    <dgm:cxn modelId="{462799A0-C559-F446-A9CF-0F279DBDC52E}" type="presParOf" srcId="{49EA95D9-46C8-45D3-9CEE-1C0CCEEEEFB4}" destId="{5566B13E-FD7C-5241-B6B2-E33139C3B754}" srcOrd="5" destOrd="0" presId="urn:microsoft.com/office/officeart/2024/3/layout/hArchList1"/>
    <dgm:cxn modelId="{AC3087E6-80E8-6D44-BEED-B71A5E1124DF}" type="presParOf" srcId="{49EA95D9-46C8-45D3-9CEE-1C0CCEEEEFB4}" destId="{967E7391-C3E6-4B4C-9ACC-2C28E935AAC4}" srcOrd="6" destOrd="0" presId="urn:microsoft.com/office/officeart/2024/3/layout/hArchList1"/>
    <dgm:cxn modelId="{F64EFFCC-4AE1-0C42-94B1-B4183278173A}" type="presParOf" srcId="{967E7391-C3E6-4B4C-9ACC-2C28E935AAC4}" destId="{B8A0172C-4221-4449-9139-9B1D7023E7F7}" srcOrd="0" destOrd="0" presId="urn:microsoft.com/office/officeart/2024/3/layout/hArchList1"/>
    <dgm:cxn modelId="{6D5F7C05-4739-6945-BA17-B367566EEA05}" type="presParOf" srcId="{967E7391-C3E6-4B4C-9ACC-2C28E935AAC4}" destId="{A5E42196-92D4-B443-B20F-FB52B377EEF3}" srcOrd="1" destOrd="0" presId="urn:microsoft.com/office/officeart/2024/3/layout/hArc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BFEE95D4-73E1-4EA7-84C5-81FEDBA8BC23}" type="doc">
      <dgm:prSet loTypeId="urn:microsoft.com/office/officeart/2024/3/layout/hArchList1" loCatId="List" qsTypeId="urn:microsoft.com/office/officeart/2005/8/quickstyle/simple1" qsCatId="simple" csTypeId="urn:microsoft.com/office/officeart/2005/8/colors/accent1_2" csCatId="accent1" phldr="1"/>
      <dgm:spPr/>
      <dgm:t>
        <a:bodyPr/>
        <a:lstStyle/>
        <a:p>
          <a:endParaRPr lang="en-US"/>
        </a:p>
      </dgm:t>
    </dgm:pt>
    <dgm:pt modelId="{77E851EF-63F7-4C45-9BD5-600849473F4A}">
      <dgm:prSet/>
      <dgm:spPr/>
      <dgm:t>
        <a:bodyPr/>
        <a:lstStyle/>
        <a:p>
          <a:pPr>
            <a:lnSpc>
              <a:spcPct val="100000"/>
            </a:lnSpc>
            <a:defRPr b="1"/>
          </a:pPr>
          <a:r>
            <a:rPr lang="pt-PT" noProof="0" dirty="0"/>
            <a:t>Produtor</a:t>
          </a:r>
        </a:p>
      </dgm:t>
    </dgm:pt>
    <dgm:pt modelId="{C6791033-CC13-4142-BA12-A833300ED41A}" type="parTrans" cxnId="{6F4E9641-4E46-47B7-8B0F-C04854DF55E1}">
      <dgm:prSet/>
      <dgm:spPr/>
      <dgm:t>
        <a:bodyPr/>
        <a:lstStyle/>
        <a:p>
          <a:endParaRPr lang="en-US"/>
        </a:p>
      </dgm:t>
    </dgm:pt>
    <dgm:pt modelId="{4930712E-D182-47E1-8644-25EE75C193B0}" type="sibTrans" cxnId="{6F4E9641-4E46-47B7-8B0F-C04854DF55E1}">
      <dgm:prSet/>
      <dgm:spPr/>
      <dgm:t>
        <a:bodyPr/>
        <a:lstStyle/>
        <a:p>
          <a:pPr>
            <a:lnSpc>
              <a:spcPct val="100000"/>
            </a:lnSpc>
            <a:defRPr b="1"/>
          </a:pPr>
          <a:endParaRPr lang="en-US"/>
        </a:p>
      </dgm:t>
    </dgm:pt>
    <dgm:pt modelId="{8628FD42-E7EB-498C-830B-E3D473608E2B}">
      <dgm:prSet custT="1"/>
      <dgm:spPr/>
      <dgm:t>
        <a:bodyPr/>
        <a:lstStyle/>
        <a:p>
          <a:pPr>
            <a:lnSpc>
              <a:spcPct val="100000"/>
            </a:lnSpc>
          </a:pPr>
          <a:r>
            <a:rPr lang="en-US" sz="1400" noProof="0" dirty="0"/>
            <a:t>Python 3.9+</a:t>
          </a:r>
        </a:p>
      </dgm:t>
    </dgm:pt>
    <dgm:pt modelId="{16C30956-07BB-4F07-9818-9A4B798C7AEC}" type="parTrans" cxnId="{89D0FDEE-D560-46A5-800B-C4F6D1CF4F5F}">
      <dgm:prSet/>
      <dgm:spPr/>
      <dgm:t>
        <a:bodyPr/>
        <a:lstStyle/>
        <a:p>
          <a:endParaRPr lang="en-US"/>
        </a:p>
      </dgm:t>
    </dgm:pt>
    <dgm:pt modelId="{862A31ED-EB12-4832-97CA-21A4B40ECB21}" type="sibTrans" cxnId="{89D0FDEE-D560-46A5-800B-C4F6D1CF4F5F}">
      <dgm:prSet/>
      <dgm:spPr/>
      <dgm:t>
        <a:bodyPr/>
        <a:lstStyle/>
        <a:p>
          <a:endParaRPr lang="en-US"/>
        </a:p>
      </dgm:t>
    </dgm:pt>
    <dgm:pt modelId="{E56CC084-530E-44A5-B41D-8BDF5CF13F1F}">
      <dgm:prSet/>
      <dgm:spPr/>
      <dgm:t>
        <a:bodyPr/>
        <a:lstStyle/>
        <a:p>
          <a:pPr>
            <a:lnSpc>
              <a:spcPct val="100000"/>
            </a:lnSpc>
            <a:defRPr b="1"/>
          </a:pPr>
          <a:r>
            <a:rPr lang="pt-PT" noProof="0" dirty="0"/>
            <a:t>Consumidor</a:t>
          </a:r>
        </a:p>
      </dgm:t>
    </dgm:pt>
    <dgm:pt modelId="{6490F1C7-966F-4778-AA16-CB97F2F0CAB2}" type="parTrans" cxnId="{52D4CC2A-18F2-4A1A-9537-661B520A280E}">
      <dgm:prSet/>
      <dgm:spPr/>
      <dgm:t>
        <a:bodyPr/>
        <a:lstStyle/>
        <a:p>
          <a:endParaRPr lang="en-US"/>
        </a:p>
      </dgm:t>
    </dgm:pt>
    <dgm:pt modelId="{C21C7A74-62EF-4E29-8DC8-AADDE1D4A462}" type="sibTrans" cxnId="{52D4CC2A-18F2-4A1A-9537-661B520A280E}">
      <dgm:prSet/>
      <dgm:spPr/>
      <dgm:t>
        <a:bodyPr/>
        <a:lstStyle/>
        <a:p>
          <a:pPr>
            <a:lnSpc>
              <a:spcPct val="100000"/>
            </a:lnSpc>
            <a:defRPr b="1"/>
          </a:pPr>
          <a:endParaRPr lang="en-US"/>
        </a:p>
      </dgm:t>
    </dgm:pt>
    <dgm:pt modelId="{50834177-69D7-4D24-A90F-1AE0CF60443E}">
      <dgm:prSet custT="1"/>
      <dgm:spPr/>
      <dgm:t>
        <a:bodyPr/>
        <a:lstStyle/>
        <a:p>
          <a:pPr>
            <a:lnSpc>
              <a:spcPct val="100000"/>
            </a:lnSpc>
          </a:pPr>
          <a:r>
            <a:rPr lang="en-US" sz="1400" noProof="0" dirty="0"/>
            <a:t>Python 3.9+</a:t>
          </a:r>
          <a:endParaRPr lang="pt-PT" sz="1400" noProof="0" dirty="0"/>
        </a:p>
      </dgm:t>
    </dgm:pt>
    <dgm:pt modelId="{4F1595EB-1803-46EB-A923-BAAE498B4A82}" type="parTrans" cxnId="{7BDF9E0A-2780-4FF6-9593-B1C2A28CBEFE}">
      <dgm:prSet/>
      <dgm:spPr/>
      <dgm:t>
        <a:bodyPr/>
        <a:lstStyle/>
        <a:p>
          <a:endParaRPr lang="en-US"/>
        </a:p>
      </dgm:t>
    </dgm:pt>
    <dgm:pt modelId="{C48DB958-A9BA-4D2F-A5E5-B5E86AA1DE2C}" type="sibTrans" cxnId="{7BDF9E0A-2780-4FF6-9593-B1C2A28CBEFE}">
      <dgm:prSet/>
      <dgm:spPr/>
      <dgm:t>
        <a:bodyPr/>
        <a:lstStyle/>
        <a:p>
          <a:endParaRPr lang="en-US"/>
        </a:p>
      </dgm:t>
    </dgm:pt>
    <dgm:pt modelId="{6CCEB5B7-D800-4174-BA4F-4AA76AB07A27}">
      <dgm:prSet/>
      <dgm:spPr/>
      <dgm:t>
        <a:bodyPr/>
        <a:lstStyle/>
        <a:p>
          <a:pPr>
            <a:lnSpc>
              <a:spcPct val="100000"/>
            </a:lnSpc>
            <a:defRPr b="1"/>
          </a:pPr>
          <a:r>
            <a:rPr lang="pt-PT" noProof="0" dirty="0" err="1"/>
            <a:t>Frontend</a:t>
          </a:r>
          <a:endParaRPr lang="pt-PT" noProof="0" dirty="0"/>
        </a:p>
      </dgm:t>
    </dgm:pt>
    <dgm:pt modelId="{38E8F98C-215E-480F-ABC1-09477FCCFB88}" type="parTrans" cxnId="{4E33A26E-B155-43B1-A90F-10395C99BDEC}">
      <dgm:prSet/>
      <dgm:spPr/>
      <dgm:t>
        <a:bodyPr/>
        <a:lstStyle/>
        <a:p>
          <a:endParaRPr lang="en-US"/>
        </a:p>
      </dgm:t>
    </dgm:pt>
    <dgm:pt modelId="{FA517E4E-14F0-49F7-8040-3878D6E6F5E7}" type="sibTrans" cxnId="{4E33A26E-B155-43B1-A90F-10395C99BDEC}">
      <dgm:prSet/>
      <dgm:spPr/>
      <dgm:t>
        <a:bodyPr/>
        <a:lstStyle/>
        <a:p>
          <a:pPr>
            <a:lnSpc>
              <a:spcPct val="100000"/>
            </a:lnSpc>
            <a:defRPr b="1"/>
          </a:pPr>
          <a:endParaRPr lang="en-US"/>
        </a:p>
      </dgm:t>
    </dgm:pt>
    <dgm:pt modelId="{7C30BF46-7FEC-4F09-BBF8-91D8F4B094C0}">
      <dgm:prSet/>
      <dgm:spPr/>
      <dgm:t>
        <a:bodyPr/>
        <a:lstStyle/>
        <a:p>
          <a:pPr>
            <a:lnSpc>
              <a:spcPct val="100000"/>
            </a:lnSpc>
          </a:pPr>
          <a:r>
            <a:rPr lang="en-US" sz="1400" noProof="0" dirty="0"/>
            <a:t>HTML5, CSS3, JavaScript (vanilla)</a:t>
          </a:r>
          <a:endParaRPr lang="pt-PT" sz="1400" noProof="0" dirty="0"/>
        </a:p>
      </dgm:t>
    </dgm:pt>
    <dgm:pt modelId="{011C933A-284C-4631-9C78-E08F9C7304D5}" type="parTrans" cxnId="{F9C8CB35-2CB9-4B1C-B1D2-4BACA113EB77}">
      <dgm:prSet/>
      <dgm:spPr/>
      <dgm:t>
        <a:bodyPr/>
        <a:lstStyle/>
        <a:p>
          <a:endParaRPr lang="en-US"/>
        </a:p>
      </dgm:t>
    </dgm:pt>
    <dgm:pt modelId="{007C0B55-1FBF-49DC-849A-6C5E9773F46D}" type="sibTrans" cxnId="{F9C8CB35-2CB9-4B1C-B1D2-4BACA113EB77}">
      <dgm:prSet/>
      <dgm:spPr/>
      <dgm:t>
        <a:bodyPr/>
        <a:lstStyle/>
        <a:p>
          <a:endParaRPr lang="en-US"/>
        </a:p>
      </dgm:t>
    </dgm:pt>
    <dgm:pt modelId="{A6D1E1F0-0ED5-4142-BEF8-CF1552163E35}">
      <dgm:prSet custT="1"/>
      <dgm:spPr/>
      <dgm:t>
        <a:bodyPr/>
        <a:lstStyle/>
        <a:p>
          <a:pPr>
            <a:lnSpc>
              <a:spcPct val="100000"/>
            </a:lnSpc>
          </a:pPr>
          <a:r>
            <a:rPr lang="en-US" sz="1400" noProof="0" dirty="0"/>
            <a:t>Framework: FastAPI (async + </a:t>
          </a:r>
          <a:r>
            <a:rPr lang="en-US" sz="1400" noProof="0" dirty="0" err="1"/>
            <a:t>WebSockets</a:t>
          </a:r>
          <a:r>
            <a:rPr lang="en-US" sz="1400" noProof="0" dirty="0"/>
            <a:t>)</a:t>
          </a:r>
        </a:p>
      </dgm:t>
    </dgm:pt>
    <dgm:pt modelId="{5D150D2E-2AC4-A945-B9F6-1B2E24967CA3}" type="parTrans" cxnId="{D393BD6F-C4E7-4341-A090-39A182C394F6}">
      <dgm:prSet/>
      <dgm:spPr/>
      <dgm:t>
        <a:bodyPr/>
        <a:lstStyle/>
        <a:p>
          <a:endParaRPr lang="en-US"/>
        </a:p>
      </dgm:t>
    </dgm:pt>
    <dgm:pt modelId="{793FE4DE-97ED-8E47-9ABB-A00707E7F9DD}" type="sibTrans" cxnId="{D393BD6F-C4E7-4341-A090-39A182C394F6}">
      <dgm:prSet/>
      <dgm:spPr/>
      <dgm:t>
        <a:bodyPr/>
        <a:lstStyle/>
        <a:p>
          <a:endParaRPr lang="en-US"/>
        </a:p>
      </dgm:t>
    </dgm:pt>
    <dgm:pt modelId="{9A686A36-A787-2542-8717-06283F8A074C}">
      <dgm:prSet custT="1"/>
      <dgm:spPr/>
      <dgm:t>
        <a:bodyPr/>
        <a:lstStyle/>
        <a:p>
          <a:r>
            <a:rPr lang="en-US" sz="1200" noProof="0" dirty="0" err="1"/>
            <a:t>Leaflet.js</a:t>
          </a:r>
          <a:r>
            <a:rPr lang="en-US" sz="1200" noProof="0" dirty="0"/>
            <a:t>: Visualização de mapas interativos</a:t>
          </a:r>
        </a:p>
      </dgm:t>
    </dgm:pt>
    <dgm:pt modelId="{9F583E58-B408-254F-8578-0D5378D8F621}" type="parTrans" cxnId="{D3F02197-3A45-0A46-8472-7D626F878799}">
      <dgm:prSet/>
      <dgm:spPr/>
      <dgm:t>
        <a:bodyPr/>
        <a:lstStyle/>
        <a:p>
          <a:endParaRPr lang="en-US"/>
        </a:p>
      </dgm:t>
    </dgm:pt>
    <dgm:pt modelId="{F112D77D-DC17-F744-852A-9CBE79CA5EB6}" type="sibTrans" cxnId="{D3F02197-3A45-0A46-8472-7D626F878799}">
      <dgm:prSet/>
      <dgm:spPr/>
      <dgm:t>
        <a:bodyPr/>
        <a:lstStyle/>
        <a:p>
          <a:endParaRPr lang="en-US"/>
        </a:p>
      </dgm:t>
    </dgm:pt>
    <dgm:pt modelId="{FBBA8056-3B3B-9848-B7DA-29E9FCB2BACF}">
      <dgm:prSet custT="1"/>
      <dgm:spPr/>
      <dgm:t>
        <a:bodyPr/>
        <a:lstStyle/>
        <a:p>
          <a:r>
            <a:rPr lang="en-US" sz="1200" noProof="0" dirty="0"/>
            <a:t>OpenStreetMap: Tiles de </a:t>
          </a:r>
          <a:r>
            <a:rPr lang="en-US" sz="1200" noProof="0" dirty="0" err="1"/>
            <a:t>mapa</a:t>
          </a:r>
          <a:endParaRPr lang="en-US" sz="1200" noProof="0" dirty="0"/>
        </a:p>
      </dgm:t>
    </dgm:pt>
    <dgm:pt modelId="{B0CEA6CF-0C58-DF41-AB2B-EA97FBB8D92A}" type="parTrans" cxnId="{D6BBFBF4-5F97-9943-B7AE-90ADF0460271}">
      <dgm:prSet/>
      <dgm:spPr/>
      <dgm:t>
        <a:bodyPr/>
        <a:lstStyle/>
        <a:p>
          <a:endParaRPr lang="en-US"/>
        </a:p>
      </dgm:t>
    </dgm:pt>
    <dgm:pt modelId="{DD47CFD6-780B-654B-864C-8E97F0D2FE57}" type="sibTrans" cxnId="{D6BBFBF4-5F97-9943-B7AE-90ADF0460271}">
      <dgm:prSet/>
      <dgm:spPr/>
      <dgm:t>
        <a:bodyPr/>
        <a:lstStyle/>
        <a:p>
          <a:endParaRPr lang="en-US"/>
        </a:p>
      </dgm:t>
    </dgm:pt>
    <dgm:pt modelId="{D08C26AB-FCBD-9147-8E12-DB8F7D325D59}">
      <dgm:prSet custT="1"/>
      <dgm:spPr/>
      <dgm:t>
        <a:bodyPr/>
        <a:lstStyle/>
        <a:p>
          <a:pPr>
            <a:lnSpc>
              <a:spcPct val="100000"/>
            </a:lnSpc>
          </a:pPr>
          <a:r>
            <a:rPr lang="en-US" sz="1400" noProof="0" dirty="0" err="1"/>
            <a:t>Bibliotecas</a:t>
          </a:r>
          <a:r>
            <a:rPr lang="en-US" sz="1400" noProof="0" dirty="0"/>
            <a:t> </a:t>
          </a:r>
          <a:r>
            <a:rPr lang="en-US" sz="1400" noProof="0" dirty="0" err="1"/>
            <a:t>principais</a:t>
          </a:r>
          <a:r>
            <a:rPr lang="en-US" sz="1400" noProof="0" dirty="0"/>
            <a:t>: pika (RabbitMQ), </a:t>
          </a:r>
          <a:r>
            <a:rPr lang="en-US" sz="1400" noProof="0" dirty="0" err="1"/>
            <a:t>gpxpy</a:t>
          </a:r>
          <a:r>
            <a:rPr lang="en-US" sz="1400" noProof="0" dirty="0"/>
            <a:t>, threading/time, random</a:t>
          </a:r>
          <a:endParaRPr lang="pt-PT" sz="1400" noProof="0" dirty="0"/>
        </a:p>
      </dgm:t>
    </dgm:pt>
    <dgm:pt modelId="{AC54979D-A431-7945-BBCA-7112ABD09597}" type="parTrans" cxnId="{7BEDFC02-BD60-CC43-BCF0-0E8605D24EEC}">
      <dgm:prSet/>
      <dgm:spPr/>
      <dgm:t>
        <a:bodyPr/>
        <a:lstStyle/>
        <a:p>
          <a:endParaRPr lang="en-US"/>
        </a:p>
      </dgm:t>
    </dgm:pt>
    <dgm:pt modelId="{B9D78258-E341-8A47-95E2-A4D0665F083B}" type="sibTrans" cxnId="{7BEDFC02-BD60-CC43-BCF0-0E8605D24EEC}">
      <dgm:prSet/>
      <dgm:spPr/>
      <dgm:t>
        <a:bodyPr/>
        <a:lstStyle/>
        <a:p>
          <a:endParaRPr lang="en-US"/>
        </a:p>
      </dgm:t>
    </dgm:pt>
    <dgm:pt modelId="{A5B0795C-2CB7-F743-9D60-750040937F88}">
      <dgm:prSet custT="1"/>
      <dgm:spPr/>
      <dgm:t>
        <a:bodyPr/>
        <a:lstStyle/>
        <a:p>
          <a:pPr>
            <a:lnSpc>
              <a:spcPct val="100000"/>
            </a:lnSpc>
          </a:pPr>
          <a:r>
            <a:rPr lang="en-US" sz="1400" noProof="0" dirty="0" err="1"/>
            <a:t>Bibliotecas</a:t>
          </a:r>
          <a:r>
            <a:rPr lang="en-US" sz="1400" noProof="0" dirty="0"/>
            <a:t> </a:t>
          </a:r>
          <a:r>
            <a:rPr lang="en-US" sz="1400" noProof="0" dirty="0" err="1"/>
            <a:t>principais</a:t>
          </a:r>
          <a:r>
            <a:rPr lang="en-US" sz="1400" noProof="0" dirty="0"/>
            <a:t>:</a:t>
          </a:r>
        </a:p>
      </dgm:t>
    </dgm:pt>
    <dgm:pt modelId="{4821597D-CE26-D542-8E74-6DFA4505FC4B}" type="sibTrans" cxnId="{4F8D4341-6ED4-9040-BE26-9A0F2B442F6B}">
      <dgm:prSet/>
      <dgm:spPr/>
      <dgm:t>
        <a:bodyPr/>
        <a:lstStyle/>
        <a:p>
          <a:endParaRPr lang="en-US"/>
        </a:p>
      </dgm:t>
    </dgm:pt>
    <dgm:pt modelId="{5AFB329D-96FF-8C47-BD49-4EAE201D4945}" type="parTrans" cxnId="{4F8D4341-6ED4-9040-BE26-9A0F2B442F6B}">
      <dgm:prSet/>
      <dgm:spPr/>
      <dgm:t>
        <a:bodyPr/>
        <a:lstStyle/>
        <a:p>
          <a:endParaRPr lang="en-US"/>
        </a:p>
      </dgm:t>
    </dgm:pt>
    <dgm:pt modelId="{2FF0B7F6-D698-9549-8A1A-8DEB8075B89E}">
      <dgm:prSet/>
      <dgm:spPr/>
      <dgm:t>
        <a:bodyPr/>
        <a:lstStyle/>
        <a:p>
          <a:pPr>
            <a:lnSpc>
              <a:spcPct val="100000"/>
            </a:lnSpc>
          </a:pPr>
          <a:r>
            <a:rPr lang="en-US" sz="1400" noProof="0" dirty="0" err="1"/>
            <a:t>Bibliotecas</a:t>
          </a:r>
          <a:r>
            <a:rPr lang="en-US" sz="1400" noProof="0" dirty="0"/>
            <a:t>:</a:t>
          </a:r>
        </a:p>
      </dgm:t>
    </dgm:pt>
    <dgm:pt modelId="{33710DBC-F0AA-5348-9573-EBEC806F84C7}" type="sibTrans" cxnId="{B39F6C3E-620B-6D48-8F61-B4246149928D}">
      <dgm:prSet/>
      <dgm:spPr/>
      <dgm:t>
        <a:bodyPr/>
        <a:lstStyle/>
        <a:p>
          <a:endParaRPr lang="en-US"/>
        </a:p>
      </dgm:t>
    </dgm:pt>
    <dgm:pt modelId="{602CD9DC-1B17-1C4F-B6AE-CF7006EB23CC}" type="parTrans" cxnId="{B39F6C3E-620B-6D48-8F61-B4246149928D}">
      <dgm:prSet/>
      <dgm:spPr/>
      <dgm:t>
        <a:bodyPr/>
        <a:lstStyle/>
        <a:p>
          <a:endParaRPr lang="en-US"/>
        </a:p>
      </dgm:t>
    </dgm:pt>
    <dgm:pt modelId="{12824020-93E1-F94C-8409-339A218D4A11}">
      <dgm:prSet custT="1"/>
      <dgm:spPr/>
      <dgm:t>
        <a:bodyPr/>
        <a:lstStyle/>
        <a:p>
          <a:r>
            <a:rPr lang="en-US" sz="1200" noProof="0" dirty="0" err="1"/>
            <a:t>aiohttp</a:t>
          </a:r>
          <a:r>
            <a:rPr lang="en-US" sz="1200" noProof="0" dirty="0"/>
            <a:t> (</a:t>
          </a:r>
          <a:r>
            <a:rPr lang="en-US" sz="1200" noProof="0" dirty="0" err="1"/>
            <a:t>descoberta</a:t>
          </a:r>
          <a:r>
            <a:rPr lang="en-US" sz="1200" noProof="0" dirty="0"/>
            <a:t> de exchanges);</a:t>
          </a:r>
        </a:p>
      </dgm:t>
    </dgm:pt>
    <dgm:pt modelId="{E96DFFB6-F0CE-A54E-971D-4268AE7EDAA5}" type="parTrans" cxnId="{6361DDD1-2851-0C42-B37C-FB1AF465093E}">
      <dgm:prSet/>
      <dgm:spPr/>
      <dgm:t>
        <a:bodyPr/>
        <a:lstStyle/>
        <a:p>
          <a:endParaRPr lang="en-US"/>
        </a:p>
      </dgm:t>
    </dgm:pt>
    <dgm:pt modelId="{8A1E798F-D31A-D44F-9D4F-A7FA3507F10E}" type="sibTrans" cxnId="{6361DDD1-2851-0C42-B37C-FB1AF465093E}">
      <dgm:prSet/>
      <dgm:spPr/>
      <dgm:t>
        <a:bodyPr/>
        <a:lstStyle/>
        <a:p>
          <a:endParaRPr lang="en-US"/>
        </a:p>
      </dgm:t>
    </dgm:pt>
    <dgm:pt modelId="{C9B9D4CF-CF81-CD43-BB24-C7F0F6925482}">
      <dgm:prSet custT="1"/>
      <dgm:spPr/>
      <dgm:t>
        <a:bodyPr/>
        <a:lstStyle/>
        <a:p>
          <a:r>
            <a:rPr lang="en-US" sz="1200" noProof="0" dirty="0" err="1"/>
            <a:t>aio_pika</a:t>
          </a:r>
          <a:r>
            <a:rPr lang="en-US" sz="1200" noProof="0" dirty="0"/>
            <a:t> (RabbitMQ </a:t>
          </a:r>
          <a:r>
            <a:rPr lang="en-US" sz="1200" noProof="0" dirty="0" err="1"/>
            <a:t>assíncrono</a:t>
          </a:r>
          <a:r>
            <a:rPr lang="en-US" sz="1200" noProof="0" dirty="0"/>
            <a:t>);</a:t>
          </a:r>
        </a:p>
      </dgm:t>
    </dgm:pt>
    <dgm:pt modelId="{5A42B00B-BC17-1348-9B1A-18E4A1E9E9D6}" type="sibTrans" cxnId="{B3A756AD-F705-F344-931A-6A6694387477}">
      <dgm:prSet/>
      <dgm:spPr/>
      <dgm:t>
        <a:bodyPr/>
        <a:lstStyle/>
        <a:p>
          <a:endParaRPr lang="en-US"/>
        </a:p>
      </dgm:t>
    </dgm:pt>
    <dgm:pt modelId="{B5CAA8F3-4FDB-A045-BF90-2195B9DB649F}" type="parTrans" cxnId="{B3A756AD-F705-F344-931A-6A6694387477}">
      <dgm:prSet/>
      <dgm:spPr/>
      <dgm:t>
        <a:bodyPr/>
        <a:lstStyle/>
        <a:p>
          <a:endParaRPr lang="en-US"/>
        </a:p>
      </dgm:t>
    </dgm:pt>
    <dgm:pt modelId="{327C9550-55CD-1E44-8D23-CA200472C7FE}">
      <dgm:prSet custT="1"/>
      <dgm:spPr/>
      <dgm:t>
        <a:bodyPr/>
        <a:lstStyle/>
        <a:p>
          <a:r>
            <a:rPr lang="en-US" sz="1200" noProof="0" dirty="0" err="1"/>
            <a:t>prometheus_fastapi_instrumentator</a:t>
          </a:r>
          <a:endParaRPr lang="en-US" sz="1200" noProof="0" dirty="0"/>
        </a:p>
      </dgm:t>
    </dgm:pt>
    <dgm:pt modelId="{EA3F464E-7A89-FC47-BF58-81CDB3E5105D}" type="parTrans" cxnId="{25F44F12-D218-584E-B5CC-46BEC836D8F5}">
      <dgm:prSet/>
      <dgm:spPr/>
      <dgm:t>
        <a:bodyPr/>
        <a:lstStyle/>
        <a:p>
          <a:endParaRPr lang="en-US"/>
        </a:p>
      </dgm:t>
    </dgm:pt>
    <dgm:pt modelId="{F40F59EB-A88E-6443-8759-6D31A1990B0E}" type="sibTrans" cxnId="{25F44F12-D218-584E-B5CC-46BEC836D8F5}">
      <dgm:prSet/>
      <dgm:spPr/>
      <dgm:t>
        <a:bodyPr/>
        <a:lstStyle/>
        <a:p>
          <a:endParaRPr lang="en-US"/>
        </a:p>
      </dgm:t>
    </dgm:pt>
    <dgm:pt modelId="{0A84B33D-8E4A-A44C-8F70-E7374492E688}">
      <dgm:prSet custT="1"/>
      <dgm:spPr/>
      <dgm:t>
        <a:bodyPr/>
        <a:lstStyle/>
        <a:p>
          <a:r>
            <a:rPr lang="en-US" sz="1200" noProof="0" dirty="0" err="1"/>
            <a:t>prometheus_client</a:t>
          </a:r>
          <a:r>
            <a:rPr lang="en-US" sz="1200" noProof="0" dirty="0"/>
            <a:t> (</a:t>
          </a:r>
          <a:r>
            <a:rPr lang="en-US" sz="1200" noProof="0" dirty="0" err="1"/>
            <a:t>métricas</a:t>
          </a:r>
          <a:r>
            <a:rPr lang="en-US" sz="1200" noProof="0" dirty="0"/>
            <a:t>)</a:t>
          </a:r>
        </a:p>
      </dgm:t>
    </dgm:pt>
    <dgm:pt modelId="{3CEB18A6-F9E1-E045-8BCF-DD651EB37D03}" type="parTrans" cxnId="{D4083B21-157C-5F4A-9BAB-4712F44B2DC6}">
      <dgm:prSet/>
      <dgm:spPr/>
      <dgm:t>
        <a:bodyPr/>
        <a:lstStyle/>
        <a:p>
          <a:endParaRPr lang="en-US"/>
        </a:p>
      </dgm:t>
    </dgm:pt>
    <dgm:pt modelId="{E924F4A9-FC2D-584E-B432-116DD68B5320}" type="sibTrans" cxnId="{D4083B21-157C-5F4A-9BAB-4712F44B2DC6}">
      <dgm:prSet/>
      <dgm:spPr/>
      <dgm:t>
        <a:bodyPr/>
        <a:lstStyle/>
        <a:p>
          <a:endParaRPr lang="en-US"/>
        </a:p>
      </dgm:t>
    </dgm:pt>
    <dgm:pt modelId="{698FA86B-6530-48B8-8505-1C249CA7A17D}" type="pres">
      <dgm:prSet presAssocID="{BFEE95D4-73E1-4EA7-84C5-81FEDBA8BC23}" presName="Name0" presStyleCnt="0">
        <dgm:presLayoutVars>
          <dgm:dir/>
          <dgm:resizeHandles val="exact"/>
        </dgm:presLayoutVars>
      </dgm:prSet>
      <dgm:spPr/>
    </dgm:pt>
    <dgm:pt modelId="{8D9528C3-4864-47CC-A999-0BE5F02EB043}" type="pres">
      <dgm:prSet presAssocID="{77E851EF-63F7-4C45-9BD5-600849473F4A}" presName="compNode" presStyleCnt="0"/>
      <dgm:spPr/>
    </dgm:pt>
    <dgm:pt modelId="{20CA2CBE-E808-4F58-9798-1899E38D36F6}" type="pres">
      <dgm:prSet presAssocID="{77E851EF-63F7-4C45-9BD5-600849473F4A}" presName="pictRect" presStyleLbl="revTx" presStyleIdx="0" presStyleCnt="6">
        <dgm:presLayoutVars>
          <dgm:chMax val="0"/>
          <dgm:bulletEnabled/>
        </dgm:presLayoutVars>
      </dgm:prSet>
      <dgm:spPr/>
    </dgm:pt>
    <dgm:pt modelId="{920BEEE7-D326-4ED3-8C9D-01E9A2FF12F2}" type="pres">
      <dgm:prSet presAssocID="{77E851EF-63F7-4C45-9BD5-600849473F4A}" presName="textRect" presStyleLbl="revTx" presStyleIdx="1" presStyleCnt="6">
        <dgm:presLayoutVars>
          <dgm:bulletEnabled/>
        </dgm:presLayoutVars>
      </dgm:prSet>
      <dgm:spPr/>
    </dgm:pt>
    <dgm:pt modelId="{6B056E62-10DC-421D-8F68-0BC76646191F}" type="pres">
      <dgm:prSet presAssocID="{4930712E-D182-47E1-8644-25EE75C193B0}" presName="sibTrans" presStyleLbl="sibTrans2D1" presStyleIdx="0" presStyleCnt="0"/>
      <dgm:spPr/>
    </dgm:pt>
    <dgm:pt modelId="{8EB10FEC-F2C9-4B3F-B740-97C33202579F}" type="pres">
      <dgm:prSet presAssocID="{E56CC084-530E-44A5-B41D-8BDF5CF13F1F}" presName="compNode" presStyleCnt="0"/>
      <dgm:spPr/>
    </dgm:pt>
    <dgm:pt modelId="{5C84E263-878A-4945-85DF-080B6AFA6278}" type="pres">
      <dgm:prSet presAssocID="{E56CC084-530E-44A5-B41D-8BDF5CF13F1F}" presName="pictRect" presStyleLbl="revTx" presStyleIdx="2" presStyleCnt="6">
        <dgm:presLayoutVars>
          <dgm:chMax val="0"/>
          <dgm:bulletEnabled/>
        </dgm:presLayoutVars>
      </dgm:prSet>
      <dgm:spPr/>
    </dgm:pt>
    <dgm:pt modelId="{A22BDF32-C6FB-4E4E-8046-2D44076141DA}" type="pres">
      <dgm:prSet presAssocID="{E56CC084-530E-44A5-B41D-8BDF5CF13F1F}" presName="textRect" presStyleLbl="revTx" presStyleIdx="3" presStyleCnt="6">
        <dgm:presLayoutVars>
          <dgm:bulletEnabled/>
        </dgm:presLayoutVars>
      </dgm:prSet>
      <dgm:spPr/>
    </dgm:pt>
    <dgm:pt modelId="{82E61B20-8758-4665-8569-BFD5270FAFF7}" type="pres">
      <dgm:prSet presAssocID="{C21C7A74-62EF-4E29-8DC8-AADDE1D4A462}" presName="sibTrans" presStyleLbl="sibTrans2D1" presStyleIdx="0" presStyleCnt="0"/>
      <dgm:spPr/>
    </dgm:pt>
    <dgm:pt modelId="{4A513DA6-8923-4A60-A06F-604EAC3C3577}" type="pres">
      <dgm:prSet presAssocID="{6CCEB5B7-D800-4174-BA4F-4AA76AB07A27}" presName="compNode" presStyleCnt="0"/>
      <dgm:spPr/>
    </dgm:pt>
    <dgm:pt modelId="{102B6BBA-B604-4A97-95C5-00FB60A6446D}" type="pres">
      <dgm:prSet presAssocID="{6CCEB5B7-D800-4174-BA4F-4AA76AB07A27}" presName="pictRect" presStyleLbl="revTx" presStyleIdx="4" presStyleCnt="6">
        <dgm:presLayoutVars>
          <dgm:chMax val="0"/>
          <dgm:bulletEnabled/>
        </dgm:presLayoutVars>
      </dgm:prSet>
      <dgm:spPr/>
    </dgm:pt>
    <dgm:pt modelId="{813A2246-B13B-4603-85EE-69F76AD51310}" type="pres">
      <dgm:prSet presAssocID="{6CCEB5B7-D800-4174-BA4F-4AA76AB07A27}" presName="textRect" presStyleLbl="revTx" presStyleIdx="5" presStyleCnt="6">
        <dgm:presLayoutVars>
          <dgm:bulletEnabled/>
        </dgm:presLayoutVars>
      </dgm:prSet>
      <dgm:spPr/>
    </dgm:pt>
  </dgm:ptLst>
  <dgm:cxnLst>
    <dgm:cxn modelId="{6675D902-6702-4055-A97F-6101D99380CD}" type="presOf" srcId="{E56CC084-530E-44A5-B41D-8BDF5CF13F1F}" destId="{5C84E263-878A-4945-85DF-080B6AFA6278}" srcOrd="0" destOrd="0" presId="urn:microsoft.com/office/officeart/2024/3/layout/hArchList1"/>
    <dgm:cxn modelId="{7BEDFC02-BD60-CC43-BCF0-0E8605D24EEC}" srcId="{77E851EF-63F7-4C45-9BD5-600849473F4A}" destId="{D08C26AB-FCBD-9147-8E12-DB8F7D325D59}" srcOrd="1" destOrd="0" parTransId="{AC54979D-A431-7945-BBCA-7112ABD09597}" sibTransId="{B9D78258-E341-8A47-95E2-A4D0665F083B}"/>
    <dgm:cxn modelId="{7BDF9E0A-2780-4FF6-9593-B1C2A28CBEFE}" srcId="{E56CC084-530E-44A5-B41D-8BDF5CF13F1F}" destId="{50834177-69D7-4D24-A90F-1AE0CF60443E}" srcOrd="0" destOrd="0" parTransId="{4F1595EB-1803-46EB-A923-BAAE498B4A82}" sibTransId="{C48DB958-A9BA-4D2F-A5E5-B5E86AA1DE2C}"/>
    <dgm:cxn modelId="{25F44F12-D218-584E-B5CC-46BEC836D8F5}" srcId="{A5B0795C-2CB7-F743-9D60-750040937F88}" destId="{327C9550-55CD-1E44-8D23-CA200472C7FE}" srcOrd="2" destOrd="0" parTransId="{EA3F464E-7A89-FC47-BF58-81CDB3E5105D}" sibTransId="{F40F59EB-A88E-6443-8759-6D31A1990B0E}"/>
    <dgm:cxn modelId="{D110E41D-87F4-4D48-BF16-8D235CAEAE2A}" type="presOf" srcId="{9A686A36-A787-2542-8717-06283F8A074C}" destId="{813A2246-B13B-4603-85EE-69F76AD51310}" srcOrd="0" destOrd="2" presId="urn:microsoft.com/office/officeart/2024/3/layout/hArchList1"/>
    <dgm:cxn modelId="{4EC7501F-5F60-5F4B-93CD-A753E0A470F2}" type="presOf" srcId="{A6D1E1F0-0ED5-4142-BEF8-CF1552163E35}" destId="{A22BDF32-C6FB-4E4E-8046-2D44076141DA}" srcOrd="0" destOrd="1" presId="urn:microsoft.com/office/officeart/2024/3/layout/hArchList1"/>
    <dgm:cxn modelId="{D4083B21-157C-5F4A-9BAB-4712F44B2DC6}" srcId="{A5B0795C-2CB7-F743-9D60-750040937F88}" destId="{0A84B33D-8E4A-A44C-8F70-E7374492E688}" srcOrd="3" destOrd="0" parTransId="{3CEB18A6-F9E1-E045-8BCF-DD651EB37D03}" sibTransId="{E924F4A9-FC2D-584E-B432-116DD68B5320}"/>
    <dgm:cxn modelId="{52D4CC2A-18F2-4A1A-9537-661B520A280E}" srcId="{BFEE95D4-73E1-4EA7-84C5-81FEDBA8BC23}" destId="{E56CC084-530E-44A5-B41D-8BDF5CF13F1F}" srcOrd="1" destOrd="0" parTransId="{6490F1C7-966F-4778-AA16-CB97F2F0CAB2}" sibTransId="{C21C7A74-62EF-4E29-8DC8-AADDE1D4A462}"/>
    <dgm:cxn modelId="{7211F12B-E8B2-F045-A88C-D3282D076300}" type="presOf" srcId="{C9B9D4CF-CF81-CD43-BB24-C7F0F6925482}" destId="{A22BDF32-C6FB-4E4E-8046-2D44076141DA}" srcOrd="0" destOrd="3" presId="urn:microsoft.com/office/officeart/2024/3/layout/hArchList1"/>
    <dgm:cxn modelId="{F9C8CB35-2CB9-4B1C-B1D2-4BACA113EB77}" srcId="{6CCEB5B7-D800-4174-BA4F-4AA76AB07A27}" destId="{7C30BF46-7FEC-4F09-BBF8-91D8F4B094C0}" srcOrd="0" destOrd="0" parTransId="{011C933A-284C-4631-9C78-E08F9C7304D5}" sibTransId="{007C0B55-1FBF-49DC-849A-6C5E9773F46D}"/>
    <dgm:cxn modelId="{B39F6C3E-620B-6D48-8F61-B4246149928D}" srcId="{6CCEB5B7-D800-4174-BA4F-4AA76AB07A27}" destId="{2FF0B7F6-D698-9549-8A1A-8DEB8075B89E}" srcOrd="1" destOrd="0" parTransId="{602CD9DC-1B17-1C4F-B6AE-CF7006EB23CC}" sibTransId="{33710DBC-F0AA-5348-9573-EBEC806F84C7}"/>
    <dgm:cxn modelId="{4F8D4341-6ED4-9040-BE26-9A0F2B442F6B}" srcId="{E56CC084-530E-44A5-B41D-8BDF5CF13F1F}" destId="{A5B0795C-2CB7-F743-9D60-750040937F88}" srcOrd="2" destOrd="0" parTransId="{5AFB329D-96FF-8C47-BD49-4EAE201D4945}" sibTransId="{4821597D-CE26-D542-8E74-6DFA4505FC4B}"/>
    <dgm:cxn modelId="{6F4E9641-4E46-47B7-8B0F-C04854DF55E1}" srcId="{BFEE95D4-73E1-4EA7-84C5-81FEDBA8BC23}" destId="{77E851EF-63F7-4C45-9BD5-600849473F4A}" srcOrd="0" destOrd="0" parTransId="{C6791033-CC13-4142-BA12-A833300ED41A}" sibTransId="{4930712E-D182-47E1-8644-25EE75C193B0}"/>
    <dgm:cxn modelId="{A2A18756-B87B-4C1C-8A45-FE8CB799F334}" type="presOf" srcId="{BFEE95D4-73E1-4EA7-84C5-81FEDBA8BC23}" destId="{698FA86B-6530-48B8-8505-1C249CA7A17D}" srcOrd="0" destOrd="0" presId="urn:microsoft.com/office/officeart/2024/3/layout/hArchList1"/>
    <dgm:cxn modelId="{EDC8CE5A-7939-4538-8429-8EB6EA7BBCF8}" type="presOf" srcId="{6CCEB5B7-D800-4174-BA4F-4AA76AB07A27}" destId="{102B6BBA-B604-4A97-95C5-00FB60A6446D}" srcOrd="0" destOrd="0" presId="urn:microsoft.com/office/officeart/2024/3/layout/hArchList1"/>
    <dgm:cxn modelId="{62D5CC68-423C-EA4B-ADE8-ABBDF0909BFA}" type="presOf" srcId="{0A84B33D-8E4A-A44C-8F70-E7374492E688}" destId="{A22BDF32-C6FB-4E4E-8046-2D44076141DA}" srcOrd="0" destOrd="6" presId="urn:microsoft.com/office/officeart/2024/3/layout/hArchList1"/>
    <dgm:cxn modelId="{6F81A76C-3A1F-344A-8331-9A460F74F676}" type="presOf" srcId="{A5B0795C-2CB7-F743-9D60-750040937F88}" destId="{A22BDF32-C6FB-4E4E-8046-2D44076141DA}" srcOrd="0" destOrd="2" presId="urn:microsoft.com/office/officeart/2024/3/layout/hArchList1"/>
    <dgm:cxn modelId="{4E33A26E-B155-43B1-A90F-10395C99BDEC}" srcId="{BFEE95D4-73E1-4EA7-84C5-81FEDBA8BC23}" destId="{6CCEB5B7-D800-4174-BA4F-4AA76AB07A27}" srcOrd="2" destOrd="0" parTransId="{38E8F98C-215E-480F-ABC1-09477FCCFB88}" sibTransId="{FA517E4E-14F0-49F7-8040-3878D6E6F5E7}"/>
    <dgm:cxn modelId="{D393BD6F-C4E7-4341-A090-39A182C394F6}" srcId="{E56CC084-530E-44A5-B41D-8BDF5CF13F1F}" destId="{A6D1E1F0-0ED5-4142-BEF8-CF1552163E35}" srcOrd="1" destOrd="0" parTransId="{5D150D2E-2AC4-A945-B9F6-1B2E24967CA3}" sibTransId="{793FE4DE-97ED-8E47-9ABB-A00707E7F9DD}"/>
    <dgm:cxn modelId="{D3F02197-3A45-0A46-8472-7D626F878799}" srcId="{2FF0B7F6-D698-9549-8A1A-8DEB8075B89E}" destId="{9A686A36-A787-2542-8717-06283F8A074C}" srcOrd="0" destOrd="0" parTransId="{9F583E58-B408-254F-8578-0D5378D8F621}" sibTransId="{F112D77D-DC17-F744-852A-9CBE79CA5EB6}"/>
    <dgm:cxn modelId="{8C51489D-E9DA-7C44-B0AF-AD5AB5B96E4B}" type="presOf" srcId="{327C9550-55CD-1E44-8D23-CA200472C7FE}" destId="{A22BDF32-C6FB-4E4E-8046-2D44076141DA}" srcOrd="0" destOrd="5" presId="urn:microsoft.com/office/officeart/2024/3/layout/hArchList1"/>
    <dgm:cxn modelId="{26B292A4-533C-4544-BE69-58B2CE0F4529}" type="presOf" srcId="{C21C7A74-62EF-4E29-8DC8-AADDE1D4A462}" destId="{82E61B20-8758-4665-8569-BFD5270FAFF7}" srcOrd="0" destOrd="0" presId="urn:microsoft.com/office/officeart/2024/3/layout/hArchList1"/>
    <dgm:cxn modelId="{D90BC2A7-9203-AA43-B6A3-D26B73BA9396}" type="presOf" srcId="{12824020-93E1-F94C-8409-339A218D4A11}" destId="{A22BDF32-C6FB-4E4E-8046-2D44076141DA}" srcOrd="0" destOrd="4" presId="urn:microsoft.com/office/officeart/2024/3/layout/hArchList1"/>
    <dgm:cxn modelId="{B3A756AD-F705-F344-931A-6A6694387477}" srcId="{A5B0795C-2CB7-F743-9D60-750040937F88}" destId="{C9B9D4CF-CF81-CD43-BB24-C7F0F6925482}" srcOrd="0" destOrd="0" parTransId="{B5CAA8F3-4FDB-A045-BF90-2195B9DB649F}" sibTransId="{5A42B00B-BC17-1348-9B1A-18E4A1E9E9D6}"/>
    <dgm:cxn modelId="{E50229BC-8CA2-4642-8534-5B95C38C7765}" type="presOf" srcId="{77E851EF-63F7-4C45-9BD5-600849473F4A}" destId="{20CA2CBE-E808-4F58-9798-1899E38D36F6}" srcOrd="0" destOrd="0" presId="urn:microsoft.com/office/officeart/2024/3/layout/hArchList1"/>
    <dgm:cxn modelId="{6361DDD1-2851-0C42-B37C-FB1AF465093E}" srcId="{A5B0795C-2CB7-F743-9D60-750040937F88}" destId="{12824020-93E1-F94C-8409-339A218D4A11}" srcOrd="1" destOrd="0" parTransId="{E96DFFB6-F0CE-A54E-971D-4268AE7EDAA5}" sibTransId="{8A1E798F-D31A-D44F-9D4F-A7FA3507F10E}"/>
    <dgm:cxn modelId="{E3B58FD6-AE4F-4EDB-8202-8AB48935E449}" type="presOf" srcId="{4930712E-D182-47E1-8644-25EE75C193B0}" destId="{6B056E62-10DC-421D-8F68-0BC76646191F}" srcOrd="0" destOrd="0" presId="urn:microsoft.com/office/officeart/2024/3/layout/hArchList1"/>
    <dgm:cxn modelId="{727DB9D9-14CB-8840-8EC3-4058C841D5D3}" type="presOf" srcId="{2FF0B7F6-D698-9549-8A1A-8DEB8075B89E}" destId="{813A2246-B13B-4603-85EE-69F76AD51310}" srcOrd="0" destOrd="1" presId="urn:microsoft.com/office/officeart/2024/3/layout/hArchList1"/>
    <dgm:cxn modelId="{CE9C3EE7-BFEC-B040-AFEA-4F92EF4BA5CA}" type="presOf" srcId="{D08C26AB-FCBD-9147-8E12-DB8F7D325D59}" destId="{920BEEE7-D326-4ED3-8C9D-01E9A2FF12F2}" srcOrd="0" destOrd="1" presId="urn:microsoft.com/office/officeart/2024/3/layout/hArchList1"/>
    <dgm:cxn modelId="{29106FEA-6C43-2943-A0B7-92588E71D8B8}" type="presOf" srcId="{FBBA8056-3B3B-9848-B7DA-29E9FCB2BACF}" destId="{813A2246-B13B-4603-85EE-69F76AD51310}" srcOrd="0" destOrd="3" presId="urn:microsoft.com/office/officeart/2024/3/layout/hArchList1"/>
    <dgm:cxn modelId="{89D0FDEE-D560-46A5-800B-C4F6D1CF4F5F}" srcId="{77E851EF-63F7-4C45-9BD5-600849473F4A}" destId="{8628FD42-E7EB-498C-830B-E3D473608E2B}" srcOrd="0" destOrd="0" parTransId="{16C30956-07BB-4F07-9818-9A4B798C7AEC}" sibTransId="{862A31ED-EB12-4832-97CA-21A4B40ECB21}"/>
    <dgm:cxn modelId="{D6BBFBF4-5F97-9943-B7AE-90ADF0460271}" srcId="{2FF0B7F6-D698-9549-8A1A-8DEB8075B89E}" destId="{FBBA8056-3B3B-9848-B7DA-29E9FCB2BACF}" srcOrd="1" destOrd="0" parTransId="{B0CEA6CF-0C58-DF41-AB2B-EA97FBB8D92A}" sibTransId="{DD47CFD6-780B-654B-864C-8E97F0D2FE57}"/>
    <dgm:cxn modelId="{2081D7F5-F226-41AD-932D-86F029D7C58F}" type="presOf" srcId="{50834177-69D7-4D24-A90F-1AE0CF60443E}" destId="{A22BDF32-C6FB-4E4E-8046-2D44076141DA}" srcOrd="0" destOrd="0" presId="urn:microsoft.com/office/officeart/2024/3/layout/hArchList1"/>
    <dgm:cxn modelId="{0F8C65F6-40BE-4BEC-8CFB-2E22B2AF18E9}" type="presOf" srcId="{7C30BF46-7FEC-4F09-BBF8-91D8F4B094C0}" destId="{813A2246-B13B-4603-85EE-69F76AD51310}" srcOrd="0" destOrd="0" presId="urn:microsoft.com/office/officeart/2024/3/layout/hArchList1"/>
    <dgm:cxn modelId="{D433BBFD-D59D-F84C-948B-311FA85EE757}" type="presOf" srcId="{8628FD42-E7EB-498C-830B-E3D473608E2B}" destId="{920BEEE7-D326-4ED3-8C9D-01E9A2FF12F2}" srcOrd="0" destOrd="0" presId="urn:microsoft.com/office/officeart/2024/3/layout/hArchList1"/>
    <dgm:cxn modelId="{8F984A76-6C8F-40A1-A8DF-424F02CF1C0B}" type="presParOf" srcId="{698FA86B-6530-48B8-8505-1C249CA7A17D}" destId="{8D9528C3-4864-47CC-A999-0BE5F02EB043}" srcOrd="0" destOrd="0" presId="urn:microsoft.com/office/officeart/2024/3/layout/hArchList1"/>
    <dgm:cxn modelId="{BACD311E-7ABE-4058-89F6-36EFF3601FA2}" type="presParOf" srcId="{8D9528C3-4864-47CC-A999-0BE5F02EB043}" destId="{20CA2CBE-E808-4F58-9798-1899E38D36F6}" srcOrd="0" destOrd="0" presId="urn:microsoft.com/office/officeart/2024/3/layout/hArchList1"/>
    <dgm:cxn modelId="{25B07493-21D9-4213-806F-5B23657B94D4}" type="presParOf" srcId="{8D9528C3-4864-47CC-A999-0BE5F02EB043}" destId="{920BEEE7-D326-4ED3-8C9D-01E9A2FF12F2}" srcOrd="1" destOrd="0" presId="urn:microsoft.com/office/officeart/2024/3/layout/hArchList1"/>
    <dgm:cxn modelId="{6CC1FB09-64C6-4E0B-B688-FF8DC6B3A1D9}" type="presParOf" srcId="{698FA86B-6530-48B8-8505-1C249CA7A17D}" destId="{6B056E62-10DC-421D-8F68-0BC76646191F}" srcOrd="1" destOrd="0" presId="urn:microsoft.com/office/officeart/2024/3/layout/hArchList1"/>
    <dgm:cxn modelId="{1B04187E-6A16-451F-868C-D2050616E78F}" type="presParOf" srcId="{698FA86B-6530-48B8-8505-1C249CA7A17D}" destId="{8EB10FEC-F2C9-4B3F-B740-97C33202579F}" srcOrd="2" destOrd="0" presId="urn:microsoft.com/office/officeart/2024/3/layout/hArchList1"/>
    <dgm:cxn modelId="{505AFA82-E0F3-4EC8-9EE8-1E91ADD26C56}" type="presParOf" srcId="{8EB10FEC-F2C9-4B3F-B740-97C33202579F}" destId="{5C84E263-878A-4945-85DF-080B6AFA6278}" srcOrd="0" destOrd="0" presId="urn:microsoft.com/office/officeart/2024/3/layout/hArchList1"/>
    <dgm:cxn modelId="{D97F7304-BBD6-49A3-BC87-BC1BDDAA77AC}" type="presParOf" srcId="{8EB10FEC-F2C9-4B3F-B740-97C33202579F}" destId="{A22BDF32-C6FB-4E4E-8046-2D44076141DA}" srcOrd="1" destOrd="0" presId="urn:microsoft.com/office/officeart/2024/3/layout/hArchList1"/>
    <dgm:cxn modelId="{BB911E54-6FBA-482E-9281-95C3A9915CAB}" type="presParOf" srcId="{698FA86B-6530-48B8-8505-1C249CA7A17D}" destId="{82E61B20-8758-4665-8569-BFD5270FAFF7}" srcOrd="3" destOrd="0" presId="urn:microsoft.com/office/officeart/2024/3/layout/hArchList1"/>
    <dgm:cxn modelId="{C12C3B9B-D1EE-493E-9C26-BD639BFA9761}" type="presParOf" srcId="{698FA86B-6530-48B8-8505-1C249CA7A17D}" destId="{4A513DA6-8923-4A60-A06F-604EAC3C3577}" srcOrd="4" destOrd="0" presId="urn:microsoft.com/office/officeart/2024/3/layout/hArchList1"/>
    <dgm:cxn modelId="{D331F69C-EAA0-4D4C-857C-E14FA5A41972}" type="presParOf" srcId="{4A513DA6-8923-4A60-A06F-604EAC3C3577}" destId="{102B6BBA-B604-4A97-95C5-00FB60A6446D}" srcOrd="0" destOrd="0" presId="urn:microsoft.com/office/officeart/2024/3/layout/hArchList1"/>
    <dgm:cxn modelId="{63DA1090-42B8-4C2C-A497-738C125B1278}" type="presParOf" srcId="{4A513DA6-8923-4A60-A06F-604EAC3C3577}" destId="{813A2246-B13B-4603-85EE-69F76AD51310}" srcOrd="1" destOrd="0" presId="urn:microsoft.com/office/officeart/2024/3/layout/hArc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793A4CB-741A-4143-BC70-8AF23D6F330E}" type="doc">
      <dgm:prSet loTypeId="urn:microsoft.com/office/officeart/2024/3/layout/hArchList1" loCatId="List" qsTypeId="urn:microsoft.com/office/officeart/2005/8/quickstyle/simple1" qsCatId="simple" csTypeId="urn:microsoft.com/office/officeart/2005/8/colors/accent1_2" csCatId="accent1" phldr="1"/>
      <dgm:spPr/>
      <dgm:t>
        <a:bodyPr/>
        <a:lstStyle/>
        <a:p>
          <a:endParaRPr lang="en-US"/>
        </a:p>
      </dgm:t>
    </dgm:pt>
    <dgm:pt modelId="{D6E17751-C7BF-49A7-8FE8-4C4DFCA83C77}">
      <dgm:prSet/>
      <dgm:spPr/>
      <dgm:t>
        <a:bodyPr/>
        <a:lstStyle/>
        <a:p>
          <a:pPr>
            <a:lnSpc>
              <a:spcPct val="100000"/>
            </a:lnSpc>
            <a:defRPr b="1"/>
          </a:pPr>
          <a:r>
            <a:rPr lang="pt-PT" noProof="0" dirty="0"/>
            <a:t>Comunicação assíncrona</a:t>
          </a:r>
        </a:p>
      </dgm:t>
    </dgm:pt>
    <dgm:pt modelId="{76C35E4F-8FEC-4536-A286-87E083CD1A27}" type="parTrans" cxnId="{5CB80C65-D5D0-49B2-8231-6BF20167FCA8}">
      <dgm:prSet/>
      <dgm:spPr/>
      <dgm:t>
        <a:bodyPr/>
        <a:lstStyle/>
        <a:p>
          <a:endParaRPr lang="en-US"/>
        </a:p>
      </dgm:t>
    </dgm:pt>
    <dgm:pt modelId="{76C30252-9D36-4B36-8002-6D7DF7846DF6}" type="sibTrans" cxnId="{5CB80C65-D5D0-49B2-8231-6BF20167FCA8}">
      <dgm:prSet/>
      <dgm:spPr/>
      <dgm:t>
        <a:bodyPr/>
        <a:lstStyle/>
        <a:p>
          <a:pPr>
            <a:lnSpc>
              <a:spcPct val="100000"/>
            </a:lnSpc>
            <a:defRPr b="1"/>
          </a:pPr>
          <a:endParaRPr lang="en-US"/>
        </a:p>
      </dgm:t>
    </dgm:pt>
    <dgm:pt modelId="{5177CEE2-7C42-4985-9A1D-DD5EAC36F4B6}">
      <dgm:prSet custT="1"/>
      <dgm:spPr/>
      <dgm:t>
        <a:bodyPr/>
        <a:lstStyle/>
        <a:p>
          <a:pPr algn="just">
            <a:lnSpc>
              <a:spcPct val="100000"/>
            </a:lnSpc>
          </a:pPr>
          <a:r>
            <a:rPr lang="en-US" sz="1200" b="0" i="0" dirty="0" err="1"/>
            <a:t>Comunicação</a:t>
          </a:r>
          <a:r>
            <a:rPr lang="en-US" sz="1200" b="0" i="0" dirty="0"/>
            <a:t> </a:t>
          </a:r>
          <a:r>
            <a:rPr lang="en-US" sz="1200" b="0" i="0" dirty="0" err="1"/>
            <a:t>é</a:t>
          </a:r>
          <a:r>
            <a:rPr lang="en-US" sz="1200" b="0" i="0" dirty="0"/>
            <a:t> </a:t>
          </a:r>
          <a:r>
            <a:rPr lang="en-US" sz="1200" b="1" i="0" dirty="0" err="1"/>
            <a:t>assíncrona</a:t>
          </a:r>
          <a:r>
            <a:rPr lang="en-US" sz="1200" b="1" i="0" dirty="0"/>
            <a:t> </a:t>
          </a:r>
          <a:r>
            <a:rPr lang="en-US" sz="1200" b="1" i="0" dirty="0" err="1"/>
            <a:t>baseada</a:t>
          </a:r>
          <a:r>
            <a:rPr lang="en-US" sz="1200" b="1" i="0" dirty="0"/>
            <a:t> </a:t>
          </a:r>
          <a:r>
            <a:rPr lang="en-US" sz="1200" b="1" i="0" dirty="0" err="1"/>
            <a:t>em</a:t>
          </a:r>
          <a:r>
            <a:rPr lang="en-US" sz="1200" b="1" i="0" dirty="0"/>
            <a:t> </a:t>
          </a:r>
          <a:r>
            <a:rPr lang="en-US" sz="1200" b="1" i="0" dirty="0" err="1"/>
            <a:t>mensagens</a:t>
          </a:r>
          <a:r>
            <a:rPr lang="en-US" sz="1200" b="0" i="0" dirty="0"/>
            <a:t> entre </a:t>
          </a:r>
          <a:r>
            <a:rPr lang="en-US" sz="1200" b="0" i="0" dirty="0" err="1"/>
            <a:t>produtor</a:t>
          </a:r>
          <a:r>
            <a:rPr lang="en-US" sz="1200" b="0" i="0" dirty="0"/>
            <a:t> e </a:t>
          </a:r>
          <a:r>
            <a:rPr lang="en-US" sz="1200" b="0" i="0" dirty="0" err="1"/>
            <a:t>consumidor</a:t>
          </a:r>
          <a:r>
            <a:rPr lang="en-US" sz="1200" b="0" i="0" dirty="0"/>
            <a:t> via RabbitMQ (AMQP, exchanges fanout race-*), </a:t>
          </a:r>
          <a:r>
            <a:rPr lang="en-US" sz="1200" b="0" i="0" dirty="0" err="1"/>
            <a:t>sem</a:t>
          </a:r>
          <a:r>
            <a:rPr lang="en-US" sz="1200" b="0" i="0" dirty="0"/>
            <a:t> REST no </a:t>
          </a:r>
          <a:r>
            <a:rPr lang="en-US" sz="1200" b="0" i="0" dirty="0" err="1"/>
            <a:t>percurso</a:t>
          </a:r>
          <a:r>
            <a:rPr lang="en-US" sz="1200" b="0" i="0" dirty="0"/>
            <a:t> de </a:t>
          </a:r>
          <a:r>
            <a:rPr lang="en-US" sz="1200" b="0" i="0" dirty="0" err="1"/>
            <a:t>eventos</a:t>
          </a:r>
          <a:r>
            <a:rPr lang="en-US" sz="1200" b="0" i="0" dirty="0"/>
            <a:t>.</a:t>
          </a:r>
          <a:endParaRPr lang="pt-PT" sz="1200" noProof="0" dirty="0"/>
        </a:p>
      </dgm:t>
    </dgm:pt>
    <dgm:pt modelId="{9E29634D-0CB7-4A96-BB14-48B79B738FFB}" type="parTrans" cxnId="{AF1AECD4-C54D-4122-8457-40964956E0F7}">
      <dgm:prSet/>
      <dgm:spPr/>
      <dgm:t>
        <a:bodyPr/>
        <a:lstStyle/>
        <a:p>
          <a:endParaRPr lang="en-US"/>
        </a:p>
      </dgm:t>
    </dgm:pt>
    <dgm:pt modelId="{1271C38B-EF70-4CE4-A5F2-EA27AF746D77}" type="sibTrans" cxnId="{AF1AECD4-C54D-4122-8457-40964956E0F7}">
      <dgm:prSet/>
      <dgm:spPr/>
      <dgm:t>
        <a:bodyPr/>
        <a:lstStyle/>
        <a:p>
          <a:endParaRPr lang="en-US"/>
        </a:p>
      </dgm:t>
    </dgm:pt>
    <dgm:pt modelId="{F5FC615F-110C-4C32-B5F2-69BE4C0C83C4}">
      <dgm:prSet/>
      <dgm:spPr/>
      <dgm:t>
        <a:bodyPr/>
        <a:lstStyle/>
        <a:p>
          <a:pPr>
            <a:lnSpc>
              <a:spcPct val="100000"/>
            </a:lnSpc>
            <a:defRPr b="1"/>
          </a:pPr>
          <a:r>
            <a:rPr lang="pt-PT" noProof="0" dirty="0"/>
            <a:t>Mensagens Assíncronas</a:t>
          </a:r>
        </a:p>
      </dgm:t>
    </dgm:pt>
    <dgm:pt modelId="{E1807509-5222-435C-9D1E-A55A4FC56622}" type="parTrans" cxnId="{D58163D7-583D-469B-9A8E-3D325D225096}">
      <dgm:prSet/>
      <dgm:spPr/>
      <dgm:t>
        <a:bodyPr/>
        <a:lstStyle/>
        <a:p>
          <a:endParaRPr lang="en-US"/>
        </a:p>
      </dgm:t>
    </dgm:pt>
    <dgm:pt modelId="{3CCF503F-F25D-45C9-9235-558F9F25B63C}" type="sibTrans" cxnId="{D58163D7-583D-469B-9A8E-3D325D225096}">
      <dgm:prSet/>
      <dgm:spPr/>
      <dgm:t>
        <a:bodyPr/>
        <a:lstStyle/>
        <a:p>
          <a:pPr>
            <a:lnSpc>
              <a:spcPct val="100000"/>
            </a:lnSpc>
            <a:defRPr b="1"/>
          </a:pPr>
          <a:endParaRPr lang="en-US"/>
        </a:p>
      </dgm:t>
    </dgm:pt>
    <dgm:pt modelId="{86FA85D3-F9FB-406C-B524-A38A6CED4576}">
      <dgm:prSet custT="1"/>
      <dgm:spPr/>
      <dgm:t>
        <a:bodyPr/>
        <a:lstStyle/>
        <a:p>
          <a:pPr algn="just">
            <a:lnSpc>
              <a:spcPct val="100000"/>
            </a:lnSpc>
          </a:pPr>
          <a:r>
            <a:rPr lang="en-US" sz="1200" b="0" i="0" dirty="0"/>
            <a:t>O </a:t>
          </a:r>
          <a:r>
            <a:rPr lang="en-US" sz="1200" b="0" i="0" dirty="0" err="1"/>
            <a:t>consumidor</a:t>
          </a:r>
          <a:r>
            <a:rPr lang="en-US" sz="1200" b="0" i="0" dirty="0"/>
            <a:t> </a:t>
          </a:r>
          <a:r>
            <a:rPr lang="en-US" sz="1200" b="0" i="0" dirty="0" err="1"/>
            <a:t>consome</a:t>
          </a:r>
          <a:r>
            <a:rPr lang="en-US" sz="1200" b="0" i="0" dirty="0"/>
            <a:t> </a:t>
          </a:r>
          <a:r>
            <a:rPr lang="en-US" sz="1200" b="0" i="0" dirty="0" err="1"/>
            <a:t>mensagens</a:t>
          </a:r>
          <a:r>
            <a:rPr lang="en-US" sz="1200" b="0" i="0" dirty="0"/>
            <a:t> e </a:t>
          </a:r>
          <a:r>
            <a:rPr lang="en-US" sz="1200" b="0" i="0" dirty="0" err="1"/>
            <a:t>reenvia</a:t>
          </a:r>
          <a:r>
            <a:rPr lang="en-US" sz="1200" b="0" i="0" dirty="0"/>
            <a:t>-as para o frontend via </a:t>
          </a:r>
          <a:r>
            <a:rPr lang="en-US" sz="1200" b="1" i="0" dirty="0"/>
            <a:t>WebSocket</a:t>
          </a:r>
          <a:r>
            <a:rPr lang="en-US" sz="1200" b="0" i="0" dirty="0"/>
            <a:t> (</a:t>
          </a:r>
          <a:r>
            <a:rPr lang="en-US" sz="1200" b="0" i="0" dirty="0" err="1"/>
            <a:t>persistente</a:t>
          </a:r>
          <a:r>
            <a:rPr lang="en-US" sz="1200" b="0" i="0" dirty="0"/>
            <a:t>, </a:t>
          </a:r>
          <a:r>
            <a:rPr lang="en-US" sz="1200" b="0" i="0" dirty="0" err="1"/>
            <a:t>bidirecional</a:t>
          </a:r>
          <a:r>
            <a:rPr lang="en-US" sz="1200" b="0" i="0" dirty="0"/>
            <a:t>). </a:t>
          </a:r>
        </a:p>
        <a:p>
          <a:pPr algn="just">
            <a:lnSpc>
              <a:spcPct val="100000"/>
            </a:lnSpc>
          </a:pPr>
          <a:r>
            <a:rPr lang="en-US" sz="1200" b="0" i="0" dirty="0" err="1"/>
            <a:t>É</a:t>
          </a:r>
          <a:r>
            <a:rPr lang="en-US" sz="1200" b="0" i="0" dirty="0"/>
            <a:t> </a:t>
          </a:r>
          <a:r>
            <a:rPr lang="en-US" sz="1200" b="0" i="0" dirty="0" err="1"/>
            <a:t>assíncrono</a:t>
          </a:r>
          <a:r>
            <a:rPr lang="en-US" sz="1200" b="0" i="0" dirty="0"/>
            <a:t>: o </a:t>
          </a:r>
          <a:r>
            <a:rPr lang="en-US" sz="1200" b="0" i="0" dirty="0" err="1"/>
            <a:t>cliente</a:t>
          </a:r>
          <a:r>
            <a:rPr lang="en-US" sz="1200" b="0" i="0" dirty="0"/>
            <a:t> </a:t>
          </a:r>
          <a:r>
            <a:rPr lang="en-US" sz="1200" b="0" i="0" dirty="0" err="1"/>
            <a:t>recebe</a:t>
          </a:r>
          <a:r>
            <a:rPr lang="en-US" sz="1200" b="0" i="0" dirty="0"/>
            <a:t> push </a:t>
          </a:r>
          <a:r>
            <a:rPr lang="en-US" sz="1200" b="0" i="0" dirty="0" err="1"/>
            <a:t>conforme</a:t>
          </a:r>
          <a:r>
            <a:rPr lang="en-US" sz="1200" b="0" i="0" dirty="0"/>
            <a:t> </a:t>
          </a:r>
          <a:r>
            <a:rPr lang="en-US" sz="1200" b="0" i="0" dirty="0" err="1"/>
            <a:t>chegam</a:t>
          </a:r>
          <a:r>
            <a:rPr lang="en-US" sz="1200" b="0" i="0" dirty="0"/>
            <a:t> </a:t>
          </a:r>
          <a:r>
            <a:rPr lang="en-US" sz="1200" b="0" i="0" dirty="0" err="1"/>
            <a:t>eventos</a:t>
          </a:r>
          <a:r>
            <a:rPr lang="en-US" sz="1200" b="0" i="0" dirty="0"/>
            <a:t>.</a:t>
          </a:r>
          <a:endParaRPr lang="pt-PT" sz="1200" noProof="0" dirty="0"/>
        </a:p>
      </dgm:t>
    </dgm:pt>
    <dgm:pt modelId="{0BB26DCA-67B5-43B3-BD5A-929ABC619EB5}" type="parTrans" cxnId="{335CDBEF-673F-44F0-8B6B-831F697F9C26}">
      <dgm:prSet/>
      <dgm:spPr/>
      <dgm:t>
        <a:bodyPr/>
        <a:lstStyle/>
        <a:p>
          <a:endParaRPr lang="en-US"/>
        </a:p>
      </dgm:t>
    </dgm:pt>
    <dgm:pt modelId="{0C6D8658-BE66-4009-8EDC-86EF48155C88}" type="sibTrans" cxnId="{335CDBEF-673F-44F0-8B6B-831F697F9C26}">
      <dgm:prSet/>
      <dgm:spPr/>
      <dgm:t>
        <a:bodyPr/>
        <a:lstStyle/>
        <a:p>
          <a:endParaRPr lang="en-US"/>
        </a:p>
      </dgm:t>
    </dgm:pt>
    <dgm:pt modelId="{94BEACEF-7912-4BE6-A496-A0D1752353AC}">
      <dgm:prSet/>
      <dgm:spPr/>
      <dgm:t>
        <a:bodyPr/>
        <a:lstStyle/>
        <a:p>
          <a:pPr>
            <a:lnSpc>
              <a:spcPct val="100000"/>
            </a:lnSpc>
            <a:defRPr b="1"/>
          </a:pPr>
          <a:r>
            <a:rPr lang="pt-PT" noProof="0" dirty="0"/>
            <a:t>Protocolos e Formatos de Dados</a:t>
          </a:r>
        </a:p>
      </dgm:t>
    </dgm:pt>
    <dgm:pt modelId="{771984FC-8569-4651-A71D-B72647718CB2}" type="parTrans" cxnId="{AA7DA8EE-CB6F-43AC-BD81-E7FF5A9F52AD}">
      <dgm:prSet/>
      <dgm:spPr/>
      <dgm:t>
        <a:bodyPr/>
        <a:lstStyle/>
        <a:p>
          <a:endParaRPr lang="en-US"/>
        </a:p>
      </dgm:t>
    </dgm:pt>
    <dgm:pt modelId="{862885EE-B2EA-4F33-AD99-CB1EA2B75284}" type="sibTrans" cxnId="{AA7DA8EE-CB6F-43AC-BD81-E7FF5A9F52AD}">
      <dgm:prSet/>
      <dgm:spPr/>
      <dgm:t>
        <a:bodyPr/>
        <a:lstStyle/>
        <a:p>
          <a:pPr>
            <a:lnSpc>
              <a:spcPct val="100000"/>
            </a:lnSpc>
            <a:defRPr b="1"/>
          </a:pPr>
          <a:endParaRPr lang="en-US"/>
        </a:p>
      </dgm:t>
    </dgm:pt>
    <dgm:pt modelId="{35057A4D-CD29-498E-AD01-00EBDCF38723}">
      <dgm:prSet custT="1"/>
      <dgm:spPr/>
      <dgm:t>
        <a:bodyPr/>
        <a:lstStyle/>
        <a:p>
          <a:pPr algn="just">
            <a:lnSpc>
              <a:spcPct val="100000"/>
            </a:lnSpc>
          </a:pPr>
          <a:r>
            <a:rPr lang="en-US" sz="1200" b="1" i="0" dirty="0"/>
            <a:t>AMQP</a:t>
          </a:r>
          <a:r>
            <a:rPr lang="en-US" sz="1200" b="0" i="0" dirty="0"/>
            <a:t> entre </a:t>
          </a:r>
          <a:r>
            <a:rPr lang="en-US" sz="1200" b="0" i="0" dirty="0" err="1"/>
            <a:t>produtor↔RabbitMQ↔consumidor</a:t>
          </a:r>
          <a:r>
            <a:rPr lang="en-US" sz="1200" b="0" i="0" dirty="0"/>
            <a:t>; </a:t>
          </a:r>
        </a:p>
        <a:p>
          <a:pPr algn="just">
            <a:lnSpc>
              <a:spcPct val="100000"/>
            </a:lnSpc>
          </a:pPr>
          <a:r>
            <a:rPr lang="en-US" sz="1200" b="1" i="0" dirty="0"/>
            <a:t>HTTP/WebSocket</a:t>
          </a:r>
          <a:r>
            <a:rPr lang="en-US" sz="1200" b="0" i="0" dirty="0"/>
            <a:t> para </a:t>
          </a:r>
          <a:r>
            <a:rPr lang="en-US" sz="1200" b="0" i="0" dirty="0" err="1"/>
            <a:t>consumidor↔frontend</a:t>
          </a:r>
          <a:r>
            <a:rPr lang="en-US" sz="1200" b="0" i="0" dirty="0"/>
            <a:t>;</a:t>
          </a:r>
        </a:p>
        <a:p>
          <a:pPr algn="just">
            <a:lnSpc>
              <a:spcPct val="100000"/>
            </a:lnSpc>
          </a:pPr>
          <a:r>
            <a:rPr lang="en-US" sz="1200" b="1" i="0" dirty="0"/>
            <a:t>JSON</a:t>
          </a:r>
          <a:r>
            <a:rPr lang="en-US" sz="1200" b="0" i="0" dirty="0"/>
            <a:t> com campos athlete, gender, race, location:{</a:t>
          </a:r>
          <a:r>
            <a:rPr lang="en-US" sz="1200" b="0" i="0" dirty="0" err="1"/>
            <a:t>latitude,longitude</a:t>
          </a:r>
          <a:r>
            <a:rPr lang="en-US" sz="1200" b="0" i="0" dirty="0"/>
            <a:t>}, elevation, time, event.</a:t>
          </a:r>
          <a:endParaRPr lang="pt-PT" sz="1200" noProof="0" dirty="0"/>
        </a:p>
      </dgm:t>
    </dgm:pt>
    <dgm:pt modelId="{7384E631-60FD-434C-BD5E-E8D00D2E8D1F}" type="parTrans" cxnId="{D9AF78B7-B130-4FCC-8D2B-B785BA442185}">
      <dgm:prSet/>
      <dgm:spPr/>
      <dgm:t>
        <a:bodyPr/>
        <a:lstStyle/>
        <a:p>
          <a:endParaRPr lang="en-US"/>
        </a:p>
      </dgm:t>
    </dgm:pt>
    <dgm:pt modelId="{6EECA2CE-AF2F-48B5-B160-EC23FAD8099A}" type="sibTrans" cxnId="{D9AF78B7-B130-4FCC-8D2B-B785BA442185}">
      <dgm:prSet/>
      <dgm:spPr/>
      <dgm:t>
        <a:bodyPr/>
        <a:lstStyle/>
        <a:p>
          <a:endParaRPr lang="en-US"/>
        </a:p>
      </dgm:t>
    </dgm:pt>
    <dgm:pt modelId="{96910E28-F356-4DA0-897C-F49D391AB5C2}" type="pres">
      <dgm:prSet presAssocID="{C793A4CB-741A-4143-BC70-8AF23D6F330E}" presName="Name0" presStyleCnt="0">
        <dgm:presLayoutVars>
          <dgm:dir/>
          <dgm:resizeHandles val="exact"/>
        </dgm:presLayoutVars>
      </dgm:prSet>
      <dgm:spPr/>
    </dgm:pt>
    <dgm:pt modelId="{EE1546D4-6146-4AA0-9791-EA13CC0F0CBB}" type="pres">
      <dgm:prSet presAssocID="{D6E17751-C7BF-49A7-8FE8-4C4DFCA83C77}" presName="compNode" presStyleCnt="0"/>
      <dgm:spPr/>
    </dgm:pt>
    <dgm:pt modelId="{F8522E71-9B97-4408-89B0-5B56F5725FF6}" type="pres">
      <dgm:prSet presAssocID="{D6E17751-C7BF-49A7-8FE8-4C4DFCA83C77}" presName="pictRect" presStyleLbl="revTx" presStyleIdx="0" presStyleCnt="6">
        <dgm:presLayoutVars>
          <dgm:chMax val="0"/>
          <dgm:bulletEnabled/>
        </dgm:presLayoutVars>
      </dgm:prSet>
      <dgm:spPr/>
    </dgm:pt>
    <dgm:pt modelId="{86B5E1DC-59F0-48B0-857F-679563625FA0}" type="pres">
      <dgm:prSet presAssocID="{D6E17751-C7BF-49A7-8FE8-4C4DFCA83C77}" presName="textRect" presStyleLbl="revTx" presStyleIdx="1" presStyleCnt="6">
        <dgm:presLayoutVars>
          <dgm:bulletEnabled/>
        </dgm:presLayoutVars>
      </dgm:prSet>
      <dgm:spPr/>
    </dgm:pt>
    <dgm:pt modelId="{82AD96FB-2824-4475-B822-82F355780AC5}" type="pres">
      <dgm:prSet presAssocID="{76C30252-9D36-4B36-8002-6D7DF7846DF6}" presName="sibTrans" presStyleLbl="sibTrans2D1" presStyleIdx="0" presStyleCnt="0"/>
      <dgm:spPr/>
    </dgm:pt>
    <dgm:pt modelId="{11D34C98-6AD8-4F4D-BBB3-FDA95828EBE4}" type="pres">
      <dgm:prSet presAssocID="{F5FC615F-110C-4C32-B5F2-69BE4C0C83C4}" presName="compNode" presStyleCnt="0"/>
      <dgm:spPr/>
    </dgm:pt>
    <dgm:pt modelId="{7134C525-8CCD-4108-AF01-96286A5A0E05}" type="pres">
      <dgm:prSet presAssocID="{F5FC615F-110C-4C32-B5F2-69BE4C0C83C4}" presName="pictRect" presStyleLbl="revTx" presStyleIdx="2" presStyleCnt="6">
        <dgm:presLayoutVars>
          <dgm:chMax val="0"/>
          <dgm:bulletEnabled/>
        </dgm:presLayoutVars>
      </dgm:prSet>
      <dgm:spPr/>
    </dgm:pt>
    <dgm:pt modelId="{1F303D58-5C0E-441C-AD6F-0CB810D3C9E8}" type="pres">
      <dgm:prSet presAssocID="{F5FC615F-110C-4C32-B5F2-69BE4C0C83C4}" presName="textRect" presStyleLbl="revTx" presStyleIdx="3" presStyleCnt="6">
        <dgm:presLayoutVars>
          <dgm:bulletEnabled/>
        </dgm:presLayoutVars>
      </dgm:prSet>
      <dgm:spPr/>
    </dgm:pt>
    <dgm:pt modelId="{9BEC220A-F45A-4D59-9ED0-249D16E09ABE}" type="pres">
      <dgm:prSet presAssocID="{3CCF503F-F25D-45C9-9235-558F9F25B63C}" presName="sibTrans" presStyleLbl="sibTrans2D1" presStyleIdx="0" presStyleCnt="0"/>
      <dgm:spPr/>
    </dgm:pt>
    <dgm:pt modelId="{F235BD52-21DA-4BEC-93BF-C3F0B279083F}" type="pres">
      <dgm:prSet presAssocID="{94BEACEF-7912-4BE6-A496-A0D1752353AC}" presName="compNode" presStyleCnt="0"/>
      <dgm:spPr/>
    </dgm:pt>
    <dgm:pt modelId="{FC0ED944-368A-4995-9904-DDDEE2178AA9}" type="pres">
      <dgm:prSet presAssocID="{94BEACEF-7912-4BE6-A496-A0D1752353AC}" presName="pictRect" presStyleLbl="revTx" presStyleIdx="4" presStyleCnt="6">
        <dgm:presLayoutVars>
          <dgm:chMax val="0"/>
          <dgm:bulletEnabled/>
        </dgm:presLayoutVars>
      </dgm:prSet>
      <dgm:spPr/>
    </dgm:pt>
    <dgm:pt modelId="{C0D7DB82-4CD9-4C38-A5E9-D88A21934649}" type="pres">
      <dgm:prSet presAssocID="{94BEACEF-7912-4BE6-A496-A0D1752353AC}" presName="textRect" presStyleLbl="revTx" presStyleIdx="5" presStyleCnt="6">
        <dgm:presLayoutVars>
          <dgm:bulletEnabled/>
        </dgm:presLayoutVars>
      </dgm:prSet>
      <dgm:spPr/>
    </dgm:pt>
  </dgm:ptLst>
  <dgm:cxnLst>
    <dgm:cxn modelId="{B8FFBB04-003F-4418-8A6A-53F3130F8B57}" type="presOf" srcId="{F5FC615F-110C-4C32-B5F2-69BE4C0C83C4}" destId="{7134C525-8CCD-4108-AF01-96286A5A0E05}" srcOrd="0" destOrd="0" presId="urn:microsoft.com/office/officeart/2024/3/layout/hArchList1"/>
    <dgm:cxn modelId="{39F59248-7C5D-4961-BFD3-9945101D22E3}" type="presOf" srcId="{35057A4D-CD29-498E-AD01-00EBDCF38723}" destId="{C0D7DB82-4CD9-4C38-A5E9-D88A21934649}" srcOrd="0" destOrd="0" presId="urn:microsoft.com/office/officeart/2024/3/layout/hArchList1"/>
    <dgm:cxn modelId="{5A226E53-9FA9-4886-8B28-F22EA8AABE89}" type="presOf" srcId="{3CCF503F-F25D-45C9-9235-558F9F25B63C}" destId="{9BEC220A-F45A-4D59-9ED0-249D16E09ABE}" srcOrd="0" destOrd="0" presId="urn:microsoft.com/office/officeart/2024/3/layout/hArchList1"/>
    <dgm:cxn modelId="{5CB80C65-D5D0-49B2-8231-6BF20167FCA8}" srcId="{C793A4CB-741A-4143-BC70-8AF23D6F330E}" destId="{D6E17751-C7BF-49A7-8FE8-4C4DFCA83C77}" srcOrd="0" destOrd="0" parTransId="{76C35E4F-8FEC-4536-A286-87E083CD1A27}" sibTransId="{76C30252-9D36-4B36-8002-6D7DF7846DF6}"/>
    <dgm:cxn modelId="{DB78FD74-2A2B-4DC6-A7DD-A9AF230C0A25}" type="presOf" srcId="{86FA85D3-F9FB-406C-B524-A38A6CED4576}" destId="{1F303D58-5C0E-441C-AD6F-0CB810D3C9E8}" srcOrd="0" destOrd="0" presId="urn:microsoft.com/office/officeart/2024/3/layout/hArchList1"/>
    <dgm:cxn modelId="{CE66048A-925E-4E5D-9082-C6AAB0BAEF43}" type="presOf" srcId="{94BEACEF-7912-4BE6-A496-A0D1752353AC}" destId="{FC0ED944-368A-4995-9904-DDDEE2178AA9}" srcOrd="0" destOrd="0" presId="urn:microsoft.com/office/officeart/2024/3/layout/hArchList1"/>
    <dgm:cxn modelId="{D9AF78B7-B130-4FCC-8D2B-B785BA442185}" srcId="{94BEACEF-7912-4BE6-A496-A0D1752353AC}" destId="{35057A4D-CD29-498E-AD01-00EBDCF38723}" srcOrd="0" destOrd="0" parTransId="{7384E631-60FD-434C-BD5E-E8D00D2E8D1F}" sibTransId="{6EECA2CE-AF2F-48B5-B160-EC23FAD8099A}"/>
    <dgm:cxn modelId="{AF1AECD4-C54D-4122-8457-40964956E0F7}" srcId="{D6E17751-C7BF-49A7-8FE8-4C4DFCA83C77}" destId="{5177CEE2-7C42-4985-9A1D-DD5EAC36F4B6}" srcOrd="0" destOrd="0" parTransId="{9E29634D-0CB7-4A96-BB14-48B79B738FFB}" sibTransId="{1271C38B-EF70-4CE4-A5F2-EA27AF746D77}"/>
    <dgm:cxn modelId="{D58163D7-583D-469B-9A8E-3D325D225096}" srcId="{C793A4CB-741A-4143-BC70-8AF23D6F330E}" destId="{F5FC615F-110C-4C32-B5F2-69BE4C0C83C4}" srcOrd="1" destOrd="0" parTransId="{E1807509-5222-435C-9D1E-A55A4FC56622}" sibTransId="{3CCF503F-F25D-45C9-9235-558F9F25B63C}"/>
    <dgm:cxn modelId="{406AA9DE-C2E1-4BEF-B612-E9BD3DB967B4}" type="presOf" srcId="{C793A4CB-741A-4143-BC70-8AF23D6F330E}" destId="{96910E28-F356-4DA0-897C-F49D391AB5C2}" srcOrd="0" destOrd="0" presId="urn:microsoft.com/office/officeart/2024/3/layout/hArchList1"/>
    <dgm:cxn modelId="{AA7DA8EE-CB6F-43AC-BD81-E7FF5A9F52AD}" srcId="{C793A4CB-741A-4143-BC70-8AF23D6F330E}" destId="{94BEACEF-7912-4BE6-A496-A0D1752353AC}" srcOrd="2" destOrd="0" parTransId="{771984FC-8569-4651-A71D-B72647718CB2}" sibTransId="{862885EE-B2EA-4F33-AD99-CB1EA2B75284}"/>
    <dgm:cxn modelId="{335CDBEF-673F-44F0-8B6B-831F697F9C26}" srcId="{F5FC615F-110C-4C32-B5F2-69BE4C0C83C4}" destId="{86FA85D3-F9FB-406C-B524-A38A6CED4576}" srcOrd="0" destOrd="0" parTransId="{0BB26DCA-67B5-43B3-BD5A-929ABC619EB5}" sibTransId="{0C6D8658-BE66-4009-8EDC-86EF48155C88}"/>
    <dgm:cxn modelId="{304EEBFD-9A38-4BE7-B83D-81F05EEF3673}" type="presOf" srcId="{76C30252-9D36-4B36-8002-6D7DF7846DF6}" destId="{82AD96FB-2824-4475-B822-82F355780AC5}" srcOrd="0" destOrd="0" presId="urn:microsoft.com/office/officeart/2024/3/layout/hArchList1"/>
    <dgm:cxn modelId="{C9513FFF-7510-45A9-AA76-E5B674073BAC}" type="presOf" srcId="{D6E17751-C7BF-49A7-8FE8-4C4DFCA83C77}" destId="{F8522E71-9B97-4408-89B0-5B56F5725FF6}" srcOrd="0" destOrd="0" presId="urn:microsoft.com/office/officeart/2024/3/layout/hArchList1"/>
    <dgm:cxn modelId="{05CBD6FF-FDEF-4E48-8E39-FBF7A2EFC8EB}" type="presOf" srcId="{5177CEE2-7C42-4985-9A1D-DD5EAC36F4B6}" destId="{86B5E1DC-59F0-48B0-857F-679563625FA0}" srcOrd="0" destOrd="0" presId="urn:microsoft.com/office/officeart/2024/3/layout/hArchList1"/>
    <dgm:cxn modelId="{C7DF9605-A6E3-4A91-A43A-570C344B9057}" type="presParOf" srcId="{96910E28-F356-4DA0-897C-F49D391AB5C2}" destId="{EE1546D4-6146-4AA0-9791-EA13CC0F0CBB}" srcOrd="0" destOrd="0" presId="urn:microsoft.com/office/officeart/2024/3/layout/hArchList1"/>
    <dgm:cxn modelId="{52F9F00A-E671-4D08-BEC4-3B4102A30562}" type="presParOf" srcId="{EE1546D4-6146-4AA0-9791-EA13CC0F0CBB}" destId="{F8522E71-9B97-4408-89B0-5B56F5725FF6}" srcOrd="0" destOrd="0" presId="urn:microsoft.com/office/officeart/2024/3/layout/hArchList1"/>
    <dgm:cxn modelId="{582A4051-66CE-4B48-BDA4-0F0CBD679A38}" type="presParOf" srcId="{EE1546D4-6146-4AA0-9791-EA13CC0F0CBB}" destId="{86B5E1DC-59F0-48B0-857F-679563625FA0}" srcOrd="1" destOrd="0" presId="urn:microsoft.com/office/officeart/2024/3/layout/hArchList1"/>
    <dgm:cxn modelId="{FF50A2DB-6D4D-41DC-8C9F-1EAC85B4B60B}" type="presParOf" srcId="{96910E28-F356-4DA0-897C-F49D391AB5C2}" destId="{82AD96FB-2824-4475-B822-82F355780AC5}" srcOrd="1" destOrd="0" presId="urn:microsoft.com/office/officeart/2024/3/layout/hArchList1"/>
    <dgm:cxn modelId="{69E80A0C-6C04-4240-944C-BC6CFA9C5B7B}" type="presParOf" srcId="{96910E28-F356-4DA0-897C-F49D391AB5C2}" destId="{11D34C98-6AD8-4F4D-BBB3-FDA95828EBE4}" srcOrd="2" destOrd="0" presId="urn:microsoft.com/office/officeart/2024/3/layout/hArchList1"/>
    <dgm:cxn modelId="{2277B5FC-6EBA-488E-BDE3-AC11AF24648C}" type="presParOf" srcId="{11D34C98-6AD8-4F4D-BBB3-FDA95828EBE4}" destId="{7134C525-8CCD-4108-AF01-96286A5A0E05}" srcOrd="0" destOrd="0" presId="urn:microsoft.com/office/officeart/2024/3/layout/hArchList1"/>
    <dgm:cxn modelId="{1E48B94C-9DF5-4505-B62F-E9765645B5B2}" type="presParOf" srcId="{11D34C98-6AD8-4F4D-BBB3-FDA95828EBE4}" destId="{1F303D58-5C0E-441C-AD6F-0CB810D3C9E8}" srcOrd="1" destOrd="0" presId="urn:microsoft.com/office/officeart/2024/3/layout/hArchList1"/>
    <dgm:cxn modelId="{15F5B448-9CAE-4D88-9A84-B2A55CB58765}" type="presParOf" srcId="{96910E28-F356-4DA0-897C-F49D391AB5C2}" destId="{9BEC220A-F45A-4D59-9ED0-249D16E09ABE}" srcOrd="3" destOrd="0" presId="urn:microsoft.com/office/officeart/2024/3/layout/hArchList1"/>
    <dgm:cxn modelId="{2CED194E-C9D4-4FEA-B59E-C8A95AABC8E0}" type="presParOf" srcId="{96910E28-F356-4DA0-897C-F49D391AB5C2}" destId="{F235BD52-21DA-4BEC-93BF-C3F0B279083F}" srcOrd="4" destOrd="0" presId="urn:microsoft.com/office/officeart/2024/3/layout/hArchList1"/>
    <dgm:cxn modelId="{E27C3B61-48DF-4FD4-8800-D30D7F9EA95B}" type="presParOf" srcId="{F235BD52-21DA-4BEC-93BF-C3F0B279083F}" destId="{FC0ED944-368A-4995-9904-DDDEE2178AA9}" srcOrd="0" destOrd="0" presId="urn:microsoft.com/office/officeart/2024/3/layout/hArchList1"/>
    <dgm:cxn modelId="{2798AD45-F73B-4028-AEF5-C66517A5CE5B}" type="presParOf" srcId="{F235BD52-21DA-4BEC-93BF-C3F0B279083F}" destId="{C0D7DB82-4CD9-4C38-A5E9-D88A21934649}" srcOrd="1" destOrd="0" presId="urn:microsoft.com/office/officeart/2024/3/layout/hArc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F2754B0A-6E15-4B65-8741-53630B146FEC}" type="doc">
      <dgm:prSet loTypeId="urn:microsoft.com/office/officeart/2024/3/layout/hArchList1" loCatId="List" qsTypeId="urn:microsoft.com/office/officeart/2005/8/quickstyle/simple1" qsCatId="simple" csTypeId="urn:microsoft.com/office/officeart/2005/8/colors/accent1_2" csCatId="accent1" phldr="1"/>
      <dgm:spPr/>
      <dgm:t>
        <a:bodyPr/>
        <a:lstStyle/>
        <a:p>
          <a:endParaRPr lang="en-US"/>
        </a:p>
      </dgm:t>
    </dgm:pt>
    <dgm:pt modelId="{F4E9AF6C-3949-406D-888C-96CED4EBF7A5}">
      <dgm:prSet/>
      <dgm:spPr/>
      <dgm:t>
        <a:bodyPr/>
        <a:lstStyle/>
        <a:p>
          <a:pPr>
            <a:lnSpc>
              <a:spcPct val="100000"/>
            </a:lnSpc>
            <a:defRPr b="1"/>
          </a:pPr>
          <a:r>
            <a:rPr lang="en-US" b="1" i="0" dirty="0" err="1"/>
            <a:t>Funcionalidade</a:t>
          </a:r>
          <a:r>
            <a:rPr lang="en-US" b="1" i="0" dirty="0"/>
            <a:t> &amp; Performance</a:t>
          </a:r>
          <a:endParaRPr lang="en-US" b="0" i="0" dirty="0"/>
        </a:p>
      </dgm:t>
    </dgm:pt>
    <dgm:pt modelId="{421D91D7-B386-44DA-8212-AD99D947CBE4}" type="parTrans" cxnId="{CC632DC9-EB65-42EE-9C3D-99E40924A240}">
      <dgm:prSet/>
      <dgm:spPr/>
      <dgm:t>
        <a:bodyPr/>
        <a:lstStyle/>
        <a:p>
          <a:endParaRPr lang="en-US"/>
        </a:p>
      </dgm:t>
    </dgm:pt>
    <dgm:pt modelId="{C4DFCAF9-CAC0-49A7-AEE3-A22E2D7FC72D}" type="sibTrans" cxnId="{CC632DC9-EB65-42EE-9C3D-99E40924A240}">
      <dgm:prSet/>
      <dgm:spPr/>
      <dgm:t>
        <a:bodyPr/>
        <a:lstStyle/>
        <a:p>
          <a:pPr>
            <a:lnSpc>
              <a:spcPct val="100000"/>
            </a:lnSpc>
            <a:defRPr b="1"/>
          </a:pPr>
          <a:endParaRPr lang="en-US"/>
        </a:p>
      </dgm:t>
    </dgm:pt>
    <dgm:pt modelId="{70B2C7B7-A192-4DCD-9437-8B764404D305}">
      <dgm:prSet custT="1"/>
      <dgm:spPr/>
      <dgm:t>
        <a:bodyPr/>
        <a:lstStyle/>
        <a:p>
          <a:pPr>
            <a:lnSpc>
              <a:spcPct val="100000"/>
            </a:lnSpc>
          </a:pPr>
          <a:r>
            <a:rPr lang="en-US" sz="1200" b="0" i="0" dirty="0"/>
            <a:t>Sistema </a:t>
          </a:r>
          <a:r>
            <a:rPr lang="en-US" sz="1200" b="0" i="0" dirty="0" err="1"/>
            <a:t>funcional</a:t>
          </a:r>
          <a:r>
            <a:rPr lang="en-US" sz="1200" b="0" i="0" dirty="0"/>
            <a:t> end-to-end: </a:t>
          </a:r>
          <a:r>
            <a:rPr lang="en-US" sz="1200" b="0" i="0" dirty="0" err="1"/>
            <a:t>simulação</a:t>
          </a:r>
          <a:r>
            <a:rPr lang="en-US" sz="1200" b="0" i="0" dirty="0"/>
            <a:t> → </a:t>
          </a:r>
          <a:r>
            <a:rPr lang="en-US" sz="1200" b="0" i="0" dirty="0" err="1"/>
            <a:t>eventos</a:t>
          </a:r>
          <a:r>
            <a:rPr lang="en-US" sz="1200" b="0" i="0" dirty="0"/>
            <a:t> → </a:t>
          </a:r>
          <a:r>
            <a:rPr lang="en-US" sz="1200" b="0" i="0" dirty="0" err="1"/>
            <a:t>visualização</a:t>
          </a:r>
          <a:r>
            <a:rPr lang="en-US" sz="1200" b="0" i="0" dirty="0"/>
            <a:t> </a:t>
          </a:r>
          <a:r>
            <a:rPr lang="en-US" sz="1200" b="0" i="0" dirty="0" err="1"/>
            <a:t>em</a:t>
          </a:r>
          <a:r>
            <a:rPr lang="en-US" sz="1200" b="0" i="0" dirty="0"/>
            <a:t> tempo real.</a:t>
          </a:r>
          <a:endParaRPr lang="pt-PT" sz="1200" noProof="0" dirty="0"/>
        </a:p>
      </dgm:t>
    </dgm:pt>
    <dgm:pt modelId="{6F119966-094B-4A3F-AC4C-FFB8DE273B5A}" type="parTrans" cxnId="{78BB7D39-02D7-4429-9DE5-F721E2691B24}">
      <dgm:prSet/>
      <dgm:spPr/>
      <dgm:t>
        <a:bodyPr/>
        <a:lstStyle/>
        <a:p>
          <a:endParaRPr lang="en-US"/>
        </a:p>
      </dgm:t>
    </dgm:pt>
    <dgm:pt modelId="{68876C77-E3EA-4BA6-B990-997A192929B2}" type="sibTrans" cxnId="{78BB7D39-02D7-4429-9DE5-F721E2691B24}">
      <dgm:prSet/>
      <dgm:spPr/>
      <dgm:t>
        <a:bodyPr/>
        <a:lstStyle/>
        <a:p>
          <a:endParaRPr lang="en-US"/>
        </a:p>
      </dgm:t>
    </dgm:pt>
    <dgm:pt modelId="{9244F983-C9C8-4034-9775-31AFE96418D2}">
      <dgm:prSet/>
      <dgm:spPr/>
      <dgm:t>
        <a:bodyPr/>
        <a:lstStyle/>
        <a:p>
          <a:pPr>
            <a:lnSpc>
              <a:spcPct val="100000"/>
            </a:lnSpc>
            <a:defRPr b="1"/>
          </a:pPr>
          <a:r>
            <a:rPr lang="en-US" b="1" i="0" dirty="0" err="1"/>
            <a:t>Escalabilidade</a:t>
          </a:r>
          <a:endParaRPr lang="pt-PT" noProof="0" dirty="0"/>
        </a:p>
      </dgm:t>
    </dgm:pt>
    <dgm:pt modelId="{4D8B965E-37DD-430F-B235-4F4B0BB4CA1D}" type="parTrans" cxnId="{FFD33293-4790-4B74-A2B8-6563E33E390C}">
      <dgm:prSet/>
      <dgm:spPr/>
      <dgm:t>
        <a:bodyPr/>
        <a:lstStyle/>
        <a:p>
          <a:endParaRPr lang="en-US"/>
        </a:p>
      </dgm:t>
    </dgm:pt>
    <dgm:pt modelId="{4C8213EE-88CA-456A-A915-25008F6B6438}" type="sibTrans" cxnId="{FFD33293-4790-4B74-A2B8-6563E33E390C}">
      <dgm:prSet/>
      <dgm:spPr/>
      <dgm:t>
        <a:bodyPr/>
        <a:lstStyle/>
        <a:p>
          <a:pPr>
            <a:lnSpc>
              <a:spcPct val="100000"/>
            </a:lnSpc>
            <a:defRPr b="1"/>
          </a:pPr>
          <a:endParaRPr lang="en-US"/>
        </a:p>
      </dgm:t>
    </dgm:pt>
    <dgm:pt modelId="{163B4674-6AD7-4FA2-A3D3-AE110443E29C}">
      <dgm:prSet/>
      <dgm:spPr/>
      <dgm:t>
        <a:bodyPr/>
        <a:lstStyle/>
        <a:p>
          <a:pPr>
            <a:lnSpc>
              <a:spcPct val="100000"/>
            </a:lnSpc>
          </a:pPr>
          <a:r>
            <a:rPr lang="en-US" b="0" i="0" dirty="0" err="1"/>
            <a:t>Produtor</a:t>
          </a:r>
          <a:r>
            <a:rPr lang="en-US" b="0" i="0" dirty="0"/>
            <a:t> multi-thread, </a:t>
          </a:r>
          <a:r>
            <a:rPr lang="en-US" b="0" i="0"/>
            <a:t>consumidor </a:t>
          </a:r>
          <a:r>
            <a:rPr lang="en-US" b="0" i="0" dirty="0" err="1"/>
            <a:t>assíncrono</a:t>
          </a:r>
          <a:r>
            <a:rPr lang="en-US" b="0" i="0" dirty="0"/>
            <a:t> (</a:t>
          </a:r>
          <a:r>
            <a:rPr lang="en-US" b="0" i="0" dirty="0" err="1"/>
            <a:t>FastAPI</a:t>
          </a:r>
          <a:r>
            <a:rPr lang="en-US" b="0" i="0" dirty="0"/>
            <a:t> + </a:t>
          </a:r>
          <a:r>
            <a:rPr lang="en-US" b="0" i="0" dirty="0" err="1"/>
            <a:t>aiokafka</a:t>
          </a:r>
          <a:r>
            <a:rPr lang="en-US" b="0" i="0" dirty="0"/>
            <a:t>), </a:t>
          </a:r>
          <a:r>
            <a:rPr lang="en-US" b="0" i="0" dirty="0" err="1"/>
            <a:t>suporta</a:t>
          </a:r>
          <a:r>
            <a:rPr lang="en-US" b="0" i="0" dirty="0"/>
            <a:t> </a:t>
          </a:r>
          <a:r>
            <a:rPr lang="en-US" b="0" i="0" dirty="0" err="1"/>
            <a:t>múltiplas</a:t>
          </a:r>
          <a:r>
            <a:rPr lang="en-US" b="0" i="0" dirty="0"/>
            <a:t> corridas/</a:t>
          </a:r>
          <a:r>
            <a:rPr lang="en-US" b="0" i="0" dirty="0" err="1"/>
            <a:t>atletas</a:t>
          </a:r>
          <a:r>
            <a:rPr lang="en-US" b="0" i="0" dirty="0"/>
            <a:t>.</a:t>
          </a:r>
          <a:endParaRPr lang="pt-PT" noProof="0" dirty="0"/>
        </a:p>
      </dgm:t>
    </dgm:pt>
    <dgm:pt modelId="{C1A4201C-32F8-4D1E-8FAD-422732817EB8}" type="parTrans" cxnId="{8E71C7E3-C45B-4297-8EF5-D87EB9932E8D}">
      <dgm:prSet/>
      <dgm:spPr/>
      <dgm:t>
        <a:bodyPr/>
        <a:lstStyle/>
        <a:p>
          <a:endParaRPr lang="en-US"/>
        </a:p>
      </dgm:t>
    </dgm:pt>
    <dgm:pt modelId="{13F0CE69-FD84-41FA-9B6D-5ED434E09C96}" type="sibTrans" cxnId="{8E71C7E3-C45B-4297-8EF5-D87EB9932E8D}">
      <dgm:prSet/>
      <dgm:spPr/>
      <dgm:t>
        <a:bodyPr/>
        <a:lstStyle/>
        <a:p>
          <a:endParaRPr lang="en-US"/>
        </a:p>
      </dgm:t>
    </dgm:pt>
    <dgm:pt modelId="{3DB5A003-BBC6-4ECC-9503-F5859213DA52}">
      <dgm:prSet/>
      <dgm:spPr/>
      <dgm:t>
        <a:bodyPr/>
        <a:lstStyle/>
        <a:p>
          <a:pPr>
            <a:lnSpc>
              <a:spcPct val="100000"/>
            </a:lnSpc>
            <a:defRPr b="1"/>
          </a:pPr>
          <a:r>
            <a:rPr lang="en-US" b="1" i="0" dirty="0" err="1"/>
            <a:t>Confiabilidade</a:t>
          </a:r>
          <a:endParaRPr lang="pt-PT" noProof="0" dirty="0"/>
        </a:p>
      </dgm:t>
    </dgm:pt>
    <dgm:pt modelId="{52047C1E-4E2C-468E-9CC2-A1EF17234188}" type="parTrans" cxnId="{4CACBF2A-73BE-4459-818C-7E17716901F0}">
      <dgm:prSet/>
      <dgm:spPr/>
      <dgm:t>
        <a:bodyPr/>
        <a:lstStyle/>
        <a:p>
          <a:endParaRPr lang="en-US"/>
        </a:p>
      </dgm:t>
    </dgm:pt>
    <dgm:pt modelId="{8C202E3F-993F-4F47-83DF-E3D50AB83994}" type="sibTrans" cxnId="{4CACBF2A-73BE-4459-818C-7E17716901F0}">
      <dgm:prSet/>
      <dgm:spPr/>
      <dgm:t>
        <a:bodyPr/>
        <a:lstStyle/>
        <a:p>
          <a:pPr>
            <a:lnSpc>
              <a:spcPct val="100000"/>
            </a:lnSpc>
            <a:defRPr b="1"/>
          </a:pPr>
          <a:endParaRPr lang="en-US"/>
        </a:p>
      </dgm:t>
    </dgm:pt>
    <dgm:pt modelId="{FC84A8AE-2D1D-4FD6-9B0A-A87AD46219B4}">
      <dgm:prSet/>
      <dgm:spPr/>
      <dgm:t>
        <a:bodyPr/>
        <a:lstStyle/>
        <a:p>
          <a:pPr>
            <a:lnSpc>
              <a:spcPct val="100000"/>
            </a:lnSpc>
          </a:pPr>
          <a:r>
            <a:rPr lang="en-US" b="0" i="0" dirty="0"/>
            <a:t>Queue </a:t>
          </a:r>
          <a:r>
            <a:rPr lang="en-US" b="0" i="0" dirty="0" err="1"/>
            <a:t>durável</a:t>
          </a:r>
          <a:r>
            <a:rPr lang="en-US" b="0" i="0" dirty="0"/>
            <a:t>, </a:t>
          </a:r>
          <a:r>
            <a:rPr lang="en-US" b="0" i="0" dirty="0" err="1"/>
            <a:t>conexão</a:t>
          </a:r>
          <a:r>
            <a:rPr lang="en-US" b="0" i="0" dirty="0"/>
            <a:t> RabbitMQ com backoff </a:t>
          </a:r>
          <a:r>
            <a:rPr lang="en-US" b="0" i="0" dirty="0" err="1"/>
            <a:t>exponencial</a:t>
          </a:r>
          <a:r>
            <a:rPr lang="en-US" b="0" i="0" dirty="0"/>
            <a:t> (max 5 </a:t>
          </a:r>
          <a:r>
            <a:rPr lang="en-US" b="0" i="0" dirty="0" err="1"/>
            <a:t>tentativas</a:t>
          </a:r>
          <a:r>
            <a:rPr lang="en-US" b="0" i="0" dirty="0"/>
            <a:t>, cooldown 300s).</a:t>
          </a:r>
          <a:endParaRPr lang="pt-PT" noProof="0" dirty="0"/>
        </a:p>
      </dgm:t>
    </dgm:pt>
    <dgm:pt modelId="{8A688B7B-046E-4DB1-B0D7-2F0BBDFF9808}" type="parTrans" cxnId="{7A12F8D2-89AD-4D7C-98B7-F8EC12F43B99}">
      <dgm:prSet/>
      <dgm:spPr/>
      <dgm:t>
        <a:bodyPr/>
        <a:lstStyle/>
        <a:p>
          <a:endParaRPr lang="en-US"/>
        </a:p>
      </dgm:t>
    </dgm:pt>
    <dgm:pt modelId="{83DB3DE8-C088-40E1-BD9E-69660C911D93}" type="sibTrans" cxnId="{7A12F8D2-89AD-4D7C-98B7-F8EC12F43B99}">
      <dgm:prSet/>
      <dgm:spPr/>
      <dgm:t>
        <a:bodyPr/>
        <a:lstStyle/>
        <a:p>
          <a:endParaRPr lang="en-US"/>
        </a:p>
      </dgm:t>
    </dgm:pt>
    <dgm:pt modelId="{1B624CA3-F882-4855-9CA4-2E5BF1257D21}">
      <dgm:prSet/>
      <dgm:spPr/>
      <dgm:t>
        <a:bodyPr/>
        <a:lstStyle/>
        <a:p>
          <a:pPr>
            <a:lnSpc>
              <a:spcPct val="100000"/>
            </a:lnSpc>
            <a:defRPr b="1"/>
          </a:pPr>
          <a:r>
            <a:rPr lang="en-US" b="1" i="0" dirty="0" err="1"/>
            <a:t>Segurança</a:t>
          </a:r>
          <a:endParaRPr lang="pt-PT" noProof="0" dirty="0"/>
        </a:p>
      </dgm:t>
    </dgm:pt>
    <dgm:pt modelId="{49EDC5C4-9A9B-49B6-A0A6-5BEA48B32537}" type="parTrans" cxnId="{FFC2E9F3-72AF-4837-B1EA-AD26E45C1FE8}">
      <dgm:prSet/>
      <dgm:spPr/>
      <dgm:t>
        <a:bodyPr/>
        <a:lstStyle/>
        <a:p>
          <a:endParaRPr lang="en-US"/>
        </a:p>
      </dgm:t>
    </dgm:pt>
    <dgm:pt modelId="{B83121E1-A105-4979-BFFA-A33D05949B20}" type="sibTrans" cxnId="{FFC2E9F3-72AF-4837-B1EA-AD26E45C1FE8}">
      <dgm:prSet/>
      <dgm:spPr/>
      <dgm:t>
        <a:bodyPr/>
        <a:lstStyle/>
        <a:p>
          <a:endParaRPr lang="en-US"/>
        </a:p>
      </dgm:t>
    </dgm:pt>
    <dgm:pt modelId="{8841FE50-488F-4AF2-827C-F93F9DFB7ED9}">
      <dgm:prSet/>
      <dgm:spPr/>
      <dgm:t>
        <a:bodyPr/>
        <a:lstStyle/>
        <a:p>
          <a:pPr>
            <a:lnSpc>
              <a:spcPct val="100000"/>
            </a:lnSpc>
          </a:pPr>
          <a:r>
            <a:rPr lang="en-US" b="0" i="0" dirty="0" err="1"/>
            <a:t>Tráfego</a:t>
          </a:r>
          <a:r>
            <a:rPr lang="en-US" b="0" i="0" dirty="0"/>
            <a:t> </a:t>
          </a:r>
          <a:r>
            <a:rPr lang="en-US" b="0" i="0" dirty="0" err="1"/>
            <a:t>não</a:t>
          </a:r>
          <a:r>
            <a:rPr lang="en-US" b="0" i="0" dirty="0"/>
            <a:t> </a:t>
          </a:r>
          <a:r>
            <a:rPr lang="en-US" b="0" i="0" dirty="0" err="1"/>
            <a:t>encriptado</a:t>
          </a:r>
          <a:r>
            <a:rPr lang="en-US" b="0" i="0" dirty="0"/>
            <a:t> (AMQP plaintext, WS plaintext).</a:t>
          </a:r>
          <a:endParaRPr lang="pt-PT" noProof="0" dirty="0"/>
        </a:p>
      </dgm:t>
    </dgm:pt>
    <dgm:pt modelId="{532ECBC2-86A5-4813-BA31-09C0A4FCD086}" type="parTrans" cxnId="{19FE96D0-02F3-42AC-B0A8-F53926ECA90E}">
      <dgm:prSet/>
      <dgm:spPr/>
      <dgm:t>
        <a:bodyPr/>
        <a:lstStyle/>
        <a:p>
          <a:endParaRPr lang="en-US"/>
        </a:p>
      </dgm:t>
    </dgm:pt>
    <dgm:pt modelId="{62CBBE4A-5716-44B4-A2E9-DB44A3DBA389}" type="sibTrans" cxnId="{19FE96D0-02F3-42AC-B0A8-F53926ECA90E}">
      <dgm:prSet/>
      <dgm:spPr/>
      <dgm:t>
        <a:bodyPr/>
        <a:lstStyle/>
        <a:p>
          <a:endParaRPr lang="en-US"/>
        </a:p>
      </dgm:t>
    </dgm:pt>
    <dgm:pt modelId="{201CBF72-A598-7549-8A99-C15841745FD1}">
      <dgm:prSet custT="1"/>
      <dgm:spPr/>
      <dgm:t>
        <a:bodyPr/>
        <a:lstStyle/>
        <a:p>
          <a:pPr>
            <a:lnSpc>
              <a:spcPct val="100000"/>
            </a:lnSpc>
          </a:pPr>
          <a:r>
            <a:rPr lang="en-US" sz="1200" b="0" i="0" dirty="0"/>
            <a:t>RabbitMQ com exchanges fanout </a:t>
          </a:r>
          <a:r>
            <a:rPr lang="en-US" sz="1200" b="0" i="0" dirty="0" err="1"/>
            <a:t>permite</a:t>
          </a:r>
          <a:r>
            <a:rPr lang="en-US" sz="1200" b="0" i="0" dirty="0"/>
            <a:t> broadcast </a:t>
          </a:r>
          <a:r>
            <a:rPr lang="en-US" sz="1200" b="0" i="0" dirty="0" err="1"/>
            <a:t>escalável</a:t>
          </a:r>
          <a:r>
            <a:rPr lang="en-US" sz="1200" b="0" i="0" dirty="0"/>
            <a:t> a </a:t>
          </a:r>
          <a:r>
            <a:rPr lang="en-US" sz="1200" b="0" i="0" dirty="0" err="1"/>
            <a:t>múltiplos</a:t>
          </a:r>
          <a:r>
            <a:rPr lang="en-US" sz="1200" b="0" i="0" dirty="0"/>
            <a:t> </a:t>
          </a:r>
          <a:r>
            <a:rPr lang="en-US" sz="1200" b="0" i="0" dirty="0" err="1"/>
            <a:t>clientes</a:t>
          </a:r>
          <a:r>
            <a:rPr lang="en-US" sz="1200" b="0" i="0" dirty="0"/>
            <a:t>.</a:t>
          </a:r>
        </a:p>
      </dgm:t>
    </dgm:pt>
    <dgm:pt modelId="{C83B0279-78AE-5045-A605-C6F84E04B569}" type="parTrans" cxnId="{A3ED60B6-5EB5-D043-B480-025701D74484}">
      <dgm:prSet/>
      <dgm:spPr/>
      <dgm:t>
        <a:bodyPr/>
        <a:lstStyle/>
        <a:p>
          <a:endParaRPr lang="en-US"/>
        </a:p>
      </dgm:t>
    </dgm:pt>
    <dgm:pt modelId="{E1F6AC75-55BA-3B46-B8BE-BBE19AC09727}" type="sibTrans" cxnId="{A3ED60B6-5EB5-D043-B480-025701D74484}">
      <dgm:prSet/>
      <dgm:spPr/>
      <dgm:t>
        <a:bodyPr/>
        <a:lstStyle/>
        <a:p>
          <a:endParaRPr lang="en-US"/>
        </a:p>
      </dgm:t>
    </dgm:pt>
    <dgm:pt modelId="{E3889800-F9DA-D547-A060-175F8CD35825}">
      <dgm:prSet custT="1"/>
      <dgm:spPr/>
      <dgm:t>
        <a:bodyPr/>
        <a:lstStyle/>
        <a:p>
          <a:pPr>
            <a:lnSpc>
              <a:spcPct val="100000"/>
            </a:lnSpc>
          </a:pPr>
          <a:r>
            <a:rPr lang="en-US" sz="1200" b="0" i="0" dirty="0"/>
            <a:t>WebSocket </a:t>
          </a:r>
          <a:r>
            <a:rPr lang="en-US" sz="1200" b="0" i="0" dirty="0" err="1"/>
            <a:t>assíncrono</a:t>
          </a:r>
          <a:r>
            <a:rPr lang="en-US" sz="1200" b="0" i="0" dirty="0"/>
            <a:t> </a:t>
          </a:r>
          <a:r>
            <a:rPr lang="en-US" sz="1200" b="0" i="0" dirty="0" err="1"/>
            <a:t>reduz</a:t>
          </a:r>
          <a:r>
            <a:rPr lang="en-US" sz="1200" b="0" i="0" dirty="0"/>
            <a:t> </a:t>
          </a:r>
          <a:r>
            <a:rPr lang="en-US" sz="1200" b="0" i="0" dirty="0" err="1"/>
            <a:t>latência</a:t>
          </a:r>
          <a:r>
            <a:rPr lang="en-US" sz="1200" b="0" i="0" dirty="0"/>
            <a:t> (push vs polling).</a:t>
          </a:r>
        </a:p>
      </dgm:t>
    </dgm:pt>
    <dgm:pt modelId="{C70CCB9D-5728-5643-991D-53431B374A2E}" type="parTrans" cxnId="{572BFA81-A42F-4A43-A1BB-1D10667D64EB}">
      <dgm:prSet/>
      <dgm:spPr/>
      <dgm:t>
        <a:bodyPr/>
        <a:lstStyle/>
        <a:p>
          <a:endParaRPr lang="en-US"/>
        </a:p>
      </dgm:t>
    </dgm:pt>
    <dgm:pt modelId="{64DE51A7-E649-ED47-932C-C67C0D51C72C}" type="sibTrans" cxnId="{572BFA81-A42F-4A43-A1BB-1D10667D64EB}">
      <dgm:prSet/>
      <dgm:spPr/>
      <dgm:t>
        <a:bodyPr/>
        <a:lstStyle/>
        <a:p>
          <a:endParaRPr lang="en-US"/>
        </a:p>
      </dgm:t>
    </dgm:pt>
    <dgm:pt modelId="{8E64FA12-A973-2948-8B9A-280F1E3245ED}">
      <dgm:prSet custT="1"/>
      <dgm:spPr/>
      <dgm:t>
        <a:bodyPr/>
        <a:lstStyle/>
        <a:p>
          <a:pPr>
            <a:lnSpc>
              <a:spcPct val="100000"/>
            </a:lnSpc>
          </a:pPr>
          <a:r>
            <a:rPr lang="en-US" sz="1200" b="0" i="0" dirty="0" err="1"/>
            <a:t>Métricas</a:t>
          </a:r>
          <a:r>
            <a:rPr lang="en-US" sz="1200" b="0" i="0" dirty="0"/>
            <a:t> Prometheus (</a:t>
          </a:r>
          <a:r>
            <a:rPr lang="en-US" sz="1200" b="0" i="0" dirty="0" err="1"/>
            <a:t>messages_consumed</a:t>
          </a:r>
          <a:r>
            <a:rPr lang="en-US" sz="1200" b="0" i="0" dirty="0"/>
            <a:t>, </a:t>
          </a:r>
          <a:r>
            <a:rPr lang="en-US" sz="1200" b="0" i="0" dirty="0" err="1"/>
            <a:t>ws_messages_sent</a:t>
          </a:r>
          <a:r>
            <a:rPr lang="en-US" sz="1200" b="0" i="0" dirty="0"/>
            <a:t>, </a:t>
          </a:r>
          <a:r>
            <a:rPr lang="en-US" sz="1200" b="0" i="0" dirty="0" err="1"/>
            <a:t>ws_connections</a:t>
          </a:r>
          <a:r>
            <a:rPr lang="en-US" sz="1200" b="0" i="0" dirty="0"/>
            <a:t>) </a:t>
          </a:r>
          <a:r>
            <a:rPr lang="en-US" sz="1200" b="0" i="0" dirty="0" err="1"/>
            <a:t>permitem</a:t>
          </a:r>
          <a:r>
            <a:rPr lang="en-US" sz="1200" b="0" i="0" dirty="0"/>
            <a:t> </a:t>
          </a:r>
          <a:r>
            <a:rPr lang="en-US" sz="1200" b="0" i="0" dirty="0" err="1"/>
            <a:t>observabilidade</a:t>
          </a:r>
          <a:r>
            <a:rPr lang="en-US" sz="1200" b="0" i="0" dirty="0"/>
            <a:t>.</a:t>
          </a:r>
        </a:p>
      </dgm:t>
    </dgm:pt>
    <dgm:pt modelId="{1E98A484-43E8-7B41-B905-127B0707C516}" type="parTrans" cxnId="{80CC5AEA-065E-0D41-8D4C-DC113AA27850}">
      <dgm:prSet/>
      <dgm:spPr/>
      <dgm:t>
        <a:bodyPr/>
        <a:lstStyle/>
        <a:p>
          <a:endParaRPr lang="en-US"/>
        </a:p>
      </dgm:t>
    </dgm:pt>
    <dgm:pt modelId="{6A9DF5B1-C630-D948-81D6-027574954AED}" type="sibTrans" cxnId="{80CC5AEA-065E-0D41-8D4C-DC113AA27850}">
      <dgm:prSet/>
      <dgm:spPr/>
      <dgm:t>
        <a:bodyPr/>
        <a:lstStyle/>
        <a:p>
          <a:endParaRPr lang="en-US"/>
        </a:p>
      </dgm:t>
    </dgm:pt>
    <dgm:pt modelId="{2B5734C6-1FB5-8041-B36F-63B2AC2FE432}">
      <dgm:prSet/>
      <dgm:spPr/>
      <dgm:t>
        <a:bodyPr/>
        <a:lstStyle/>
        <a:p>
          <a:pPr>
            <a:lnSpc>
              <a:spcPct val="100000"/>
            </a:lnSpc>
          </a:pPr>
          <a:r>
            <a:rPr lang="en-US" b="0" i="0" dirty="0"/>
            <a:t>Bind </a:t>
          </a:r>
          <a:r>
            <a:rPr lang="en-US" b="0" i="0" dirty="0" err="1"/>
            <a:t>automático</a:t>
          </a:r>
          <a:r>
            <a:rPr lang="en-US" b="0" i="0" dirty="0"/>
            <a:t> de exchanges </a:t>
          </a:r>
          <a:r>
            <a:rPr lang="en-US" b="0" i="0" dirty="0" err="1"/>
            <a:t>novos</a:t>
          </a:r>
          <a:r>
            <a:rPr lang="en-US" b="0" i="0" dirty="0"/>
            <a:t> a </a:t>
          </a:r>
          <a:r>
            <a:rPr lang="en-US" b="0" i="0" dirty="0" err="1"/>
            <a:t>cada</a:t>
          </a:r>
          <a:r>
            <a:rPr lang="en-US" b="0" i="0" dirty="0"/>
            <a:t> 10s.</a:t>
          </a:r>
        </a:p>
      </dgm:t>
    </dgm:pt>
    <dgm:pt modelId="{48AFBA1F-C597-DC4D-9618-9BAAC727BD3E}" type="parTrans" cxnId="{6EDF07EA-7D6F-0649-9330-D978E3088C6A}">
      <dgm:prSet/>
      <dgm:spPr/>
      <dgm:t>
        <a:bodyPr/>
        <a:lstStyle/>
        <a:p>
          <a:endParaRPr lang="en-US"/>
        </a:p>
      </dgm:t>
    </dgm:pt>
    <dgm:pt modelId="{DE174C16-39B6-DA41-8532-69897FDA78F5}" type="sibTrans" cxnId="{6EDF07EA-7D6F-0649-9330-D978E3088C6A}">
      <dgm:prSet/>
      <dgm:spPr/>
      <dgm:t>
        <a:bodyPr/>
        <a:lstStyle/>
        <a:p>
          <a:endParaRPr lang="en-US"/>
        </a:p>
      </dgm:t>
    </dgm:pt>
    <dgm:pt modelId="{60ED36BC-7EC6-2146-8B41-1B71551BE7AF}">
      <dgm:prSet/>
      <dgm:spPr/>
      <dgm:t>
        <a:bodyPr/>
        <a:lstStyle/>
        <a:p>
          <a:pPr>
            <a:lnSpc>
              <a:spcPct val="100000"/>
            </a:lnSpc>
          </a:pPr>
          <a:r>
            <a:rPr lang="en-US" b="0" i="0" dirty="0"/>
            <a:t>Sem </a:t>
          </a:r>
          <a:r>
            <a:rPr lang="en-US" b="0" i="0" dirty="0" err="1"/>
            <a:t>autenticação</a:t>
          </a:r>
          <a:r>
            <a:rPr lang="en-US" b="0" i="0" dirty="0"/>
            <a:t>/</a:t>
          </a:r>
          <a:r>
            <a:rPr lang="en-US" b="0" i="0" dirty="0" err="1"/>
            <a:t>autorização</a:t>
          </a:r>
          <a:r>
            <a:rPr lang="en-US" b="0" i="0" dirty="0"/>
            <a:t> no WebSocket.</a:t>
          </a:r>
        </a:p>
      </dgm:t>
    </dgm:pt>
    <dgm:pt modelId="{4F09025A-E362-414F-AC04-58D1C20708D6}" type="parTrans" cxnId="{5C0EB36A-73AA-D048-8C84-CCA826F44487}">
      <dgm:prSet/>
      <dgm:spPr/>
      <dgm:t>
        <a:bodyPr/>
        <a:lstStyle/>
        <a:p>
          <a:endParaRPr lang="en-US"/>
        </a:p>
      </dgm:t>
    </dgm:pt>
    <dgm:pt modelId="{C79303F0-09C9-C649-9E0B-977F06B8009C}" type="sibTrans" cxnId="{5C0EB36A-73AA-D048-8C84-CCA826F44487}">
      <dgm:prSet/>
      <dgm:spPr/>
      <dgm:t>
        <a:bodyPr/>
        <a:lstStyle/>
        <a:p>
          <a:endParaRPr lang="en-US"/>
        </a:p>
      </dgm:t>
    </dgm:pt>
    <dgm:pt modelId="{E7B20192-C63B-C844-88DC-2D05A6F9FE31}">
      <dgm:prSet/>
      <dgm:spPr/>
      <dgm:t>
        <a:bodyPr/>
        <a:lstStyle/>
        <a:p>
          <a:pPr>
            <a:lnSpc>
              <a:spcPct val="100000"/>
            </a:lnSpc>
          </a:pPr>
          <a:r>
            <a:rPr lang="en-US" b="0" i="0" dirty="0" err="1"/>
            <a:t>Credenciais</a:t>
          </a:r>
          <a:r>
            <a:rPr lang="en-US" b="0" i="0" dirty="0"/>
            <a:t> hardcoded/env vars.</a:t>
          </a:r>
        </a:p>
      </dgm:t>
    </dgm:pt>
    <dgm:pt modelId="{21A73D73-D7F6-1F4B-824E-857302828088}" type="parTrans" cxnId="{E06D665F-2F81-4F4E-93CB-5DB5D93F0AC7}">
      <dgm:prSet/>
      <dgm:spPr/>
      <dgm:t>
        <a:bodyPr/>
        <a:lstStyle/>
        <a:p>
          <a:endParaRPr lang="en-US"/>
        </a:p>
      </dgm:t>
    </dgm:pt>
    <dgm:pt modelId="{7C7C1FDE-F943-3C4D-9062-A8498E4808D5}" type="sibTrans" cxnId="{E06D665F-2F81-4F4E-93CB-5DB5D93F0AC7}">
      <dgm:prSet/>
      <dgm:spPr/>
      <dgm:t>
        <a:bodyPr/>
        <a:lstStyle/>
        <a:p>
          <a:endParaRPr lang="en-US"/>
        </a:p>
      </dgm:t>
    </dgm:pt>
    <dgm:pt modelId="{D3628C19-76F6-3049-A1FC-07D4F3A18057}">
      <dgm:prSet/>
      <dgm:spPr/>
      <dgm:t>
        <a:bodyPr/>
        <a:lstStyle/>
        <a:p>
          <a:pPr>
            <a:lnSpc>
              <a:spcPct val="100000"/>
            </a:lnSpc>
          </a:pPr>
          <a:r>
            <a:rPr lang="en-US" b="0" i="0" dirty="0"/>
            <a:t>CORS </a:t>
          </a:r>
          <a:r>
            <a:rPr lang="en-US" b="0" i="0" dirty="0" err="1"/>
            <a:t>aberto</a:t>
          </a:r>
          <a:r>
            <a:rPr lang="en-US" b="0" i="0" dirty="0"/>
            <a:t>.</a:t>
          </a:r>
        </a:p>
      </dgm:t>
    </dgm:pt>
    <dgm:pt modelId="{A394F442-99C4-234A-B00B-5088D6E9121E}" type="parTrans" cxnId="{167FC9BD-81B2-8F40-8015-6755D9C26BA6}">
      <dgm:prSet/>
      <dgm:spPr/>
      <dgm:t>
        <a:bodyPr/>
        <a:lstStyle/>
        <a:p>
          <a:endParaRPr lang="en-US"/>
        </a:p>
      </dgm:t>
    </dgm:pt>
    <dgm:pt modelId="{E580EA0B-411D-984F-BB5A-682E2DF40E29}" type="sibTrans" cxnId="{167FC9BD-81B2-8F40-8015-6755D9C26BA6}">
      <dgm:prSet/>
      <dgm:spPr/>
      <dgm:t>
        <a:bodyPr/>
        <a:lstStyle/>
        <a:p>
          <a:endParaRPr lang="en-US"/>
        </a:p>
      </dgm:t>
    </dgm:pt>
    <dgm:pt modelId="{FDC1C215-7608-4124-8F35-E58DAE7F5A72}" type="pres">
      <dgm:prSet presAssocID="{F2754B0A-6E15-4B65-8741-53630B146FEC}" presName="Name0" presStyleCnt="0">
        <dgm:presLayoutVars>
          <dgm:dir/>
          <dgm:resizeHandles val="exact"/>
        </dgm:presLayoutVars>
      </dgm:prSet>
      <dgm:spPr/>
    </dgm:pt>
    <dgm:pt modelId="{EB475144-1B2F-4032-9FA6-2FC57E48617D}" type="pres">
      <dgm:prSet presAssocID="{F4E9AF6C-3949-406D-888C-96CED4EBF7A5}" presName="compNode" presStyleCnt="0"/>
      <dgm:spPr/>
    </dgm:pt>
    <dgm:pt modelId="{1BCE48D3-FF1F-47A0-8D7A-EEF4D56C12A8}" type="pres">
      <dgm:prSet presAssocID="{F4E9AF6C-3949-406D-888C-96CED4EBF7A5}" presName="pictRect" presStyleLbl="revTx" presStyleIdx="0" presStyleCnt="8">
        <dgm:presLayoutVars>
          <dgm:chMax val="0"/>
          <dgm:bulletEnabled/>
        </dgm:presLayoutVars>
      </dgm:prSet>
      <dgm:spPr/>
    </dgm:pt>
    <dgm:pt modelId="{3B30690E-2FCB-4B17-BCC5-71D67C4CB2A4}" type="pres">
      <dgm:prSet presAssocID="{F4E9AF6C-3949-406D-888C-96CED4EBF7A5}" presName="textRect" presStyleLbl="revTx" presStyleIdx="1" presStyleCnt="8">
        <dgm:presLayoutVars>
          <dgm:bulletEnabled/>
        </dgm:presLayoutVars>
      </dgm:prSet>
      <dgm:spPr/>
    </dgm:pt>
    <dgm:pt modelId="{FF09AD03-373E-4EDE-B219-3CADCD72D8BB}" type="pres">
      <dgm:prSet presAssocID="{C4DFCAF9-CAC0-49A7-AEE3-A22E2D7FC72D}" presName="sibTrans" presStyleLbl="sibTrans2D1" presStyleIdx="0" presStyleCnt="0"/>
      <dgm:spPr/>
    </dgm:pt>
    <dgm:pt modelId="{A2D52093-7A74-4C75-B996-430D361F26E9}" type="pres">
      <dgm:prSet presAssocID="{9244F983-C9C8-4034-9775-31AFE96418D2}" presName="compNode" presStyleCnt="0"/>
      <dgm:spPr/>
    </dgm:pt>
    <dgm:pt modelId="{13D69A59-AF8F-46DC-AA11-B22D09D9D0D8}" type="pres">
      <dgm:prSet presAssocID="{9244F983-C9C8-4034-9775-31AFE96418D2}" presName="pictRect" presStyleLbl="revTx" presStyleIdx="2" presStyleCnt="8">
        <dgm:presLayoutVars>
          <dgm:chMax val="0"/>
          <dgm:bulletEnabled/>
        </dgm:presLayoutVars>
      </dgm:prSet>
      <dgm:spPr/>
    </dgm:pt>
    <dgm:pt modelId="{12E8C7C3-1055-4021-A253-EB44A1090552}" type="pres">
      <dgm:prSet presAssocID="{9244F983-C9C8-4034-9775-31AFE96418D2}" presName="textRect" presStyleLbl="revTx" presStyleIdx="3" presStyleCnt="8">
        <dgm:presLayoutVars>
          <dgm:bulletEnabled/>
        </dgm:presLayoutVars>
      </dgm:prSet>
      <dgm:spPr/>
    </dgm:pt>
    <dgm:pt modelId="{38C9AD3A-7E95-4F75-9776-4487F246F8BF}" type="pres">
      <dgm:prSet presAssocID="{4C8213EE-88CA-456A-A915-25008F6B6438}" presName="sibTrans" presStyleLbl="sibTrans2D1" presStyleIdx="0" presStyleCnt="0"/>
      <dgm:spPr/>
    </dgm:pt>
    <dgm:pt modelId="{4586D8D2-CE5A-46FE-AD98-E6F3EB302233}" type="pres">
      <dgm:prSet presAssocID="{3DB5A003-BBC6-4ECC-9503-F5859213DA52}" presName="compNode" presStyleCnt="0"/>
      <dgm:spPr/>
    </dgm:pt>
    <dgm:pt modelId="{49CA3215-8CD2-4EAA-9F6D-0B3C3D1E2E54}" type="pres">
      <dgm:prSet presAssocID="{3DB5A003-BBC6-4ECC-9503-F5859213DA52}" presName="pictRect" presStyleLbl="revTx" presStyleIdx="4" presStyleCnt="8">
        <dgm:presLayoutVars>
          <dgm:chMax val="0"/>
          <dgm:bulletEnabled/>
        </dgm:presLayoutVars>
      </dgm:prSet>
      <dgm:spPr/>
    </dgm:pt>
    <dgm:pt modelId="{EC9E5AB1-8956-4277-B617-010823A82D69}" type="pres">
      <dgm:prSet presAssocID="{3DB5A003-BBC6-4ECC-9503-F5859213DA52}" presName="textRect" presStyleLbl="revTx" presStyleIdx="5" presStyleCnt="8">
        <dgm:presLayoutVars>
          <dgm:bulletEnabled/>
        </dgm:presLayoutVars>
      </dgm:prSet>
      <dgm:spPr/>
    </dgm:pt>
    <dgm:pt modelId="{8D45B1FB-F5F6-457F-928B-B4C9BCDDC5E4}" type="pres">
      <dgm:prSet presAssocID="{8C202E3F-993F-4F47-83DF-E3D50AB83994}" presName="sibTrans" presStyleLbl="sibTrans2D1" presStyleIdx="0" presStyleCnt="0"/>
      <dgm:spPr/>
    </dgm:pt>
    <dgm:pt modelId="{10A4A502-DA5D-462F-8A4F-1B9640937470}" type="pres">
      <dgm:prSet presAssocID="{1B624CA3-F882-4855-9CA4-2E5BF1257D21}" presName="compNode" presStyleCnt="0"/>
      <dgm:spPr/>
    </dgm:pt>
    <dgm:pt modelId="{1534AF63-B0CE-4C03-894B-2A6DE23269CA}" type="pres">
      <dgm:prSet presAssocID="{1B624CA3-F882-4855-9CA4-2E5BF1257D21}" presName="pictRect" presStyleLbl="revTx" presStyleIdx="6" presStyleCnt="8">
        <dgm:presLayoutVars>
          <dgm:chMax val="0"/>
          <dgm:bulletEnabled/>
        </dgm:presLayoutVars>
      </dgm:prSet>
      <dgm:spPr/>
    </dgm:pt>
    <dgm:pt modelId="{63572C1D-169B-4603-A313-DBEF28DDFAE1}" type="pres">
      <dgm:prSet presAssocID="{1B624CA3-F882-4855-9CA4-2E5BF1257D21}" presName="textRect" presStyleLbl="revTx" presStyleIdx="7" presStyleCnt="8">
        <dgm:presLayoutVars>
          <dgm:bulletEnabled/>
        </dgm:presLayoutVars>
      </dgm:prSet>
      <dgm:spPr/>
    </dgm:pt>
  </dgm:ptLst>
  <dgm:cxnLst>
    <dgm:cxn modelId="{F7FC560C-A29D-3447-8906-8E17F60AAFDF}" type="presOf" srcId="{60ED36BC-7EC6-2146-8B41-1B71551BE7AF}" destId="{63572C1D-169B-4603-A313-DBEF28DDFAE1}" srcOrd="0" destOrd="1" presId="urn:microsoft.com/office/officeart/2024/3/layout/hArchList1"/>
    <dgm:cxn modelId="{7C038325-ECB7-4AEF-927C-857ED91178CD}" type="presOf" srcId="{1B624CA3-F882-4855-9CA4-2E5BF1257D21}" destId="{1534AF63-B0CE-4C03-894B-2A6DE23269CA}" srcOrd="0" destOrd="0" presId="urn:microsoft.com/office/officeart/2024/3/layout/hArchList1"/>
    <dgm:cxn modelId="{4CACBF2A-73BE-4459-818C-7E17716901F0}" srcId="{F2754B0A-6E15-4B65-8741-53630B146FEC}" destId="{3DB5A003-BBC6-4ECC-9503-F5859213DA52}" srcOrd="2" destOrd="0" parTransId="{52047C1E-4E2C-468E-9CC2-A1EF17234188}" sibTransId="{8C202E3F-993F-4F47-83DF-E3D50AB83994}"/>
    <dgm:cxn modelId="{84095231-74CD-49AA-B9CA-B4AEBE83338B}" type="presOf" srcId="{9244F983-C9C8-4034-9775-31AFE96418D2}" destId="{13D69A59-AF8F-46DC-AA11-B22D09D9D0D8}" srcOrd="0" destOrd="0" presId="urn:microsoft.com/office/officeart/2024/3/layout/hArchList1"/>
    <dgm:cxn modelId="{78BB7D39-02D7-4429-9DE5-F721E2691B24}" srcId="{F4E9AF6C-3949-406D-888C-96CED4EBF7A5}" destId="{70B2C7B7-A192-4DCD-9437-8B764404D305}" srcOrd="0" destOrd="0" parTransId="{6F119966-094B-4A3F-AC4C-FFB8DE273B5A}" sibTransId="{68876C77-E3EA-4BA6-B990-997A192929B2}"/>
    <dgm:cxn modelId="{E72F8E39-E959-46FA-A118-9A8E2DF3D1D6}" type="presOf" srcId="{F4E9AF6C-3949-406D-888C-96CED4EBF7A5}" destId="{1BCE48D3-FF1F-47A0-8D7A-EEF4D56C12A8}" srcOrd="0" destOrd="0" presId="urn:microsoft.com/office/officeart/2024/3/layout/hArchList1"/>
    <dgm:cxn modelId="{E0A47E43-79B1-436B-93F8-71B8CBB262BF}" type="presOf" srcId="{163B4674-6AD7-4FA2-A3D3-AE110443E29C}" destId="{12E8C7C3-1055-4021-A253-EB44A1090552}" srcOrd="0" destOrd="0" presId="urn:microsoft.com/office/officeart/2024/3/layout/hArchList1"/>
    <dgm:cxn modelId="{F660DA45-2A4A-CF49-9882-705BDF28F0A6}" type="presOf" srcId="{8E64FA12-A973-2948-8B9A-280F1E3245ED}" destId="{3B30690E-2FCB-4B17-BCC5-71D67C4CB2A4}" srcOrd="0" destOrd="3" presId="urn:microsoft.com/office/officeart/2024/3/layout/hArchList1"/>
    <dgm:cxn modelId="{1E80CD58-3DB6-1844-8AD5-081434C161A8}" type="presOf" srcId="{E7B20192-C63B-C844-88DC-2D05A6F9FE31}" destId="{63572C1D-169B-4603-A313-DBEF28DDFAE1}" srcOrd="0" destOrd="2" presId="urn:microsoft.com/office/officeart/2024/3/layout/hArchList1"/>
    <dgm:cxn modelId="{780C6E59-665F-7943-B6B1-185AA395ED15}" type="presOf" srcId="{201CBF72-A598-7549-8A99-C15841745FD1}" destId="{3B30690E-2FCB-4B17-BCC5-71D67C4CB2A4}" srcOrd="0" destOrd="1" presId="urn:microsoft.com/office/officeart/2024/3/layout/hArchList1"/>
    <dgm:cxn modelId="{E06D665F-2F81-4F4E-93CB-5DB5D93F0AC7}" srcId="{1B624CA3-F882-4855-9CA4-2E5BF1257D21}" destId="{E7B20192-C63B-C844-88DC-2D05A6F9FE31}" srcOrd="2" destOrd="0" parTransId="{21A73D73-D7F6-1F4B-824E-857302828088}" sibTransId="{7C7C1FDE-F943-3C4D-9062-A8498E4808D5}"/>
    <dgm:cxn modelId="{5C0EB36A-73AA-D048-8C84-CCA826F44487}" srcId="{1B624CA3-F882-4855-9CA4-2E5BF1257D21}" destId="{60ED36BC-7EC6-2146-8B41-1B71551BE7AF}" srcOrd="1" destOrd="0" parTransId="{4F09025A-E362-414F-AC04-58D1C20708D6}" sibTransId="{C79303F0-09C9-C649-9E0B-977F06B8009C}"/>
    <dgm:cxn modelId="{6BE9CD7D-08CD-0B44-BD55-2CCA0D8D804F}" type="presOf" srcId="{E3889800-F9DA-D547-A060-175F8CD35825}" destId="{3B30690E-2FCB-4B17-BCC5-71D67C4CB2A4}" srcOrd="0" destOrd="2" presId="urn:microsoft.com/office/officeart/2024/3/layout/hArchList1"/>
    <dgm:cxn modelId="{B07FF181-7309-40E9-A3C2-AA879B1AE151}" type="presOf" srcId="{FC84A8AE-2D1D-4FD6-9B0A-A87AD46219B4}" destId="{EC9E5AB1-8956-4277-B617-010823A82D69}" srcOrd="0" destOrd="0" presId="urn:microsoft.com/office/officeart/2024/3/layout/hArchList1"/>
    <dgm:cxn modelId="{572BFA81-A42F-4A43-A1BB-1D10667D64EB}" srcId="{F4E9AF6C-3949-406D-888C-96CED4EBF7A5}" destId="{E3889800-F9DA-D547-A060-175F8CD35825}" srcOrd="2" destOrd="0" parTransId="{C70CCB9D-5728-5643-991D-53431B374A2E}" sibTransId="{64DE51A7-E649-ED47-932C-C67C0D51C72C}"/>
    <dgm:cxn modelId="{FFD33293-4790-4B74-A2B8-6563E33E390C}" srcId="{F2754B0A-6E15-4B65-8741-53630B146FEC}" destId="{9244F983-C9C8-4034-9775-31AFE96418D2}" srcOrd="1" destOrd="0" parTransId="{4D8B965E-37DD-430F-B235-4F4B0BB4CA1D}" sibTransId="{4C8213EE-88CA-456A-A915-25008F6B6438}"/>
    <dgm:cxn modelId="{FF25609F-F09C-4885-9135-2B99060A2D13}" type="presOf" srcId="{C4DFCAF9-CAC0-49A7-AEE3-A22E2D7FC72D}" destId="{FF09AD03-373E-4EDE-B219-3CADCD72D8BB}" srcOrd="0" destOrd="0" presId="urn:microsoft.com/office/officeart/2024/3/layout/hArchList1"/>
    <dgm:cxn modelId="{A06B05AF-ED7A-4804-AA23-9D682C7A3191}" type="presOf" srcId="{8C202E3F-993F-4F47-83DF-E3D50AB83994}" destId="{8D45B1FB-F5F6-457F-928B-B4C9BCDDC5E4}" srcOrd="0" destOrd="0" presId="urn:microsoft.com/office/officeart/2024/3/layout/hArchList1"/>
    <dgm:cxn modelId="{C10C35AF-FE8A-4556-BA2B-95F0F23A80D7}" type="presOf" srcId="{F2754B0A-6E15-4B65-8741-53630B146FEC}" destId="{FDC1C215-7608-4124-8F35-E58DAE7F5A72}" srcOrd="0" destOrd="0" presId="urn:microsoft.com/office/officeart/2024/3/layout/hArchList1"/>
    <dgm:cxn modelId="{A3ED60B6-5EB5-D043-B480-025701D74484}" srcId="{F4E9AF6C-3949-406D-888C-96CED4EBF7A5}" destId="{201CBF72-A598-7549-8A99-C15841745FD1}" srcOrd="1" destOrd="0" parTransId="{C83B0279-78AE-5045-A605-C6F84E04B569}" sibTransId="{E1F6AC75-55BA-3B46-B8BE-BBE19AC09727}"/>
    <dgm:cxn modelId="{92B7F0B8-9478-6646-A036-E2450FF80BE2}" type="presOf" srcId="{D3628C19-76F6-3049-A1FC-07D4F3A18057}" destId="{63572C1D-169B-4603-A313-DBEF28DDFAE1}" srcOrd="0" destOrd="3" presId="urn:microsoft.com/office/officeart/2024/3/layout/hArchList1"/>
    <dgm:cxn modelId="{167FC9BD-81B2-8F40-8015-6755D9C26BA6}" srcId="{1B624CA3-F882-4855-9CA4-2E5BF1257D21}" destId="{D3628C19-76F6-3049-A1FC-07D4F3A18057}" srcOrd="3" destOrd="0" parTransId="{A394F442-99C4-234A-B00B-5088D6E9121E}" sibTransId="{E580EA0B-411D-984F-BB5A-682E2DF40E29}"/>
    <dgm:cxn modelId="{CC632DC9-EB65-42EE-9C3D-99E40924A240}" srcId="{F2754B0A-6E15-4B65-8741-53630B146FEC}" destId="{F4E9AF6C-3949-406D-888C-96CED4EBF7A5}" srcOrd="0" destOrd="0" parTransId="{421D91D7-B386-44DA-8212-AD99D947CBE4}" sibTransId="{C4DFCAF9-CAC0-49A7-AEE3-A22E2D7FC72D}"/>
    <dgm:cxn modelId="{19FE96D0-02F3-42AC-B0A8-F53926ECA90E}" srcId="{1B624CA3-F882-4855-9CA4-2E5BF1257D21}" destId="{8841FE50-488F-4AF2-827C-F93F9DFB7ED9}" srcOrd="0" destOrd="0" parTransId="{532ECBC2-86A5-4813-BA31-09C0A4FCD086}" sibTransId="{62CBBE4A-5716-44B4-A2E9-DB44A3DBA389}"/>
    <dgm:cxn modelId="{7A12F8D2-89AD-4D7C-98B7-F8EC12F43B99}" srcId="{3DB5A003-BBC6-4ECC-9503-F5859213DA52}" destId="{FC84A8AE-2D1D-4FD6-9B0A-A87AD46219B4}" srcOrd="0" destOrd="0" parTransId="{8A688B7B-046E-4DB1-B0D7-2F0BBDFF9808}" sibTransId="{83DB3DE8-C088-40E1-BD9E-69660C911D93}"/>
    <dgm:cxn modelId="{8E71C7E3-C45B-4297-8EF5-D87EB9932E8D}" srcId="{9244F983-C9C8-4034-9775-31AFE96418D2}" destId="{163B4674-6AD7-4FA2-A3D3-AE110443E29C}" srcOrd="0" destOrd="0" parTransId="{C1A4201C-32F8-4D1E-8FAD-422732817EB8}" sibTransId="{13F0CE69-FD84-41FA-9B6D-5ED434E09C96}"/>
    <dgm:cxn modelId="{8FF83FE4-6A81-4B9E-9CF6-CE0CE9C378E9}" type="presOf" srcId="{8841FE50-488F-4AF2-827C-F93F9DFB7ED9}" destId="{63572C1D-169B-4603-A313-DBEF28DDFAE1}" srcOrd="0" destOrd="0" presId="urn:microsoft.com/office/officeart/2024/3/layout/hArchList1"/>
    <dgm:cxn modelId="{6EDF07EA-7D6F-0649-9330-D978E3088C6A}" srcId="{3DB5A003-BBC6-4ECC-9503-F5859213DA52}" destId="{2B5734C6-1FB5-8041-B36F-63B2AC2FE432}" srcOrd="1" destOrd="0" parTransId="{48AFBA1F-C597-DC4D-9618-9BAAC727BD3E}" sibTransId="{DE174C16-39B6-DA41-8532-69897FDA78F5}"/>
    <dgm:cxn modelId="{80CC5AEA-065E-0D41-8D4C-DC113AA27850}" srcId="{F4E9AF6C-3949-406D-888C-96CED4EBF7A5}" destId="{8E64FA12-A973-2948-8B9A-280F1E3245ED}" srcOrd="3" destOrd="0" parTransId="{1E98A484-43E8-7B41-B905-127B0707C516}" sibTransId="{6A9DF5B1-C630-D948-81D6-027574954AED}"/>
    <dgm:cxn modelId="{B44E00EC-0FAE-4AE4-ABE1-A268EC216B4B}" type="presOf" srcId="{3DB5A003-BBC6-4ECC-9503-F5859213DA52}" destId="{49CA3215-8CD2-4EAA-9F6D-0B3C3D1E2E54}" srcOrd="0" destOrd="0" presId="urn:microsoft.com/office/officeart/2024/3/layout/hArchList1"/>
    <dgm:cxn modelId="{42484BEE-8BDE-4C0D-99E0-AEFC8FC1CC48}" type="presOf" srcId="{70B2C7B7-A192-4DCD-9437-8B764404D305}" destId="{3B30690E-2FCB-4B17-BCC5-71D67C4CB2A4}" srcOrd="0" destOrd="0" presId="urn:microsoft.com/office/officeart/2024/3/layout/hArchList1"/>
    <dgm:cxn modelId="{218741F0-8D26-4395-AD2D-56A565FD9AF1}" type="presOf" srcId="{4C8213EE-88CA-456A-A915-25008F6B6438}" destId="{38C9AD3A-7E95-4F75-9776-4487F246F8BF}" srcOrd="0" destOrd="0" presId="urn:microsoft.com/office/officeart/2024/3/layout/hArchList1"/>
    <dgm:cxn modelId="{FFC2E9F3-72AF-4837-B1EA-AD26E45C1FE8}" srcId="{F2754B0A-6E15-4B65-8741-53630B146FEC}" destId="{1B624CA3-F882-4855-9CA4-2E5BF1257D21}" srcOrd="3" destOrd="0" parTransId="{49EDC5C4-9A9B-49B6-A0A6-5BEA48B32537}" sibTransId="{B83121E1-A105-4979-BFFA-A33D05949B20}"/>
    <dgm:cxn modelId="{F0C8CCFA-4B50-5648-A90A-A8DE71F7E24A}" type="presOf" srcId="{2B5734C6-1FB5-8041-B36F-63B2AC2FE432}" destId="{EC9E5AB1-8956-4277-B617-010823A82D69}" srcOrd="0" destOrd="1" presId="urn:microsoft.com/office/officeart/2024/3/layout/hArchList1"/>
    <dgm:cxn modelId="{8A6D0356-ACA4-4F37-AAA8-1D5B2A456CB9}" type="presParOf" srcId="{FDC1C215-7608-4124-8F35-E58DAE7F5A72}" destId="{EB475144-1B2F-4032-9FA6-2FC57E48617D}" srcOrd="0" destOrd="0" presId="urn:microsoft.com/office/officeart/2024/3/layout/hArchList1"/>
    <dgm:cxn modelId="{55382C27-DAEA-413D-A992-39553866D716}" type="presParOf" srcId="{EB475144-1B2F-4032-9FA6-2FC57E48617D}" destId="{1BCE48D3-FF1F-47A0-8D7A-EEF4D56C12A8}" srcOrd="0" destOrd="0" presId="urn:microsoft.com/office/officeart/2024/3/layout/hArchList1"/>
    <dgm:cxn modelId="{96914AA7-34DA-45BD-BA20-90FD6606C700}" type="presParOf" srcId="{EB475144-1B2F-4032-9FA6-2FC57E48617D}" destId="{3B30690E-2FCB-4B17-BCC5-71D67C4CB2A4}" srcOrd="1" destOrd="0" presId="urn:microsoft.com/office/officeart/2024/3/layout/hArchList1"/>
    <dgm:cxn modelId="{5B3A385C-515A-4635-8CBD-0E150CCCAD93}" type="presParOf" srcId="{FDC1C215-7608-4124-8F35-E58DAE7F5A72}" destId="{FF09AD03-373E-4EDE-B219-3CADCD72D8BB}" srcOrd="1" destOrd="0" presId="urn:microsoft.com/office/officeart/2024/3/layout/hArchList1"/>
    <dgm:cxn modelId="{2D1EABB8-A5B0-44F4-A586-7C01694A57C0}" type="presParOf" srcId="{FDC1C215-7608-4124-8F35-E58DAE7F5A72}" destId="{A2D52093-7A74-4C75-B996-430D361F26E9}" srcOrd="2" destOrd="0" presId="urn:microsoft.com/office/officeart/2024/3/layout/hArchList1"/>
    <dgm:cxn modelId="{3F0960F3-9DC1-4F00-A8C9-CFF8F37F403C}" type="presParOf" srcId="{A2D52093-7A74-4C75-B996-430D361F26E9}" destId="{13D69A59-AF8F-46DC-AA11-B22D09D9D0D8}" srcOrd="0" destOrd="0" presId="urn:microsoft.com/office/officeart/2024/3/layout/hArchList1"/>
    <dgm:cxn modelId="{C09754E3-744E-49FC-9710-1013C982DC63}" type="presParOf" srcId="{A2D52093-7A74-4C75-B996-430D361F26E9}" destId="{12E8C7C3-1055-4021-A253-EB44A1090552}" srcOrd="1" destOrd="0" presId="urn:microsoft.com/office/officeart/2024/3/layout/hArchList1"/>
    <dgm:cxn modelId="{50F55FD2-636C-4CE8-A565-656D496D9DDA}" type="presParOf" srcId="{FDC1C215-7608-4124-8F35-E58DAE7F5A72}" destId="{38C9AD3A-7E95-4F75-9776-4487F246F8BF}" srcOrd="3" destOrd="0" presId="urn:microsoft.com/office/officeart/2024/3/layout/hArchList1"/>
    <dgm:cxn modelId="{0908DB82-42D4-485B-AB7D-A3232050B706}" type="presParOf" srcId="{FDC1C215-7608-4124-8F35-E58DAE7F5A72}" destId="{4586D8D2-CE5A-46FE-AD98-E6F3EB302233}" srcOrd="4" destOrd="0" presId="urn:microsoft.com/office/officeart/2024/3/layout/hArchList1"/>
    <dgm:cxn modelId="{346D7120-8B53-4B91-8C14-AE35193D2838}" type="presParOf" srcId="{4586D8D2-CE5A-46FE-AD98-E6F3EB302233}" destId="{49CA3215-8CD2-4EAA-9F6D-0B3C3D1E2E54}" srcOrd="0" destOrd="0" presId="urn:microsoft.com/office/officeart/2024/3/layout/hArchList1"/>
    <dgm:cxn modelId="{ACFB9D08-23FB-4325-AB50-1FAF0313D8FB}" type="presParOf" srcId="{4586D8D2-CE5A-46FE-AD98-E6F3EB302233}" destId="{EC9E5AB1-8956-4277-B617-010823A82D69}" srcOrd="1" destOrd="0" presId="urn:microsoft.com/office/officeart/2024/3/layout/hArchList1"/>
    <dgm:cxn modelId="{4C27BBE8-9036-413B-A55F-093788A9764A}" type="presParOf" srcId="{FDC1C215-7608-4124-8F35-E58DAE7F5A72}" destId="{8D45B1FB-F5F6-457F-928B-B4C9BCDDC5E4}" srcOrd="5" destOrd="0" presId="urn:microsoft.com/office/officeart/2024/3/layout/hArchList1"/>
    <dgm:cxn modelId="{3EDAEBAD-5797-4C41-81C7-F68BE1DD2E2D}" type="presParOf" srcId="{FDC1C215-7608-4124-8F35-E58DAE7F5A72}" destId="{10A4A502-DA5D-462F-8A4F-1B9640937470}" srcOrd="6" destOrd="0" presId="urn:microsoft.com/office/officeart/2024/3/layout/hArchList1"/>
    <dgm:cxn modelId="{3C775FA1-2D20-4558-BD3A-3ACCA8D9D7D2}" type="presParOf" srcId="{10A4A502-DA5D-462F-8A4F-1B9640937470}" destId="{1534AF63-B0CE-4C03-894B-2A6DE23269CA}" srcOrd="0" destOrd="0" presId="urn:microsoft.com/office/officeart/2024/3/layout/hArchList1"/>
    <dgm:cxn modelId="{2DCD69C5-43E3-4392-8926-5EEDDABA0242}" type="presParOf" srcId="{10A4A502-DA5D-462F-8A4F-1B9640937470}" destId="{63572C1D-169B-4603-A313-DBEF28DDFAE1}" srcOrd="1" destOrd="0" presId="urn:microsoft.com/office/officeart/2024/3/layout/hArc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E29901DF-8E29-4533-AE34-D8DCECAF9BB4}" type="doc">
      <dgm:prSet loTypeId="urn:microsoft.com/office/officeart/2024/3/layout/hArchList1" loCatId="List" qsTypeId="urn:microsoft.com/office/officeart/2005/8/quickstyle/simple1" qsCatId="simple" csTypeId="urn:microsoft.com/office/officeart/2005/8/colors/accent1_2" csCatId="accent1" phldr="1"/>
      <dgm:spPr/>
      <dgm:t>
        <a:bodyPr/>
        <a:lstStyle/>
        <a:p>
          <a:endParaRPr lang="en-US"/>
        </a:p>
      </dgm:t>
    </dgm:pt>
    <dgm:pt modelId="{AB81CF7A-C62D-47FD-B438-F6FA9474946B}">
      <dgm:prSet/>
      <dgm:spPr/>
      <dgm:t>
        <a:bodyPr/>
        <a:lstStyle/>
        <a:p>
          <a:pPr>
            <a:lnSpc>
              <a:spcPct val="100000"/>
            </a:lnSpc>
            <a:defRPr b="1"/>
          </a:pPr>
          <a:endParaRPr lang="pt-PT" noProof="0" dirty="0"/>
        </a:p>
      </dgm:t>
    </dgm:pt>
    <dgm:pt modelId="{F154B6CE-F0E0-4A81-81A3-56AA69F86745}" type="parTrans" cxnId="{C0DC22FD-57B6-4989-BD89-5DACEBC96AE9}">
      <dgm:prSet/>
      <dgm:spPr/>
      <dgm:t>
        <a:bodyPr/>
        <a:lstStyle/>
        <a:p>
          <a:endParaRPr lang="en-US"/>
        </a:p>
      </dgm:t>
    </dgm:pt>
    <dgm:pt modelId="{83176DC0-D070-456E-9119-AD73897A5B32}" type="sibTrans" cxnId="{C0DC22FD-57B6-4989-BD89-5DACEBC96AE9}">
      <dgm:prSet/>
      <dgm:spPr/>
      <dgm:t>
        <a:bodyPr/>
        <a:lstStyle/>
        <a:p>
          <a:endParaRPr lang="en-US"/>
        </a:p>
      </dgm:t>
    </dgm:pt>
    <dgm:pt modelId="{D6A6CDAD-2E69-4D78-845B-32A28F9C7F49}">
      <dgm:prSet/>
      <dgm:spPr/>
      <dgm:t>
        <a:bodyPr/>
        <a:lstStyle/>
        <a:p>
          <a:pPr>
            <a:lnSpc>
              <a:spcPct val="100000"/>
            </a:lnSpc>
          </a:pPr>
          <a:r>
            <a:rPr lang="en-US" b="0" i="0" dirty="0"/>
            <a:t>Este </a:t>
          </a:r>
          <a:r>
            <a:rPr lang="en-US" b="0" i="0" dirty="0" err="1"/>
            <a:t>projeto</a:t>
          </a:r>
          <a:r>
            <a:rPr lang="en-US" b="0" i="0" dirty="0"/>
            <a:t> </a:t>
          </a:r>
          <a:r>
            <a:rPr lang="en-US" b="0" i="0" dirty="0" err="1"/>
            <a:t>implementa</a:t>
          </a:r>
          <a:r>
            <a:rPr lang="en-US" b="0" i="0" dirty="0"/>
            <a:t> um </a:t>
          </a:r>
          <a:r>
            <a:rPr lang="en-US" b="0" i="0" dirty="0" err="1"/>
            <a:t>sistema</a:t>
          </a:r>
          <a:r>
            <a:rPr lang="en-US" b="0" i="0" dirty="0"/>
            <a:t> </a:t>
          </a:r>
          <a:r>
            <a:rPr lang="en-US" b="0" i="0" dirty="0" err="1"/>
            <a:t>distribuído</a:t>
          </a:r>
          <a:r>
            <a:rPr lang="en-US" b="0" i="0" dirty="0"/>
            <a:t> de </a:t>
          </a:r>
          <a:r>
            <a:rPr lang="en-US" b="0" i="0" dirty="0" err="1"/>
            <a:t>rastreamento</a:t>
          </a:r>
          <a:r>
            <a:rPr lang="en-US" b="0" i="0" dirty="0"/>
            <a:t> de trails </a:t>
          </a:r>
          <a:r>
            <a:rPr lang="en-US" b="0" i="0" dirty="0" err="1"/>
            <a:t>em</a:t>
          </a:r>
          <a:r>
            <a:rPr lang="en-US" b="0" i="0" dirty="0"/>
            <a:t> tempo real </a:t>
          </a:r>
          <a:r>
            <a:rPr lang="en-US" b="0" i="0" dirty="0" err="1"/>
            <a:t>utilizando</a:t>
          </a:r>
          <a:r>
            <a:rPr lang="en-US" b="0" i="0" dirty="0"/>
            <a:t> RabbitMQ, </a:t>
          </a:r>
          <a:r>
            <a:rPr lang="en-US" b="0" i="0" dirty="0" err="1"/>
            <a:t>FastAPI</a:t>
          </a:r>
          <a:r>
            <a:rPr lang="en-US" b="0" i="0" dirty="0"/>
            <a:t> e WebSocket. A </a:t>
          </a:r>
          <a:r>
            <a:rPr lang="en-US" b="0" i="0" dirty="0" err="1"/>
            <a:t>arquitetura</a:t>
          </a:r>
          <a:r>
            <a:rPr lang="en-US" b="0" i="0" dirty="0"/>
            <a:t> </a:t>
          </a:r>
          <a:r>
            <a:rPr lang="en-US" b="0" i="0" dirty="0" err="1"/>
            <a:t>assíncrona</a:t>
          </a:r>
          <a:r>
            <a:rPr lang="en-US" b="0" i="0" dirty="0"/>
            <a:t> </a:t>
          </a:r>
          <a:r>
            <a:rPr lang="en-US" b="0" i="0" dirty="0" err="1"/>
            <a:t>prova</a:t>
          </a:r>
          <a:r>
            <a:rPr lang="en-US" b="0" i="0" dirty="0"/>
            <a:t> </a:t>
          </a:r>
          <a:r>
            <a:rPr lang="en-US" b="0" i="0" dirty="0" err="1"/>
            <a:t>escalabilidade</a:t>
          </a:r>
          <a:r>
            <a:rPr lang="en-US" b="0" i="0" dirty="0"/>
            <a:t> e </a:t>
          </a:r>
          <a:r>
            <a:rPr lang="en-US" b="0" i="0" dirty="0" err="1"/>
            <a:t>desacoplamento</a:t>
          </a:r>
          <a:r>
            <a:rPr lang="en-US" b="0" i="0" dirty="0"/>
            <a:t> </a:t>
          </a:r>
          <a:r>
            <a:rPr lang="en-US" b="0" i="0" dirty="0" err="1"/>
            <a:t>eficaz</a:t>
          </a:r>
          <a:r>
            <a:rPr lang="en-US" b="0" i="0" dirty="0"/>
            <a:t> entre </a:t>
          </a:r>
          <a:r>
            <a:rPr lang="en-US" b="0" i="0" dirty="0" err="1"/>
            <a:t>componentes</a:t>
          </a:r>
          <a:r>
            <a:rPr lang="en-US" b="0" i="0" dirty="0"/>
            <a:t>.</a:t>
          </a:r>
          <a:endParaRPr lang="pt-PT" noProof="0" dirty="0"/>
        </a:p>
      </dgm:t>
    </dgm:pt>
    <dgm:pt modelId="{09F1E182-229C-4310-9C6B-671452762555}" type="parTrans" cxnId="{D97E0EFA-1170-4FF5-8C99-4B881160160B}">
      <dgm:prSet/>
      <dgm:spPr/>
      <dgm:t>
        <a:bodyPr/>
        <a:lstStyle/>
        <a:p>
          <a:endParaRPr lang="en-US"/>
        </a:p>
      </dgm:t>
    </dgm:pt>
    <dgm:pt modelId="{160EC55B-BEA1-4075-8D78-2A82BFC2C87E}" type="sibTrans" cxnId="{D97E0EFA-1170-4FF5-8C99-4B881160160B}">
      <dgm:prSet/>
      <dgm:spPr/>
      <dgm:t>
        <a:bodyPr/>
        <a:lstStyle/>
        <a:p>
          <a:endParaRPr lang="en-US"/>
        </a:p>
      </dgm:t>
    </dgm:pt>
    <dgm:pt modelId="{5D1FF3A8-3235-CA4A-9D78-6874522F0ADE}">
      <dgm:prSet/>
      <dgm:spPr/>
      <dgm:t>
        <a:bodyPr/>
        <a:lstStyle/>
        <a:p>
          <a:pPr>
            <a:lnSpc>
              <a:spcPct val="100000"/>
            </a:lnSpc>
          </a:pPr>
          <a:r>
            <a:rPr lang="en-US" b="0" i="0" dirty="0" err="1"/>
            <a:t>Destaca</a:t>
          </a:r>
          <a:r>
            <a:rPr lang="en-US" b="0" i="0" dirty="0"/>
            <a:t>-se a </a:t>
          </a:r>
          <a:r>
            <a:rPr lang="en-US" b="0" i="0" dirty="0" err="1"/>
            <a:t>integração</a:t>
          </a:r>
          <a:r>
            <a:rPr lang="en-US" b="0" i="0" dirty="0"/>
            <a:t> com Kubernetes e </a:t>
          </a:r>
          <a:r>
            <a:rPr lang="en-US" b="0" i="0" dirty="0" err="1"/>
            <a:t>observabilidade</a:t>
          </a:r>
          <a:r>
            <a:rPr lang="en-US" b="0" i="0" dirty="0"/>
            <a:t> com Prometheus, </a:t>
          </a:r>
          <a:r>
            <a:rPr lang="en-US" b="0" i="0" dirty="0" err="1"/>
            <a:t>demonstrando</a:t>
          </a:r>
          <a:r>
            <a:rPr lang="en-US" b="0" i="0" dirty="0"/>
            <a:t> </a:t>
          </a:r>
          <a:r>
            <a:rPr lang="en-US" b="0" i="0" dirty="0" err="1"/>
            <a:t>padrões</a:t>
          </a:r>
          <a:r>
            <a:rPr lang="en-US" b="0" i="0" dirty="0"/>
            <a:t> de </a:t>
          </a:r>
          <a:r>
            <a:rPr lang="en-US" b="0" i="0" dirty="0" err="1"/>
            <a:t>produção</a:t>
          </a:r>
          <a:r>
            <a:rPr lang="en-US" b="0" i="0" dirty="0"/>
            <a:t>. </a:t>
          </a:r>
        </a:p>
        <a:p>
          <a:pPr>
            <a:lnSpc>
              <a:spcPct val="100000"/>
            </a:lnSpc>
          </a:pPr>
          <a:r>
            <a:rPr lang="en-US" b="1" i="0" dirty="0" err="1"/>
            <a:t>Principais</a:t>
          </a:r>
          <a:r>
            <a:rPr lang="en-US" b="1" i="0" dirty="0"/>
            <a:t> </a:t>
          </a:r>
          <a:r>
            <a:rPr lang="en-US" b="1" i="0" dirty="0" err="1"/>
            <a:t>aprendizagens</a:t>
          </a:r>
          <a:r>
            <a:rPr lang="en-US" b="1" i="0" dirty="0"/>
            <a:t>:</a:t>
          </a:r>
          <a:r>
            <a:rPr lang="en-US" b="0" i="0" dirty="0"/>
            <a:t> </a:t>
          </a:r>
          <a:r>
            <a:rPr lang="en-US" b="0" i="0" dirty="0" err="1"/>
            <a:t>complexidade</a:t>
          </a:r>
          <a:r>
            <a:rPr lang="en-US" b="0" i="0" dirty="0"/>
            <a:t> de </a:t>
          </a:r>
          <a:r>
            <a:rPr lang="en-US" b="0" i="0" dirty="0" err="1"/>
            <a:t>sistemas</a:t>
          </a:r>
          <a:r>
            <a:rPr lang="en-US" b="0" i="0" dirty="0"/>
            <a:t> </a:t>
          </a:r>
          <a:r>
            <a:rPr lang="en-US" b="0" i="0" dirty="0" err="1"/>
            <a:t>distribuídos</a:t>
          </a:r>
          <a:r>
            <a:rPr lang="en-US" b="0" i="0" dirty="0"/>
            <a:t>, </a:t>
          </a:r>
          <a:r>
            <a:rPr lang="en-US" b="0" i="0" dirty="0" err="1"/>
            <a:t>padrões</a:t>
          </a:r>
          <a:r>
            <a:rPr lang="en-US" b="0" i="0" dirty="0"/>
            <a:t> de messaging versus REST, e valor da </a:t>
          </a:r>
          <a:r>
            <a:rPr lang="en-US" b="0" i="0" dirty="0" err="1"/>
            <a:t>observabilidade</a:t>
          </a:r>
          <a:r>
            <a:rPr lang="en-US" b="0" i="0" dirty="0"/>
            <a:t>.</a:t>
          </a:r>
        </a:p>
        <a:p>
          <a:pPr>
            <a:lnSpc>
              <a:spcPct val="100000"/>
            </a:lnSpc>
          </a:pPr>
          <a:r>
            <a:rPr lang="en-US" b="0" i="0" dirty="0"/>
            <a:t>O </a:t>
          </a:r>
          <a:r>
            <a:rPr lang="en-US" b="0" i="0" dirty="0" err="1"/>
            <a:t>sistema</a:t>
          </a:r>
          <a:r>
            <a:rPr lang="en-US" b="0" i="0" dirty="0"/>
            <a:t> </a:t>
          </a:r>
          <a:r>
            <a:rPr lang="en-US" b="0" i="0" dirty="0" err="1"/>
            <a:t>encontra</a:t>
          </a:r>
          <a:r>
            <a:rPr lang="en-US" b="0" i="0" dirty="0"/>
            <a:t>-se </a:t>
          </a:r>
          <a:r>
            <a:rPr lang="en-US" b="0" i="0" dirty="0" err="1"/>
            <a:t>funcional</a:t>
          </a:r>
          <a:r>
            <a:rPr lang="en-US" b="0" i="0" dirty="0"/>
            <a:t> e pronto para </a:t>
          </a:r>
          <a:r>
            <a:rPr lang="en-US" b="0" i="0" dirty="0" err="1"/>
            <a:t>evolução</a:t>
          </a:r>
          <a:r>
            <a:rPr lang="en-US" b="0" i="0" dirty="0"/>
            <a:t>.</a:t>
          </a:r>
        </a:p>
      </dgm:t>
    </dgm:pt>
    <dgm:pt modelId="{65BD0E9D-EE18-3F43-9B0C-BBBAD526F636}" type="parTrans" cxnId="{EDF1C134-6A4D-2942-8B34-1C0F0E27E08A}">
      <dgm:prSet/>
      <dgm:spPr/>
      <dgm:t>
        <a:bodyPr/>
        <a:lstStyle/>
        <a:p>
          <a:endParaRPr lang="en-US"/>
        </a:p>
      </dgm:t>
    </dgm:pt>
    <dgm:pt modelId="{36847975-3E43-A349-B517-E43306EE3A6F}" type="sibTrans" cxnId="{EDF1C134-6A4D-2942-8B34-1C0F0E27E08A}">
      <dgm:prSet/>
      <dgm:spPr/>
      <dgm:t>
        <a:bodyPr/>
        <a:lstStyle/>
        <a:p>
          <a:endParaRPr lang="en-US"/>
        </a:p>
      </dgm:t>
    </dgm:pt>
    <dgm:pt modelId="{905DD623-1986-40A7-BFBA-2B5048567C53}" type="pres">
      <dgm:prSet presAssocID="{E29901DF-8E29-4533-AE34-D8DCECAF9BB4}" presName="Name0" presStyleCnt="0">
        <dgm:presLayoutVars>
          <dgm:dir/>
          <dgm:resizeHandles val="exact"/>
        </dgm:presLayoutVars>
      </dgm:prSet>
      <dgm:spPr/>
    </dgm:pt>
    <dgm:pt modelId="{7BBB6F9E-BAB3-42F7-807F-4A9AF6047D28}" type="pres">
      <dgm:prSet presAssocID="{AB81CF7A-C62D-47FD-B438-F6FA9474946B}" presName="compNode" presStyleCnt="0"/>
      <dgm:spPr/>
    </dgm:pt>
    <dgm:pt modelId="{386E0391-ECA3-4D3D-935E-A03DE5FA1848}" type="pres">
      <dgm:prSet presAssocID="{AB81CF7A-C62D-47FD-B438-F6FA9474946B}" presName="pictRect" presStyleLbl="revTx" presStyleIdx="0" presStyleCnt="2">
        <dgm:presLayoutVars>
          <dgm:chMax val="0"/>
          <dgm:bulletEnabled/>
        </dgm:presLayoutVars>
      </dgm:prSet>
      <dgm:spPr/>
    </dgm:pt>
    <dgm:pt modelId="{F6FEE502-F034-4240-AD86-A32E78216339}" type="pres">
      <dgm:prSet presAssocID="{AB81CF7A-C62D-47FD-B438-F6FA9474946B}" presName="textRect" presStyleLbl="revTx" presStyleIdx="1" presStyleCnt="2" custLinFactNeighborY="0">
        <dgm:presLayoutVars>
          <dgm:bulletEnabled/>
        </dgm:presLayoutVars>
      </dgm:prSet>
      <dgm:spPr/>
    </dgm:pt>
  </dgm:ptLst>
  <dgm:cxnLst>
    <dgm:cxn modelId="{EDF1C134-6A4D-2942-8B34-1C0F0E27E08A}" srcId="{AB81CF7A-C62D-47FD-B438-F6FA9474946B}" destId="{5D1FF3A8-3235-CA4A-9D78-6874522F0ADE}" srcOrd="1" destOrd="0" parTransId="{65BD0E9D-EE18-3F43-9B0C-BBBAD526F636}" sibTransId="{36847975-3E43-A349-B517-E43306EE3A6F}"/>
    <dgm:cxn modelId="{0892A152-8FAC-4C71-A3DB-651BA1F9EAD5}" type="presOf" srcId="{E29901DF-8E29-4533-AE34-D8DCECAF9BB4}" destId="{905DD623-1986-40A7-BFBA-2B5048567C53}" srcOrd="0" destOrd="0" presId="urn:microsoft.com/office/officeart/2024/3/layout/hArchList1"/>
    <dgm:cxn modelId="{D0B7C2A8-49CF-4B45-96CB-D4AE738EE5B4}" type="presOf" srcId="{AB81CF7A-C62D-47FD-B438-F6FA9474946B}" destId="{386E0391-ECA3-4D3D-935E-A03DE5FA1848}" srcOrd="0" destOrd="0" presId="urn:microsoft.com/office/officeart/2024/3/layout/hArchList1"/>
    <dgm:cxn modelId="{A2C34DB0-53DD-4E9A-A339-C048D4463022}" type="presOf" srcId="{D6A6CDAD-2E69-4D78-845B-32A28F9C7F49}" destId="{F6FEE502-F034-4240-AD86-A32E78216339}" srcOrd="0" destOrd="0" presId="urn:microsoft.com/office/officeart/2024/3/layout/hArchList1"/>
    <dgm:cxn modelId="{BA5CC0E0-D8AC-1241-A5AB-0A52FCE31A15}" type="presOf" srcId="{5D1FF3A8-3235-CA4A-9D78-6874522F0ADE}" destId="{F6FEE502-F034-4240-AD86-A32E78216339}" srcOrd="0" destOrd="1" presId="urn:microsoft.com/office/officeart/2024/3/layout/hArchList1"/>
    <dgm:cxn modelId="{D97E0EFA-1170-4FF5-8C99-4B881160160B}" srcId="{AB81CF7A-C62D-47FD-B438-F6FA9474946B}" destId="{D6A6CDAD-2E69-4D78-845B-32A28F9C7F49}" srcOrd="0" destOrd="0" parTransId="{09F1E182-229C-4310-9C6B-671452762555}" sibTransId="{160EC55B-BEA1-4075-8D78-2A82BFC2C87E}"/>
    <dgm:cxn modelId="{C0DC22FD-57B6-4989-BD89-5DACEBC96AE9}" srcId="{E29901DF-8E29-4533-AE34-D8DCECAF9BB4}" destId="{AB81CF7A-C62D-47FD-B438-F6FA9474946B}" srcOrd="0" destOrd="0" parTransId="{F154B6CE-F0E0-4A81-81A3-56AA69F86745}" sibTransId="{83176DC0-D070-456E-9119-AD73897A5B32}"/>
    <dgm:cxn modelId="{704CBD7C-BAD8-4647-BD8F-26126BDE9112}" type="presParOf" srcId="{905DD623-1986-40A7-BFBA-2B5048567C53}" destId="{7BBB6F9E-BAB3-42F7-807F-4A9AF6047D28}" srcOrd="0" destOrd="0" presId="urn:microsoft.com/office/officeart/2024/3/layout/hArchList1"/>
    <dgm:cxn modelId="{1E2BF807-FA17-4DF1-A46B-064EE4072B70}" type="presParOf" srcId="{7BBB6F9E-BAB3-42F7-807F-4A9AF6047D28}" destId="{386E0391-ECA3-4D3D-935E-A03DE5FA1848}" srcOrd="0" destOrd="0" presId="urn:microsoft.com/office/officeart/2024/3/layout/hArchList1"/>
    <dgm:cxn modelId="{4D08BF65-0D21-4CAA-8691-BD5EC2B1BDF8}" type="presParOf" srcId="{7BBB6F9E-BAB3-42F7-807F-4A9AF6047D28}" destId="{F6FEE502-F034-4240-AD86-A32E78216339}" srcOrd="1" destOrd="0" presId="urn:microsoft.com/office/officeart/2024/3/layout/hArc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E926E61-5DAE-49BE-86E8-257CDD3B7950}">
      <dsp:nvSpPr>
        <dsp:cNvPr id="0" name=""/>
        <dsp:cNvSpPr/>
      </dsp:nvSpPr>
      <dsp:spPr>
        <a:xfrm>
          <a:off x="0" y="0"/>
          <a:ext cx="3899283" cy="3966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pt-PT" sz="1800" kern="1200" noProof="0" dirty="0"/>
            <a:t>Tomás Freitas	</a:t>
          </a:r>
        </a:p>
      </dsp:txBody>
      <dsp:txXfrm>
        <a:off x="0" y="0"/>
        <a:ext cx="3899283" cy="396652"/>
      </dsp:txXfrm>
    </dsp:sp>
    <dsp:sp modelId="{B0D85C79-9C70-4F76-9150-76DAC43E6EEE}">
      <dsp:nvSpPr>
        <dsp:cNvPr id="0" name=""/>
        <dsp:cNvSpPr/>
      </dsp:nvSpPr>
      <dsp:spPr>
        <a:xfrm>
          <a:off x="0" y="396652"/>
          <a:ext cx="3899283" cy="35698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pPr>
          <a:r>
            <a:rPr lang="pt-PT" sz="1400" kern="1200" noProof="0" dirty="0"/>
            <a:t>Desenvolvimento CI/CD com GitHub </a:t>
          </a:r>
          <a:r>
            <a:rPr lang="pt-PT" sz="1400" kern="1200" noProof="0" dirty="0" err="1"/>
            <a:t>Actions</a:t>
          </a:r>
          <a:r>
            <a:rPr lang="pt-PT" sz="1400" kern="1200" noProof="0" dirty="0"/>
            <a:t>.</a:t>
          </a:r>
        </a:p>
        <a:p>
          <a:pPr marL="0" lvl="0" indent="0" algn="l" defTabSz="622300">
            <a:lnSpc>
              <a:spcPct val="100000"/>
            </a:lnSpc>
            <a:spcBef>
              <a:spcPct val="0"/>
            </a:spcBef>
            <a:spcAft>
              <a:spcPct val="35000"/>
            </a:spcAft>
            <a:buNone/>
          </a:pPr>
          <a:r>
            <a:rPr lang="pt-PT" sz="1400" kern="1200" noProof="0" dirty="0"/>
            <a:t>Integração </a:t>
          </a:r>
          <a:r>
            <a:rPr lang="pt-PT" sz="1400" kern="1200" noProof="0" dirty="0" err="1"/>
            <a:t>Prometheus</a:t>
          </a:r>
          <a:r>
            <a:rPr lang="pt-PT" sz="1400" kern="1200" noProof="0" dirty="0"/>
            <a:t>.</a:t>
          </a:r>
        </a:p>
        <a:p>
          <a:pPr marL="0" lvl="0" indent="0" algn="l" defTabSz="622300">
            <a:lnSpc>
              <a:spcPct val="100000"/>
            </a:lnSpc>
            <a:spcBef>
              <a:spcPct val="0"/>
            </a:spcBef>
            <a:spcAft>
              <a:spcPct val="35000"/>
            </a:spcAft>
            <a:buNone/>
          </a:pPr>
          <a:r>
            <a:rPr lang="pt-PT" sz="1400" kern="1200" noProof="0" dirty="0"/>
            <a:t>Desenvolvimento de métricas.</a:t>
          </a:r>
        </a:p>
      </dsp:txBody>
      <dsp:txXfrm>
        <a:off x="0" y="396652"/>
        <a:ext cx="3899283" cy="3569874"/>
      </dsp:txXfrm>
    </dsp:sp>
    <dsp:sp modelId="{5E228431-832C-42F0-87B7-6E235F55D971}">
      <dsp:nvSpPr>
        <dsp:cNvPr id="0" name=""/>
        <dsp:cNvSpPr/>
      </dsp:nvSpPr>
      <dsp:spPr>
        <a:xfrm>
          <a:off x="4289212" y="0"/>
          <a:ext cx="3899283" cy="3966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pt-PT" sz="1800" kern="1200" noProof="0" dirty="0"/>
            <a:t>Pedro Jaques</a:t>
          </a:r>
        </a:p>
      </dsp:txBody>
      <dsp:txXfrm>
        <a:off x="4289212" y="0"/>
        <a:ext cx="3899283" cy="396652"/>
      </dsp:txXfrm>
    </dsp:sp>
    <dsp:sp modelId="{D1E43E41-7814-42AD-B6A1-0A95DD2F3590}">
      <dsp:nvSpPr>
        <dsp:cNvPr id="0" name=""/>
        <dsp:cNvSpPr/>
      </dsp:nvSpPr>
      <dsp:spPr>
        <a:xfrm>
          <a:off x="4289212" y="396652"/>
          <a:ext cx="3899283" cy="35698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pPr>
          <a:r>
            <a:rPr lang="pt-PT" sz="1400" kern="1200" noProof="0" dirty="0"/>
            <a:t>Desenvolvimento da comunicação produtor-consumidor.</a:t>
          </a:r>
        </a:p>
        <a:p>
          <a:pPr marL="0" lvl="0" indent="0" algn="l" defTabSz="622300">
            <a:lnSpc>
              <a:spcPct val="100000"/>
            </a:lnSpc>
            <a:spcBef>
              <a:spcPct val="0"/>
            </a:spcBef>
            <a:spcAft>
              <a:spcPct val="35000"/>
            </a:spcAft>
            <a:buNone/>
          </a:pPr>
          <a:r>
            <a:rPr lang="pt-PT" sz="1400" kern="1200" noProof="0" dirty="0"/>
            <a:t>Desenvolvimento Web UI.</a:t>
          </a:r>
        </a:p>
        <a:p>
          <a:pPr marL="0" lvl="0" indent="0" algn="l" defTabSz="622300">
            <a:lnSpc>
              <a:spcPct val="100000"/>
            </a:lnSpc>
            <a:spcBef>
              <a:spcPct val="0"/>
            </a:spcBef>
            <a:spcAft>
              <a:spcPct val="35000"/>
            </a:spcAft>
            <a:buNone/>
          </a:pPr>
          <a:r>
            <a:rPr lang="pt-PT" sz="1400" kern="1200" noProof="0" dirty="0"/>
            <a:t>Documentação do projeto.</a:t>
          </a:r>
        </a:p>
      </dsp:txBody>
      <dsp:txXfrm>
        <a:off x="4289212" y="396652"/>
        <a:ext cx="3899283" cy="356987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1D5BB9-D158-41D6-A886-CEEAF5D4217B}">
      <dsp:nvSpPr>
        <dsp:cNvPr id="0" name=""/>
        <dsp:cNvSpPr/>
      </dsp:nvSpPr>
      <dsp:spPr>
        <a:xfrm>
          <a:off x="0" y="0"/>
          <a:ext cx="1903650" cy="3966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pt-PT" sz="1800" kern="1200" noProof="0" dirty="0"/>
            <a:t>Produtor</a:t>
          </a:r>
        </a:p>
      </dsp:txBody>
      <dsp:txXfrm>
        <a:off x="0" y="0"/>
        <a:ext cx="1903650" cy="396652"/>
      </dsp:txXfrm>
    </dsp:sp>
    <dsp:sp modelId="{F4B434B4-A24E-4243-9A2A-685A250A5AEC}">
      <dsp:nvSpPr>
        <dsp:cNvPr id="0" name=""/>
        <dsp:cNvSpPr/>
      </dsp:nvSpPr>
      <dsp:spPr>
        <a:xfrm>
          <a:off x="0" y="396652"/>
          <a:ext cx="1903650" cy="35698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just" defTabSz="622300">
            <a:lnSpc>
              <a:spcPct val="100000"/>
            </a:lnSpc>
            <a:spcBef>
              <a:spcPct val="0"/>
            </a:spcBef>
            <a:spcAft>
              <a:spcPct val="35000"/>
            </a:spcAft>
            <a:buNone/>
          </a:pPr>
          <a:r>
            <a:rPr lang="pt-PT" sz="1400" kern="1200" noProof="0" dirty="0"/>
            <a:t>Responsável pela leitura dos ficheiros GPX e publicação de eventos em formato JSON em </a:t>
          </a:r>
          <a:r>
            <a:rPr lang="pt-PT" sz="1400" kern="1200" noProof="0" dirty="0" err="1"/>
            <a:t>exchanges</a:t>
          </a:r>
          <a:r>
            <a:rPr lang="pt-PT" sz="1400" kern="1200" noProof="0" dirty="0"/>
            <a:t> </a:t>
          </a:r>
          <a:r>
            <a:rPr lang="pt-PT" sz="1400" kern="1200" noProof="0" dirty="0" err="1"/>
            <a:t>RabbitMQ</a:t>
          </a:r>
          <a:r>
            <a:rPr lang="pt-PT" sz="1400" kern="1200" noProof="0" dirty="0"/>
            <a:t> do tipo </a:t>
          </a:r>
          <a:r>
            <a:rPr lang="pt-PT" sz="1400" kern="1200" noProof="0" dirty="0" err="1"/>
            <a:t>fanout</a:t>
          </a:r>
          <a:r>
            <a:rPr lang="pt-PT" sz="1400" kern="1200" noProof="0" dirty="0"/>
            <a:t>. Cada atleta corre num </a:t>
          </a:r>
          <a:r>
            <a:rPr lang="pt-PT" sz="1400" kern="1200" noProof="0" dirty="0" err="1"/>
            <a:t>thread</a:t>
          </a:r>
          <a:r>
            <a:rPr lang="pt-PT" sz="1400" kern="1200" noProof="0" dirty="0"/>
            <a:t> independente com variação de velocidade.</a:t>
          </a:r>
        </a:p>
      </dsp:txBody>
      <dsp:txXfrm>
        <a:off x="0" y="396652"/>
        <a:ext cx="1903650" cy="3569874"/>
      </dsp:txXfrm>
    </dsp:sp>
    <dsp:sp modelId="{48533E56-D0D5-4196-96FD-BC48DFA93FF1}">
      <dsp:nvSpPr>
        <dsp:cNvPr id="0" name=""/>
        <dsp:cNvSpPr/>
      </dsp:nvSpPr>
      <dsp:spPr>
        <a:xfrm>
          <a:off x="2094015" y="0"/>
          <a:ext cx="1903650" cy="3966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pt-PT" sz="1800" kern="1200" noProof="0" dirty="0"/>
            <a:t>Consumidor</a:t>
          </a:r>
        </a:p>
      </dsp:txBody>
      <dsp:txXfrm>
        <a:off x="2094015" y="0"/>
        <a:ext cx="1903650" cy="396652"/>
      </dsp:txXfrm>
    </dsp:sp>
    <dsp:sp modelId="{84156222-9B7B-4021-A225-EAA72CC6FCCA}">
      <dsp:nvSpPr>
        <dsp:cNvPr id="0" name=""/>
        <dsp:cNvSpPr/>
      </dsp:nvSpPr>
      <dsp:spPr>
        <a:xfrm>
          <a:off x="2094015" y="396652"/>
          <a:ext cx="1903650" cy="35698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just" defTabSz="622300">
            <a:lnSpc>
              <a:spcPct val="100000"/>
            </a:lnSpc>
            <a:spcBef>
              <a:spcPct val="0"/>
            </a:spcBef>
            <a:spcAft>
              <a:spcPct val="35000"/>
            </a:spcAft>
            <a:buNone/>
          </a:pPr>
          <a:r>
            <a:rPr lang="pt-PT" sz="1400" kern="1200" noProof="0" dirty="0"/>
            <a:t>Implementado com </a:t>
          </a:r>
          <a:r>
            <a:rPr lang="pt-PT" sz="1400" kern="1200" noProof="0" dirty="0" err="1"/>
            <a:t>FastAPI</a:t>
          </a:r>
          <a:r>
            <a:rPr lang="pt-PT" sz="1400" kern="1200" noProof="0" dirty="0"/>
            <a:t> que consome de uma </a:t>
          </a:r>
          <a:r>
            <a:rPr lang="pt-PT" sz="1400" kern="1200" noProof="0" dirty="0" err="1"/>
            <a:t>queue</a:t>
          </a:r>
          <a:r>
            <a:rPr lang="pt-PT" sz="1400" kern="1200" noProof="0" dirty="0"/>
            <a:t> do </a:t>
          </a:r>
          <a:r>
            <a:rPr lang="pt-PT" sz="1400" kern="1200" noProof="0" dirty="0" err="1"/>
            <a:t>backend</a:t>
          </a:r>
          <a:r>
            <a:rPr lang="pt-PT" sz="1400" kern="1200" noProof="0" dirty="0"/>
            <a:t> e difunde eventos via </a:t>
          </a:r>
          <a:r>
            <a:rPr lang="pt-PT" sz="1400" kern="1200" noProof="0" dirty="0" err="1"/>
            <a:t>WebSocket</a:t>
          </a:r>
          <a:r>
            <a:rPr lang="pt-PT" sz="1400" kern="1200" noProof="0" dirty="0"/>
            <a:t> . Expõe métricas </a:t>
          </a:r>
          <a:r>
            <a:rPr lang="pt-PT" sz="1400" kern="1200" noProof="0" dirty="0" err="1"/>
            <a:t>Prometheus</a:t>
          </a:r>
          <a:r>
            <a:rPr lang="pt-PT" sz="1400" kern="1200" noProof="0" dirty="0"/>
            <a:t> contando mensagens, conexões e envios.</a:t>
          </a:r>
        </a:p>
      </dsp:txBody>
      <dsp:txXfrm>
        <a:off x="2094015" y="396652"/>
        <a:ext cx="1903650" cy="3569874"/>
      </dsp:txXfrm>
    </dsp:sp>
    <dsp:sp modelId="{953CD609-D06F-4C32-A9F3-9FB2E040CB39}">
      <dsp:nvSpPr>
        <dsp:cNvPr id="0" name=""/>
        <dsp:cNvSpPr/>
      </dsp:nvSpPr>
      <dsp:spPr>
        <a:xfrm>
          <a:off x="4188030" y="0"/>
          <a:ext cx="1903650" cy="3966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pt-PT" sz="1800" kern="1200" noProof="0" dirty="0" err="1"/>
            <a:t>Frontend</a:t>
          </a:r>
          <a:endParaRPr lang="pt-PT" sz="1800" kern="1200" noProof="0" dirty="0"/>
        </a:p>
      </dsp:txBody>
      <dsp:txXfrm>
        <a:off x="4188030" y="0"/>
        <a:ext cx="1903650" cy="396652"/>
      </dsp:txXfrm>
    </dsp:sp>
    <dsp:sp modelId="{425937C8-C955-4843-B241-ECBAEC615C6F}">
      <dsp:nvSpPr>
        <dsp:cNvPr id="0" name=""/>
        <dsp:cNvSpPr/>
      </dsp:nvSpPr>
      <dsp:spPr>
        <a:xfrm>
          <a:off x="4188030" y="396652"/>
          <a:ext cx="1903650" cy="35698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just" defTabSz="622300">
            <a:lnSpc>
              <a:spcPct val="100000"/>
            </a:lnSpc>
            <a:spcBef>
              <a:spcPct val="0"/>
            </a:spcBef>
            <a:spcAft>
              <a:spcPct val="35000"/>
            </a:spcAft>
            <a:buNone/>
          </a:pPr>
          <a:r>
            <a:rPr lang="pt-PT" sz="1400" kern="1200" noProof="0" dirty="0"/>
            <a:t>Desenvolvido com HTML/JS com </a:t>
          </a:r>
          <a:r>
            <a:rPr lang="pt-PT" sz="1400" kern="1200" noProof="0" dirty="0" err="1"/>
            <a:t>Leaflet</a:t>
          </a:r>
          <a:r>
            <a:rPr lang="pt-PT" sz="1400" kern="1200" noProof="0" dirty="0"/>
            <a:t> que carrega ficheiros GPX locais, mantém múltiplas </a:t>
          </a:r>
          <a:r>
            <a:rPr lang="pt-PT" sz="1400" kern="1200" noProof="0" dirty="0" err="1"/>
            <a:t>WebSocket</a:t>
          </a:r>
          <a:r>
            <a:rPr lang="pt-PT" sz="1400" kern="1200" noProof="0" dirty="0"/>
            <a:t>, mostra marcadores e </a:t>
          </a:r>
          <a:r>
            <a:rPr lang="pt-PT" sz="1400" kern="1200" noProof="0" dirty="0" err="1"/>
            <a:t>leaderboard</a:t>
          </a:r>
          <a:r>
            <a:rPr lang="pt-PT" sz="1400" kern="1200" noProof="0" dirty="0"/>
            <a:t> em tempo real.</a:t>
          </a:r>
        </a:p>
      </dsp:txBody>
      <dsp:txXfrm>
        <a:off x="4188030" y="396652"/>
        <a:ext cx="1903650" cy="3569874"/>
      </dsp:txXfrm>
    </dsp:sp>
    <dsp:sp modelId="{B8A0172C-4221-4449-9139-9B1D7023E7F7}">
      <dsp:nvSpPr>
        <dsp:cNvPr id="0" name=""/>
        <dsp:cNvSpPr/>
      </dsp:nvSpPr>
      <dsp:spPr>
        <a:xfrm>
          <a:off x="6282046" y="0"/>
          <a:ext cx="1903650" cy="3966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pt-PT" sz="1800" kern="1200" noProof="0" dirty="0" err="1"/>
            <a:t>RabbitMQ</a:t>
          </a:r>
          <a:endParaRPr lang="pt-PT" sz="1800" kern="1200" noProof="0" dirty="0"/>
        </a:p>
      </dsp:txBody>
      <dsp:txXfrm>
        <a:off x="6282046" y="0"/>
        <a:ext cx="1903650" cy="396652"/>
      </dsp:txXfrm>
    </dsp:sp>
    <dsp:sp modelId="{A5E42196-92D4-B443-B20F-FB52B377EEF3}">
      <dsp:nvSpPr>
        <dsp:cNvPr id="0" name=""/>
        <dsp:cNvSpPr/>
      </dsp:nvSpPr>
      <dsp:spPr>
        <a:xfrm>
          <a:off x="6282046" y="396652"/>
          <a:ext cx="1903650" cy="35698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just" defTabSz="622300">
            <a:lnSpc>
              <a:spcPct val="100000"/>
            </a:lnSpc>
            <a:spcBef>
              <a:spcPct val="0"/>
            </a:spcBef>
            <a:spcAft>
              <a:spcPct val="35000"/>
            </a:spcAft>
            <a:buNone/>
          </a:pPr>
          <a:r>
            <a:rPr lang="pt-PT" sz="1400" kern="1200" noProof="0" dirty="0"/>
            <a:t>Atua como broker de mensagens. O produtor declara </a:t>
          </a:r>
          <a:r>
            <a:rPr lang="pt-PT" sz="1400" kern="1200" noProof="0" dirty="0" err="1"/>
            <a:t>exchanges</a:t>
          </a:r>
          <a:r>
            <a:rPr lang="pt-PT" sz="1400" kern="1200" noProof="0" dirty="0"/>
            <a:t> </a:t>
          </a:r>
          <a:r>
            <a:rPr lang="pt-PT" sz="1400" kern="1200" noProof="0" dirty="0" err="1"/>
            <a:t>fanout</a:t>
          </a:r>
          <a:r>
            <a:rPr lang="pt-PT" sz="1400" kern="1200" noProof="0" dirty="0"/>
            <a:t> por corrida, o consumidor cria uma </a:t>
          </a:r>
          <a:r>
            <a:rPr lang="pt-PT" sz="1400" kern="1200" noProof="0" dirty="0" err="1"/>
            <a:t>queue</a:t>
          </a:r>
          <a:r>
            <a:rPr lang="pt-PT" sz="1400" kern="1200" noProof="0" dirty="0"/>
            <a:t> durável e faz </a:t>
          </a:r>
          <a:r>
            <a:rPr lang="pt-PT" sz="1400" kern="1200" noProof="0" dirty="0" err="1"/>
            <a:t>bind</a:t>
          </a:r>
          <a:r>
            <a:rPr lang="pt-PT" sz="1400" kern="1200" noProof="0" dirty="0"/>
            <a:t> automático a todas as </a:t>
          </a:r>
          <a:r>
            <a:rPr lang="pt-PT" sz="1400" kern="1200" noProof="0" dirty="0" err="1"/>
            <a:t>exchanges</a:t>
          </a:r>
          <a:r>
            <a:rPr lang="pt-PT" sz="1400" kern="1200" noProof="0" dirty="0"/>
            <a:t> de utilizador.</a:t>
          </a:r>
        </a:p>
      </dsp:txBody>
      <dsp:txXfrm>
        <a:off x="6282046" y="396652"/>
        <a:ext cx="1903650" cy="356987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0CA2CBE-E808-4F58-9798-1899E38D36F6}">
      <dsp:nvSpPr>
        <dsp:cNvPr id="0" name=""/>
        <dsp:cNvSpPr/>
      </dsp:nvSpPr>
      <dsp:spPr>
        <a:xfrm>
          <a:off x="0" y="0"/>
          <a:ext cx="2557030" cy="3966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pt-PT" sz="1800" kern="1200" noProof="0" dirty="0"/>
            <a:t>Produtor</a:t>
          </a:r>
        </a:p>
      </dsp:txBody>
      <dsp:txXfrm>
        <a:off x="0" y="0"/>
        <a:ext cx="2557030" cy="396652"/>
      </dsp:txXfrm>
    </dsp:sp>
    <dsp:sp modelId="{920BEEE7-D326-4ED3-8C9D-01E9A2FF12F2}">
      <dsp:nvSpPr>
        <dsp:cNvPr id="0" name=""/>
        <dsp:cNvSpPr/>
      </dsp:nvSpPr>
      <dsp:spPr>
        <a:xfrm>
          <a:off x="0" y="396652"/>
          <a:ext cx="2557030" cy="35698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noProof="0" dirty="0"/>
            <a:t>Python 3.9+</a:t>
          </a:r>
        </a:p>
        <a:p>
          <a:pPr marL="0" lvl="0" indent="0" algn="l" defTabSz="622300">
            <a:lnSpc>
              <a:spcPct val="100000"/>
            </a:lnSpc>
            <a:spcBef>
              <a:spcPct val="0"/>
            </a:spcBef>
            <a:spcAft>
              <a:spcPct val="35000"/>
            </a:spcAft>
            <a:buNone/>
          </a:pPr>
          <a:r>
            <a:rPr lang="en-US" sz="1400" kern="1200" noProof="0" dirty="0" err="1"/>
            <a:t>Bibliotecas</a:t>
          </a:r>
          <a:r>
            <a:rPr lang="en-US" sz="1400" kern="1200" noProof="0" dirty="0"/>
            <a:t> </a:t>
          </a:r>
          <a:r>
            <a:rPr lang="en-US" sz="1400" kern="1200" noProof="0" dirty="0" err="1"/>
            <a:t>principais</a:t>
          </a:r>
          <a:r>
            <a:rPr lang="en-US" sz="1400" kern="1200" noProof="0" dirty="0"/>
            <a:t>: pika (RabbitMQ), </a:t>
          </a:r>
          <a:r>
            <a:rPr lang="en-US" sz="1400" kern="1200" noProof="0" dirty="0" err="1"/>
            <a:t>gpxpy</a:t>
          </a:r>
          <a:r>
            <a:rPr lang="en-US" sz="1400" kern="1200" noProof="0" dirty="0"/>
            <a:t>, threading/time, random</a:t>
          </a:r>
          <a:endParaRPr lang="pt-PT" sz="1400" kern="1200" noProof="0" dirty="0"/>
        </a:p>
      </dsp:txBody>
      <dsp:txXfrm>
        <a:off x="0" y="396652"/>
        <a:ext cx="2557030" cy="3569874"/>
      </dsp:txXfrm>
    </dsp:sp>
    <dsp:sp modelId="{5C84E263-878A-4945-85DF-080B6AFA6278}">
      <dsp:nvSpPr>
        <dsp:cNvPr id="0" name=""/>
        <dsp:cNvSpPr/>
      </dsp:nvSpPr>
      <dsp:spPr>
        <a:xfrm>
          <a:off x="2812733" y="0"/>
          <a:ext cx="2557030" cy="3966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pt-PT" sz="1800" kern="1200" noProof="0" dirty="0"/>
            <a:t>Consumidor</a:t>
          </a:r>
        </a:p>
      </dsp:txBody>
      <dsp:txXfrm>
        <a:off x="2812733" y="0"/>
        <a:ext cx="2557030" cy="396652"/>
      </dsp:txXfrm>
    </dsp:sp>
    <dsp:sp modelId="{A22BDF32-C6FB-4E4E-8046-2D44076141DA}">
      <dsp:nvSpPr>
        <dsp:cNvPr id="0" name=""/>
        <dsp:cNvSpPr/>
      </dsp:nvSpPr>
      <dsp:spPr>
        <a:xfrm>
          <a:off x="2812733" y="396652"/>
          <a:ext cx="2557030" cy="35698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noProof="0" dirty="0"/>
            <a:t>Python 3.9+</a:t>
          </a:r>
          <a:endParaRPr lang="pt-PT" sz="1400" kern="1200" noProof="0" dirty="0"/>
        </a:p>
        <a:p>
          <a:pPr marL="0" lvl="0" indent="0" algn="l" defTabSz="622300">
            <a:lnSpc>
              <a:spcPct val="100000"/>
            </a:lnSpc>
            <a:spcBef>
              <a:spcPct val="0"/>
            </a:spcBef>
            <a:spcAft>
              <a:spcPct val="35000"/>
            </a:spcAft>
            <a:buNone/>
          </a:pPr>
          <a:r>
            <a:rPr lang="en-US" sz="1400" kern="1200" noProof="0" dirty="0"/>
            <a:t>Framework: FastAPI (async + </a:t>
          </a:r>
          <a:r>
            <a:rPr lang="en-US" sz="1400" kern="1200" noProof="0" dirty="0" err="1"/>
            <a:t>WebSockets</a:t>
          </a:r>
          <a:r>
            <a:rPr lang="en-US" sz="1400" kern="1200" noProof="0" dirty="0"/>
            <a:t>)</a:t>
          </a:r>
        </a:p>
        <a:p>
          <a:pPr marL="0" lvl="0" indent="0" algn="l" defTabSz="622300">
            <a:lnSpc>
              <a:spcPct val="100000"/>
            </a:lnSpc>
            <a:spcBef>
              <a:spcPct val="0"/>
            </a:spcBef>
            <a:spcAft>
              <a:spcPct val="35000"/>
            </a:spcAft>
            <a:buNone/>
          </a:pPr>
          <a:r>
            <a:rPr lang="en-US" sz="1400" kern="1200" noProof="0" dirty="0" err="1"/>
            <a:t>Bibliotecas</a:t>
          </a:r>
          <a:r>
            <a:rPr lang="en-US" sz="1400" kern="1200" noProof="0" dirty="0"/>
            <a:t> </a:t>
          </a:r>
          <a:r>
            <a:rPr lang="en-US" sz="1400" kern="1200" noProof="0" dirty="0" err="1"/>
            <a:t>principais</a:t>
          </a:r>
          <a:r>
            <a:rPr lang="en-US" sz="1400" kern="1200" noProof="0" dirty="0"/>
            <a:t>:</a:t>
          </a:r>
        </a:p>
        <a:p>
          <a:pPr marL="114300" lvl="1" indent="-114300" algn="l" defTabSz="533400">
            <a:lnSpc>
              <a:spcPct val="90000"/>
            </a:lnSpc>
            <a:spcBef>
              <a:spcPct val="0"/>
            </a:spcBef>
            <a:spcAft>
              <a:spcPct val="15000"/>
            </a:spcAft>
            <a:buChar char="•"/>
          </a:pPr>
          <a:r>
            <a:rPr lang="en-US" sz="1200" kern="1200" noProof="0" dirty="0" err="1"/>
            <a:t>aio_pika</a:t>
          </a:r>
          <a:r>
            <a:rPr lang="en-US" sz="1200" kern="1200" noProof="0" dirty="0"/>
            <a:t> (RabbitMQ </a:t>
          </a:r>
          <a:r>
            <a:rPr lang="en-US" sz="1200" kern="1200" noProof="0" dirty="0" err="1"/>
            <a:t>assíncrono</a:t>
          </a:r>
          <a:r>
            <a:rPr lang="en-US" sz="1200" kern="1200" noProof="0" dirty="0"/>
            <a:t>);</a:t>
          </a:r>
        </a:p>
        <a:p>
          <a:pPr marL="114300" lvl="1" indent="-114300" algn="l" defTabSz="533400">
            <a:lnSpc>
              <a:spcPct val="90000"/>
            </a:lnSpc>
            <a:spcBef>
              <a:spcPct val="0"/>
            </a:spcBef>
            <a:spcAft>
              <a:spcPct val="15000"/>
            </a:spcAft>
            <a:buChar char="•"/>
          </a:pPr>
          <a:r>
            <a:rPr lang="en-US" sz="1200" kern="1200" noProof="0" dirty="0" err="1"/>
            <a:t>aiohttp</a:t>
          </a:r>
          <a:r>
            <a:rPr lang="en-US" sz="1200" kern="1200" noProof="0" dirty="0"/>
            <a:t> (</a:t>
          </a:r>
          <a:r>
            <a:rPr lang="en-US" sz="1200" kern="1200" noProof="0" dirty="0" err="1"/>
            <a:t>descoberta</a:t>
          </a:r>
          <a:r>
            <a:rPr lang="en-US" sz="1200" kern="1200" noProof="0" dirty="0"/>
            <a:t> de exchanges);</a:t>
          </a:r>
        </a:p>
        <a:p>
          <a:pPr marL="114300" lvl="1" indent="-114300" algn="l" defTabSz="533400">
            <a:lnSpc>
              <a:spcPct val="90000"/>
            </a:lnSpc>
            <a:spcBef>
              <a:spcPct val="0"/>
            </a:spcBef>
            <a:spcAft>
              <a:spcPct val="15000"/>
            </a:spcAft>
            <a:buChar char="•"/>
          </a:pPr>
          <a:r>
            <a:rPr lang="en-US" sz="1200" kern="1200" noProof="0" dirty="0" err="1"/>
            <a:t>prometheus_fastapi_instrumentator</a:t>
          </a:r>
          <a:endParaRPr lang="en-US" sz="1200" kern="1200" noProof="0" dirty="0"/>
        </a:p>
        <a:p>
          <a:pPr marL="114300" lvl="1" indent="-114300" algn="l" defTabSz="533400">
            <a:lnSpc>
              <a:spcPct val="90000"/>
            </a:lnSpc>
            <a:spcBef>
              <a:spcPct val="0"/>
            </a:spcBef>
            <a:spcAft>
              <a:spcPct val="15000"/>
            </a:spcAft>
            <a:buChar char="•"/>
          </a:pPr>
          <a:r>
            <a:rPr lang="en-US" sz="1200" kern="1200" noProof="0" dirty="0" err="1"/>
            <a:t>prometheus_client</a:t>
          </a:r>
          <a:r>
            <a:rPr lang="en-US" sz="1200" kern="1200" noProof="0" dirty="0"/>
            <a:t> (</a:t>
          </a:r>
          <a:r>
            <a:rPr lang="en-US" sz="1200" kern="1200" noProof="0" dirty="0" err="1"/>
            <a:t>métricas</a:t>
          </a:r>
          <a:r>
            <a:rPr lang="en-US" sz="1200" kern="1200" noProof="0" dirty="0"/>
            <a:t>)</a:t>
          </a:r>
        </a:p>
      </dsp:txBody>
      <dsp:txXfrm>
        <a:off x="2812733" y="396652"/>
        <a:ext cx="2557030" cy="3569874"/>
      </dsp:txXfrm>
    </dsp:sp>
    <dsp:sp modelId="{102B6BBA-B604-4A97-95C5-00FB60A6446D}">
      <dsp:nvSpPr>
        <dsp:cNvPr id="0" name=""/>
        <dsp:cNvSpPr/>
      </dsp:nvSpPr>
      <dsp:spPr>
        <a:xfrm>
          <a:off x="5625467" y="0"/>
          <a:ext cx="2557030" cy="3966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pt-PT" sz="1800" kern="1200" noProof="0" dirty="0" err="1"/>
            <a:t>Frontend</a:t>
          </a:r>
          <a:endParaRPr lang="pt-PT" sz="1800" kern="1200" noProof="0" dirty="0"/>
        </a:p>
      </dsp:txBody>
      <dsp:txXfrm>
        <a:off x="5625467" y="0"/>
        <a:ext cx="2557030" cy="396652"/>
      </dsp:txXfrm>
    </dsp:sp>
    <dsp:sp modelId="{813A2246-B13B-4603-85EE-69F76AD51310}">
      <dsp:nvSpPr>
        <dsp:cNvPr id="0" name=""/>
        <dsp:cNvSpPr/>
      </dsp:nvSpPr>
      <dsp:spPr>
        <a:xfrm>
          <a:off x="5625467" y="396652"/>
          <a:ext cx="2557030" cy="35698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5240" rIns="15240" bIns="15240" numCol="1" spcCol="1270" anchor="t" anchorCtr="0">
          <a:noAutofit/>
        </a:bodyPr>
        <a:lstStyle/>
        <a:p>
          <a:pPr marL="0" lvl="0" indent="0" algn="l" defTabSz="622300">
            <a:lnSpc>
              <a:spcPct val="100000"/>
            </a:lnSpc>
            <a:spcBef>
              <a:spcPct val="0"/>
            </a:spcBef>
            <a:spcAft>
              <a:spcPct val="35000"/>
            </a:spcAft>
            <a:buNone/>
          </a:pPr>
          <a:r>
            <a:rPr lang="en-US" sz="1400" kern="1200" noProof="0" dirty="0"/>
            <a:t>HTML5, CSS3, JavaScript (vanilla)</a:t>
          </a:r>
          <a:endParaRPr lang="pt-PT" sz="1400" kern="1200" noProof="0" dirty="0"/>
        </a:p>
        <a:p>
          <a:pPr marL="0" lvl="0" indent="0" algn="l" defTabSz="622300">
            <a:lnSpc>
              <a:spcPct val="100000"/>
            </a:lnSpc>
            <a:spcBef>
              <a:spcPct val="0"/>
            </a:spcBef>
            <a:spcAft>
              <a:spcPct val="35000"/>
            </a:spcAft>
            <a:buNone/>
          </a:pPr>
          <a:r>
            <a:rPr lang="en-US" sz="1400" kern="1200" noProof="0" dirty="0" err="1"/>
            <a:t>Bibliotecas</a:t>
          </a:r>
          <a:r>
            <a:rPr lang="en-US" sz="1400" kern="1200" noProof="0" dirty="0"/>
            <a:t>:</a:t>
          </a:r>
        </a:p>
        <a:p>
          <a:pPr marL="114300" lvl="1" indent="-114300" algn="l" defTabSz="533400">
            <a:lnSpc>
              <a:spcPct val="90000"/>
            </a:lnSpc>
            <a:spcBef>
              <a:spcPct val="0"/>
            </a:spcBef>
            <a:spcAft>
              <a:spcPct val="15000"/>
            </a:spcAft>
            <a:buChar char="•"/>
          </a:pPr>
          <a:r>
            <a:rPr lang="en-US" sz="1200" kern="1200" noProof="0" dirty="0" err="1"/>
            <a:t>Leaflet.js</a:t>
          </a:r>
          <a:r>
            <a:rPr lang="en-US" sz="1200" kern="1200" noProof="0" dirty="0"/>
            <a:t>: Visualização de mapas interativos</a:t>
          </a:r>
        </a:p>
        <a:p>
          <a:pPr marL="114300" lvl="1" indent="-114300" algn="l" defTabSz="533400">
            <a:lnSpc>
              <a:spcPct val="90000"/>
            </a:lnSpc>
            <a:spcBef>
              <a:spcPct val="0"/>
            </a:spcBef>
            <a:spcAft>
              <a:spcPct val="15000"/>
            </a:spcAft>
            <a:buChar char="•"/>
          </a:pPr>
          <a:r>
            <a:rPr lang="en-US" sz="1200" kern="1200" noProof="0" dirty="0"/>
            <a:t>OpenStreetMap: Tiles de </a:t>
          </a:r>
          <a:r>
            <a:rPr lang="en-US" sz="1200" kern="1200" noProof="0" dirty="0" err="1"/>
            <a:t>mapa</a:t>
          </a:r>
          <a:endParaRPr lang="en-US" sz="1200" kern="1200" noProof="0" dirty="0"/>
        </a:p>
      </dsp:txBody>
      <dsp:txXfrm>
        <a:off x="5625467" y="396652"/>
        <a:ext cx="2557030" cy="3569874"/>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8522E71-9B97-4408-89B0-5B56F5725FF6}">
      <dsp:nvSpPr>
        <dsp:cNvPr id="0" name=""/>
        <dsp:cNvSpPr/>
      </dsp:nvSpPr>
      <dsp:spPr>
        <a:xfrm>
          <a:off x="0" y="0"/>
          <a:ext cx="2557030" cy="57304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pt-PT" sz="1800" kern="1200" noProof="0" dirty="0"/>
            <a:t>Comunicação assíncrona</a:t>
          </a:r>
        </a:p>
      </dsp:txBody>
      <dsp:txXfrm>
        <a:off x="0" y="0"/>
        <a:ext cx="2557030" cy="573041"/>
      </dsp:txXfrm>
    </dsp:sp>
    <dsp:sp modelId="{86B5E1DC-59F0-48B0-857F-679563625FA0}">
      <dsp:nvSpPr>
        <dsp:cNvPr id="0" name=""/>
        <dsp:cNvSpPr/>
      </dsp:nvSpPr>
      <dsp:spPr>
        <a:xfrm>
          <a:off x="0" y="573041"/>
          <a:ext cx="2557030" cy="33934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5240" rIns="15240" bIns="15240" numCol="1" spcCol="1270" anchor="t" anchorCtr="0">
          <a:noAutofit/>
        </a:bodyPr>
        <a:lstStyle/>
        <a:p>
          <a:pPr marL="0" lvl="0" indent="0" algn="just" defTabSz="533400">
            <a:lnSpc>
              <a:spcPct val="100000"/>
            </a:lnSpc>
            <a:spcBef>
              <a:spcPct val="0"/>
            </a:spcBef>
            <a:spcAft>
              <a:spcPct val="35000"/>
            </a:spcAft>
            <a:buNone/>
          </a:pPr>
          <a:r>
            <a:rPr lang="en-US" sz="1200" b="0" i="0" kern="1200" dirty="0" err="1"/>
            <a:t>Comunicação</a:t>
          </a:r>
          <a:r>
            <a:rPr lang="en-US" sz="1200" b="0" i="0" kern="1200" dirty="0"/>
            <a:t> </a:t>
          </a:r>
          <a:r>
            <a:rPr lang="en-US" sz="1200" b="0" i="0" kern="1200" dirty="0" err="1"/>
            <a:t>é</a:t>
          </a:r>
          <a:r>
            <a:rPr lang="en-US" sz="1200" b="0" i="0" kern="1200" dirty="0"/>
            <a:t> </a:t>
          </a:r>
          <a:r>
            <a:rPr lang="en-US" sz="1200" b="1" i="0" kern="1200" dirty="0" err="1"/>
            <a:t>assíncrona</a:t>
          </a:r>
          <a:r>
            <a:rPr lang="en-US" sz="1200" b="1" i="0" kern="1200" dirty="0"/>
            <a:t> </a:t>
          </a:r>
          <a:r>
            <a:rPr lang="en-US" sz="1200" b="1" i="0" kern="1200" dirty="0" err="1"/>
            <a:t>baseada</a:t>
          </a:r>
          <a:r>
            <a:rPr lang="en-US" sz="1200" b="1" i="0" kern="1200" dirty="0"/>
            <a:t> </a:t>
          </a:r>
          <a:r>
            <a:rPr lang="en-US" sz="1200" b="1" i="0" kern="1200" dirty="0" err="1"/>
            <a:t>em</a:t>
          </a:r>
          <a:r>
            <a:rPr lang="en-US" sz="1200" b="1" i="0" kern="1200" dirty="0"/>
            <a:t> </a:t>
          </a:r>
          <a:r>
            <a:rPr lang="en-US" sz="1200" b="1" i="0" kern="1200" dirty="0" err="1"/>
            <a:t>mensagens</a:t>
          </a:r>
          <a:r>
            <a:rPr lang="en-US" sz="1200" b="0" i="0" kern="1200" dirty="0"/>
            <a:t> entre </a:t>
          </a:r>
          <a:r>
            <a:rPr lang="en-US" sz="1200" b="0" i="0" kern="1200" dirty="0" err="1"/>
            <a:t>produtor</a:t>
          </a:r>
          <a:r>
            <a:rPr lang="en-US" sz="1200" b="0" i="0" kern="1200" dirty="0"/>
            <a:t> e </a:t>
          </a:r>
          <a:r>
            <a:rPr lang="en-US" sz="1200" b="0" i="0" kern="1200" dirty="0" err="1"/>
            <a:t>consumidor</a:t>
          </a:r>
          <a:r>
            <a:rPr lang="en-US" sz="1200" b="0" i="0" kern="1200" dirty="0"/>
            <a:t> via RabbitMQ (AMQP, exchanges fanout race-*), </a:t>
          </a:r>
          <a:r>
            <a:rPr lang="en-US" sz="1200" b="0" i="0" kern="1200" dirty="0" err="1"/>
            <a:t>sem</a:t>
          </a:r>
          <a:r>
            <a:rPr lang="en-US" sz="1200" b="0" i="0" kern="1200" dirty="0"/>
            <a:t> REST no </a:t>
          </a:r>
          <a:r>
            <a:rPr lang="en-US" sz="1200" b="0" i="0" kern="1200" dirty="0" err="1"/>
            <a:t>percurso</a:t>
          </a:r>
          <a:r>
            <a:rPr lang="en-US" sz="1200" b="0" i="0" kern="1200" dirty="0"/>
            <a:t> de </a:t>
          </a:r>
          <a:r>
            <a:rPr lang="en-US" sz="1200" b="0" i="0" kern="1200" dirty="0" err="1"/>
            <a:t>eventos</a:t>
          </a:r>
          <a:r>
            <a:rPr lang="en-US" sz="1200" b="0" i="0" kern="1200" dirty="0"/>
            <a:t>.</a:t>
          </a:r>
          <a:endParaRPr lang="pt-PT" sz="1200" kern="1200" noProof="0" dirty="0"/>
        </a:p>
      </dsp:txBody>
      <dsp:txXfrm>
        <a:off x="0" y="573041"/>
        <a:ext cx="2557030" cy="3393485"/>
      </dsp:txXfrm>
    </dsp:sp>
    <dsp:sp modelId="{7134C525-8CCD-4108-AF01-96286A5A0E05}">
      <dsp:nvSpPr>
        <dsp:cNvPr id="0" name=""/>
        <dsp:cNvSpPr/>
      </dsp:nvSpPr>
      <dsp:spPr>
        <a:xfrm>
          <a:off x="2812733" y="0"/>
          <a:ext cx="2557030" cy="57304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pt-PT" sz="1800" kern="1200" noProof="0" dirty="0"/>
            <a:t>Mensagens Assíncronas</a:t>
          </a:r>
        </a:p>
      </dsp:txBody>
      <dsp:txXfrm>
        <a:off x="2812733" y="0"/>
        <a:ext cx="2557030" cy="573041"/>
      </dsp:txXfrm>
    </dsp:sp>
    <dsp:sp modelId="{1F303D58-5C0E-441C-AD6F-0CB810D3C9E8}">
      <dsp:nvSpPr>
        <dsp:cNvPr id="0" name=""/>
        <dsp:cNvSpPr/>
      </dsp:nvSpPr>
      <dsp:spPr>
        <a:xfrm>
          <a:off x="2812733" y="573041"/>
          <a:ext cx="2557030" cy="33934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5240" rIns="15240" bIns="15240" numCol="1" spcCol="1270" anchor="t" anchorCtr="0">
          <a:noAutofit/>
        </a:bodyPr>
        <a:lstStyle/>
        <a:p>
          <a:pPr marL="0" lvl="0" indent="0" algn="just" defTabSz="533400">
            <a:lnSpc>
              <a:spcPct val="100000"/>
            </a:lnSpc>
            <a:spcBef>
              <a:spcPct val="0"/>
            </a:spcBef>
            <a:spcAft>
              <a:spcPct val="35000"/>
            </a:spcAft>
            <a:buNone/>
          </a:pPr>
          <a:r>
            <a:rPr lang="en-US" sz="1200" b="0" i="0" kern="1200" dirty="0"/>
            <a:t>O </a:t>
          </a:r>
          <a:r>
            <a:rPr lang="en-US" sz="1200" b="0" i="0" kern="1200" dirty="0" err="1"/>
            <a:t>consumidor</a:t>
          </a:r>
          <a:r>
            <a:rPr lang="en-US" sz="1200" b="0" i="0" kern="1200" dirty="0"/>
            <a:t> </a:t>
          </a:r>
          <a:r>
            <a:rPr lang="en-US" sz="1200" b="0" i="0" kern="1200" dirty="0" err="1"/>
            <a:t>consome</a:t>
          </a:r>
          <a:r>
            <a:rPr lang="en-US" sz="1200" b="0" i="0" kern="1200" dirty="0"/>
            <a:t> </a:t>
          </a:r>
          <a:r>
            <a:rPr lang="en-US" sz="1200" b="0" i="0" kern="1200" dirty="0" err="1"/>
            <a:t>mensagens</a:t>
          </a:r>
          <a:r>
            <a:rPr lang="en-US" sz="1200" b="0" i="0" kern="1200" dirty="0"/>
            <a:t> e </a:t>
          </a:r>
          <a:r>
            <a:rPr lang="en-US" sz="1200" b="0" i="0" kern="1200" dirty="0" err="1"/>
            <a:t>reenvia</a:t>
          </a:r>
          <a:r>
            <a:rPr lang="en-US" sz="1200" b="0" i="0" kern="1200" dirty="0"/>
            <a:t>-as para o frontend via </a:t>
          </a:r>
          <a:r>
            <a:rPr lang="en-US" sz="1200" b="1" i="0" kern="1200" dirty="0"/>
            <a:t>WebSocket</a:t>
          </a:r>
          <a:r>
            <a:rPr lang="en-US" sz="1200" b="0" i="0" kern="1200" dirty="0"/>
            <a:t> (</a:t>
          </a:r>
          <a:r>
            <a:rPr lang="en-US" sz="1200" b="0" i="0" kern="1200" dirty="0" err="1"/>
            <a:t>persistente</a:t>
          </a:r>
          <a:r>
            <a:rPr lang="en-US" sz="1200" b="0" i="0" kern="1200" dirty="0"/>
            <a:t>, </a:t>
          </a:r>
          <a:r>
            <a:rPr lang="en-US" sz="1200" b="0" i="0" kern="1200" dirty="0" err="1"/>
            <a:t>bidirecional</a:t>
          </a:r>
          <a:r>
            <a:rPr lang="en-US" sz="1200" b="0" i="0" kern="1200" dirty="0"/>
            <a:t>). </a:t>
          </a:r>
        </a:p>
        <a:p>
          <a:pPr marL="0" lvl="0" indent="0" algn="just" defTabSz="533400">
            <a:lnSpc>
              <a:spcPct val="100000"/>
            </a:lnSpc>
            <a:spcBef>
              <a:spcPct val="0"/>
            </a:spcBef>
            <a:spcAft>
              <a:spcPct val="35000"/>
            </a:spcAft>
            <a:buNone/>
          </a:pPr>
          <a:r>
            <a:rPr lang="en-US" sz="1200" b="0" i="0" kern="1200" dirty="0" err="1"/>
            <a:t>É</a:t>
          </a:r>
          <a:r>
            <a:rPr lang="en-US" sz="1200" b="0" i="0" kern="1200" dirty="0"/>
            <a:t> </a:t>
          </a:r>
          <a:r>
            <a:rPr lang="en-US" sz="1200" b="0" i="0" kern="1200" dirty="0" err="1"/>
            <a:t>assíncrono</a:t>
          </a:r>
          <a:r>
            <a:rPr lang="en-US" sz="1200" b="0" i="0" kern="1200" dirty="0"/>
            <a:t>: o </a:t>
          </a:r>
          <a:r>
            <a:rPr lang="en-US" sz="1200" b="0" i="0" kern="1200" dirty="0" err="1"/>
            <a:t>cliente</a:t>
          </a:r>
          <a:r>
            <a:rPr lang="en-US" sz="1200" b="0" i="0" kern="1200" dirty="0"/>
            <a:t> </a:t>
          </a:r>
          <a:r>
            <a:rPr lang="en-US" sz="1200" b="0" i="0" kern="1200" dirty="0" err="1"/>
            <a:t>recebe</a:t>
          </a:r>
          <a:r>
            <a:rPr lang="en-US" sz="1200" b="0" i="0" kern="1200" dirty="0"/>
            <a:t> push </a:t>
          </a:r>
          <a:r>
            <a:rPr lang="en-US" sz="1200" b="0" i="0" kern="1200" dirty="0" err="1"/>
            <a:t>conforme</a:t>
          </a:r>
          <a:r>
            <a:rPr lang="en-US" sz="1200" b="0" i="0" kern="1200" dirty="0"/>
            <a:t> </a:t>
          </a:r>
          <a:r>
            <a:rPr lang="en-US" sz="1200" b="0" i="0" kern="1200" dirty="0" err="1"/>
            <a:t>chegam</a:t>
          </a:r>
          <a:r>
            <a:rPr lang="en-US" sz="1200" b="0" i="0" kern="1200" dirty="0"/>
            <a:t> </a:t>
          </a:r>
          <a:r>
            <a:rPr lang="en-US" sz="1200" b="0" i="0" kern="1200" dirty="0" err="1"/>
            <a:t>eventos</a:t>
          </a:r>
          <a:r>
            <a:rPr lang="en-US" sz="1200" b="0" i="0" kern="1200" dirty="0"/>
            <a:t>.</a:t>
          </a:r>
          <a:endParaRPr lang="pt-PT" sz="1200" kern="1200" noProof="0" dirty="0"/>
        </a:p>
      </dsp:txBody>
      <dsp:txXfrm>
        <a:off x="2812733" y="573041"/>
        <a:ext cx="2557030" cy="3393485"/>
      </dsp:txXfrm>
    </dsp:sp>
    <dsp:sp modelId="{FC0ED944-368A-4995-9904-DDDEE2178AA9}">
      <dsp:nvSpPr>
        <dsp:cNvPr id="0" name=""/>
        <dsp:cNvSpPr/>
      </dsp:nvSpPr>
      <dsp:spPr>
        <a:xfrm>
          <a:off x="5625467" y="0"/>
          <a:ext cx="2557030" cy="57304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pt-PT" sz="1800" kern="1200" noProof="0" dirty="0"/>
            <a:t>Protocolos e Formatos de Dados</a:t>
          </a:r>
        </a:p>
      </dsp:txBody>
      <dsp:txXfrm>
        <a:off x="5625467" y="0"/>
        <a:ext cx="2557030" cy="573041"/>
      </dsp:txXfrm>
    </dsp:sp>
    <dsp:sp modelId="{C0D7DB82-4CD9-4C38-A5E9-D88A21934649}">
      <dsp:nvSpPr>
        <dsp:cNvPr id="0" name=""/>
        <dsp:cNvSpPr/>
      </dsp:nvSpPr>
      <dsp:spPr>
        <a:xfrm>
          <a:off x="5625467" y="573041"/>
          <a:ext cx="2557030" cy="33934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5240" rIns="15240" bIns="15240" numCol="1" spcCol="1270" anchor="t" anchorCtr="0">
          <a:noAutofit/>
        </a:bodyPr>
        <a:lstStyle/>
        <a:p>
          <a:pPr marL="0" lvl="0" indent="0" algn="just" defTabSz="533400">
            <a:lnSpc>
              <a:spcPct val="100000"/>
            </a:lnSpc>
            <a:spcBef>
              <a:spcPct val="0"/>
            </a:spcBef>
            <a:spcAft>
              <a:spcPct val="35000"/>
            </a:spcAft>
            <a:buNone/>
          </a:pPr>
          <a:r>
            <a:rPr lang="en-US" sz="1200" b="1" i="0" kern="1200" dirty="0"/>
            <a:t>AMQP</a:t>
          </a:r>
          <a:r>
            <a:rPr lang="en-US" sz="1200" b="0" i="0" kern="1200" dirty="0"/>
            <a:t> entre </a:t>
          </a:r>
          <a:r>
            <a:rPr lang="en-US" sz="1200" b="0" i="0" kern="1200" dirty="0" err="1"/>
            <a:t>produtor↔RabbitMQ↔consumidor</a:t>
          </a:r>
          <a:r>
            <a:rPr lang="en-US" sz="1200" b="0" i="0" kern="1200" dirty="0"/>
            <a:t>; </a:t>
          </a:r>
        </a:p>
        <a:p>
          <a:pPr marL="0" lvl="0" indent="0" algn="just" defTabSz="533400">
            <a:lnSpc>
              <a:spcPct val="100000"/>
            </a:lnSpc>
            <a:spcBef>
              <a:spcPct val="0"/>
            </a:spcBef>
            <a:spcAft>
              <a:spcPct val="35000"/>
            </a:spcAft>
            <a:buNone/>
          </a:pPr>
          <a:r>
            <a:rPr lang="en-US" sz="1200" b="1" i="0" kern="1200" dirty="0"/>
            <a:t>HTTP/WebSocket</a:t>
          </a:r>
          <a:r>
            <a:rPr lang="en-US" sz="1200" b="0" i="0" kern="1200" dirty="0"/>
            <a:t> para </a:t>
          </a:r>
          <a:r>
            <a:rPr lang="en-US" sz="1200" b="0" i="0" kern="1200" dirty="0" err="1"/>
            <a:t>consumidor↔frontend</a:t>
          </a:r>
          <a:r>
            <a:rPr lang="en-US" sz="1200" b="0" i="0" kern="1200" dirty="0"/>
            <a:t>;</a:t>
          </a:r>
        </a:p>
        <a:p>
          <a:pPr marL="0" lvl="0" indent="0" algn="just" defTabSz="533400">
            <a:lnSpc>
              <a:spcPct val="100000"/>
            </a:lnSpc>
            <a:spcBef>
              <a:spcPct val="0"/>
            </a:spcBef>
            <a:spcAft>
              <a:spcPct val="35000"/>
            </a:spcAft>
            <a:buNone/>
          </a:pPr>
          <a:r>
            <a:rPr lang="en-US" sz="1200" b="1" i="0" kern="1200" dirty="0"/>
            <a:t>JSON</a:t>
          </a:r>
          <a:r>
            <a:rPr lang="en-US" sz="1200" b="0" i="0" kern="1200" dirty="0"/>
            <a:t> com campos athlete, gender, race, location:{</a:t>
          </a:r>
          <a:r>
            <a:rPr lang="en-US" sz="1200" b="0" i="0" kern="1200" dirty="0" err="1"/>
            <a:t>latitude,longitude</a:t>
          </a:r>
          <a:r>
            <a:rPr lang="en-US" sz="1200" b="0" i="0" kern="1200" dirty="0"/>
            <a:t>}, elevation, time, event.</a:t>
          </a:r>
          <a:endParaRPr lang="pt-PT" sz="1200" kern="1200" noProof="0" dirty="0"/>
        </a:p>
      </dsp:txBody>
      <dsp:txXfrm>
        <a:off x="5625467" y="573041"/>
        <a:ext cx="2557030" cy="339348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CE48D3-FF1F-47A0-8D7A-EEF4D56C12A8}">
      <dsp:nvSpPr>
        <dsp:cNvPr id="0" name=""/>
        <dsp:cNvSpPr/>
      </dsp:nvSpPr>
      <dsp:spPr>
        <a:xfrm>
          <a:off x="0" y="0"/>
          <a:ext cx="1901791" cy="51065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0320" rIns="20320" bIns="20320" numCol="1" spcCol="1270" anchor="t" anchorCtr="0">
          <a:noAutofit/>
        </a:bodyPr>
        <a:lstStyle/>
        <a:p>
          <a:pPr marL="0" lvl="0" indent="0" algn="l" defTabSz="711200">
            <a:lnSpc>
              <a:spcPct val="100000"/>
            </a:lnSpc>
            <a:spcBef>
              <a:spcPct val="0"/>
            </a:spcBef>
            <a:spcAft>
              <a:spcPct val="35000"/>
            </a:spcAft>
            <a:buNone/>
            <a:defRPr b="1"/>
          </a:pPr>
          <a:r>
            <a:rPr lang="en-US" sz="1600" b="1" i="0" kern="1200" dirty="0" err="1"/>
            <a:t>Funcionalidade</a:t>
          </a:r>
          <a:r>
            <a:rPr lang="en-US" sz="1600" b="1" i="0" kern="1200" dirty="0"/>
            <a:t> &amp; Performance</a:t>
          </a:r>
          <a:endParaRPr lang="en-US" sz="1600" b="0" i="0" kern="1200" dirty="0"/>
        </a:p>
      </dsp:txBody>
      <dsp:txXfrm>
        <a:off x="0" y="0"/>
        <a:ext cx="1901791" cy="510655"/>
      </dsp:txXfrm>
    </dsp:sp>
    <dsp:sp modelId="{3B30690E-2FCB-4B17-BCC5-71D67C4CB2A4}">
      <dsp:nvSpPr>
        <dsp:cNvPr id="0" name=""/>
        <dsp:cNvSpPr/>
      </dsp:nvSpPr>
      <dsp:spPr>
        <a:xfrm>
          <a:off x="0" y="510655"/>
          <a:ext cx="1901791" cy="33874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5240" rIns="15240" bIns="15240" numCol="1" spcCol="1270" anchor="t" anchorCtr="0">
          <a:noAutofit/>
        </a:bodyPr>
        <a:lstStyle/>
        <a:p>
          <a:pPr marL="0" lvl="0" indent="0" algn="l" defTabSz="533400">
            <a:lnSpc>
              <a:spcPct val="100000"/>
            </a:lnSpc>
            <a:spcBef>
              <a:spcPct val="0"/>
            </a:spcBef>
            <a:spcAft>
              <a:spcPct val="35000"/>
            </a:spcAft>
            <a:buNone/>
          </a:pPr>
          <a:r>
            <a:rPr lang="en-US" sz="1200" b="0" i="0" kern="1200" dirty="0"/>
            <a:t>Sistema </a:t>
          </a:r>
          <a:r>
            <a:rPr lang="en-US" sz="1200" b="0" i="0" kern="1200" dirty="0" err="1"/>
            <a:t>funcional</a:t>
          </a:r>
          <a:r>
            <a:rPr lang="en-US" sz="1200" b="0" i="0" kern="1200" dirty="0"/>
            <a:t> end-to-end: </a:t>
          </a:r>
          <a:r>
            <a:rPr lang="en-US" sz="1200" b="0" i="0" kern="1200" dirty="0" err="1"/>
            <a:t>simulação</a:t>
          </a:r>
          <a:r>
            <a:rPr lang="en-US" sz="1200" b="0" i="0" kern="1200" dirty="0"/>
            <a:t> → </a:t>
          </a:r>
          <a:r>
            <a:rPr lang="en-US" sz="1200" b="0" i="0" kern="1200" dirty="0" err="1"/>
            <a:t>eventos</a:t>
          </a:r>
          <a:r>
            <a:rPr lang="en-US" sz="1200" b="0" i="0" kern="1200" dirty="0"/>
            <a:t> → </a:t>
          </a:r>
          <a:r>
            <a:rPr lang="en-US" sz="1200" b="0" i="0" kern="1200" dirty="0" err="1"/>
            <a:t>visualização</a:t>
          </a:r>
          <a:r>
            <a:rPr lang="en-US" sz="1200" b="0" i="0" kern="1200" dirty="0"/>
            <a:t> </a:t>
          </a:r>
          <a:r>
            <a:rPr lang="en-US" sz="1200" b="0" i="0" kern="1200" dirty="0" err="1"/>
            <a:t>em</a:t>
          </a:r>
          <a:r>
            <a:rPr lang="en-US" sz="1200" b="0" i="0" kern="1200" dirty="0"/>
            <a:t> tempo real.</a:t>
          </a:r>
          <a:endParaRPr lang="pt-PT" sz="1200" kern="1200" noProof="0" dirty="0"/>
        </a:p>
        <a:p>
          <a:pPr marL="0" lvl="0" indent="0" algn="l" defTabSz="533400">
            <a:lnSpc>
              <a:spcPct val="100000"/>
            </a:lnSpc>
            <a:spcBef>
              <a:spcPct val="0"/>
            </a:spcBef>
            <a:spcAft>
              <a:spcPct val="35000"/>
            </a:spcAft>
            <a:buNone/>
          </a:pPr>
          <a:r>
            <a:rPr lang="en-US" sz="1200" b="0" i="0" kern="1200" dirty="0"/>
            <a:t>RabbitMQ com exchanges fanout </a:t>
          </a:r>
          <a:r>
            <a:rPr lang="en-US" sz="1200" b="0" i="0" kern="1200" dirty="0" err="1"/>
            <a:t>permite</a:t>
          </a:r>
          <a:r>
            <a:rPr lang="en-US" sz="1200" b="0" i="0" kern="1200" dirty="0"/>
            <a:t> broadcast </a:t>
          </a:r>
          <a:r>
            <a:rPr lang="en-US" sz="1200" b="0" i="0" kern="1200" dirty="0" err="1"/>
            <a:t>escalável</a:t>
          </a:r>
          <a:r>
            <a:rPr lang="en-US" sz="1200" b="0" i="0" kern="1200" dirty="0"/>
            <a:t> a </a:t>
          </a:r>
          <a:r>
            <a:rPr lang="en-US" sz="1200" b="0" i="0" kern="1200" dirty="0" err="1"/>
            <a:t>múltiplos</a:t>
          </a:r>
          <a:r>
            <a:rPr lang="en-US" sz="1200" b="0" i="0" kern="1200" dirty="0"/>
            <a:t> </a:t>
          </a:r>
          <a:r>
            <a:rPr lang="en-US" sz="1200" b="0" i="0" kern="1200" dirty="0" err="1"/>
            <a:t>clientes</a:t>
          </a:r>
          <a:r>
            <a:rPr lang="en-US" sz="1200" b="0" i="0" kern="1200" dirty="0"/>
            <a:t>.</a:t>
          </a:r>
        </a:p>
        <a:p>
          <a:pPr marL="0" lvl="0" indent="0" algn="l" defTabSz="533400">
            <a:lnSpc>
              <a:spcPct val="100000"/>
            </a:lnSpc>
            <a:spcBef>
              <a:spcPct val="0"/>
            </a:spcBef>
            <a:spcAft>
              <a:spcPct val="35000"/>
            </a:spcAft>
            <a:buNone/>
          </a:pPr>
          <a:r>
            <a:rPr lang="en-US" sz="1200" b="0" i="0" kern="1200" dirty="0"/>
            <a:t>WebSocket </a:t>
          </a:r>
          <a:r>
            <a:rPr lang="en-US" sz="1200" b="0" i="0" kern="1200" dirty="0" err="1"/>
            <a:t>assíncrono</a:t>
          </a:r>
          <a:r>
            <a:rPr lang="en-US" sz="1200" b="0" i="0" kern="1200" dirty="0"/>
            <a:t> </a:t>
          </a:r>
          <a:r>
            <a:rPr lang="en-US" sz="1200" b="0" i="0" kern="1200" dirty="0" err="1"/>
            <a:t>reduz</a:t>
          </a:r>
          <a:r>
            <a:rPr lang="en-US" sz="1200" b="0" i="0" kern="1200" dirty="0"/>
            <a:t> </a:t>
          </a:r>
          <a:r>
            <a:rPr lang="en-US" sz="1200" b="0" i="0" kern="1200" dirty="0" err="1"/>
            <a:t>latência</a:t>
          </a:r>
          <a:r>
            <a:rPr lang="en-US" sz="1200" b="0" i="0" kern="1200" dirty="0"/>
            <a:t> (push vs polling).</a:t>
          </a:r>
        </a:p>
        <a:p>
          <a:pPr marL="0" lvl="0" indent="0" algn="l" defTabSz="533400">
            <a:lnSpc>
              <a:spcPct val="100000"/>
            </a:lnSpc>
            <a:spcBef>
              <a:spcPct val="0"/>
            </a:spcBef>
            <a:spcAft>
              <a:spcPct val="35000"/>
            </a:spcAft>
            <a:buNone/>
          </a:pPr>
          <a:r>
            <a:rPr lang="en-US" sz="1200" b="0" i="0" kern="1200" dirty="0" err="1"/>
            <a:t>Métricas</a:t>
          </a:r>
          <a:r>
            <a:rPr lang="en-US" sz="1200" b="0" i="0" kern="1200" dirty="0"/>
            <a:t> Prometheus (</a:t>
          </a:r>
          <a:r>
            <a:rPr lang="en-US" sz="1200" b="0" i="0" kern="1200" dirty="0" err="1"/>
            <a:t>messages_consumed</a:t>
          </a:r>
          <a:r>
            <a:rPr lang="en-US" sz="1200" b="0" i="0" kern="1200" dirty="0"/>
            <a:t>, </a:t>
          </a:r>
          <a:r>
            <a:rPr lang="en-US" sz="1200" b="0" i="0" kern="1200" dirty="0" err="1"/>
            <a:t>ws_messages_sent</a:t>
          </a:r>
          <a:r>
            <a:rPr lang="en-US" sz="1200" b="0" i="0" kern="1200" dirty="0"/>
            <a:t>, </a:t>
          </a:r>
          <a:r>
            <a:rPr lang="en-US" sz="1200" b="0" i="0" kern="1200" dirty="0" err="1"/>
            <a:t>ws_connections</a:t>
          </a:r>
          <a:r>
            <a:rPr lang="en-US" sz="1200" b="0" i="0" kern="1200" dirty="0"/>
            <a:t>) </a:t>
          </a:r>
          <a:r>
            <a:rPr lang="en-US" sz="1200" b="0" i="0" kern="1200" dirty="0" err="1"/>
            <a:t>permitem</a:t>
          </a:r>
          <a:r>
            <a:rPr lang="en-US" sz="1200" b="0" i="0" kern="1200" dirty="0"/>
            <a:t> </a:t>
          </a:r>
          <a:r>
            <a:rPr lang="en-US" sz="1200" b="0" i="0" kern="1200" dirty="0" err="1"/>
            <a:t>observabilidade</a:t>
          </a:r>
          <a:r>
            <a:rPr lang="en-US" sz="1200" b="0" i="0" kern="1200" dirty="0"/>
            <a:t>.</a:t>
          </a:r>
        </a:p>
      </dsp:txBody>
      <dsp:txXfrm>
        <a:off x="0" y="510655"/>
        <a:ext cx="1901791" cy="3387470"/>
      </dsp:txXfrm>
    </dsp:sp>
    <dsp:sp modelId="{13D69A59-AF8F-46DC-AA11-B22D09D9D0D8}">
      <dsp:nvSpPr>
        <dsp:cNvPr id="0" name=""/>
        <dsp:cNvSpPr/>
      </dsp:nvSpPr>
      <dsp:spPr>
        <a:xfrm>
          <a:off x="2091970" y="0"/>
          <a:ext cx="1901791" cy="51065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0320" rIns="20320" bIns="20320" numCol="1" spcCol="1270" anchor="t" anchorCtr="0">
          <a:noAutofit/>
        </a:bodyPr>
        <a:lstStyle/>
        <a:p>
          <a:pPr marL="0" lvl="0" indent="0" algn="l" defTabSz="711200">
            <a:lnSpc>
              <a:spcPct val="100000"/>
            </a:lnSpc>
            <a:spcBef>
              <a:spcPct val="0"/>
            </a:spcBef>
            <a:spcAft>
              <a:spcPct val="35000"/>
            </a:spcAft>
            <a:buNone/>
            <a:defRPr b="1"/>
          </a:pPr>
          <a:r>
            <a:rPr lang="en-US" sz="1600" b="1" i="0" kern="1200" dirty="0" err="1"/>
            <a:t>Escalabilidade</a:t>
          </a:r>
          <a:endParaRPr lang="pt-PT" sz="1600" kern="1200" noProof="0" dirty="0"/>
        </a:p>
      </dsp:txBody>
      <dsp:txXfrm>
        <a:off x="2091970" y="0"/>
        <a:ext cx="1901791" cy="510655"/>
      </dsp:txXfrm>
    </dsp:sp>
    <dsp:sp modelId="{12E8C7C3-1055-4021-A253-EB44A1090552}">
      <dsp:nvSpPr>
        <dsp:cNvPr id="0" name=""/>
        <dsp:cNvSpPr/>
      </dsp:nvSpPr>
      <dsp:spPr>
        <a:xfrm>
          <a:off x="2091970" y="510655"/>
          <a:ext cx="1901791" cy="33874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5240" rIns="15240" bIns="15240" numCol="1" spcCol="1270" anchor="t" anchorCtr="0">
          <a:noAutofit/>
        </a:bodyPr>
        <a:lstStyle/>
        <a:p>
          <a:pPr marL="0" lvl="0" indent="0" algn="l" defTabSz="533400">
            <a:lnSpc>
              <a:spcPct val="100000"/>
            </a:lnSpc>
            <a:spcBef>
              <a:spcPct val="0"/>
            </a:spcBef>
            <a:spcAft>
              <a:spcPct val="35000"/>
            </a:spcAft>
            <a:buNone/>
          </a:pPr>
          <a:r>
            <a:rPr lang="en-US" sz="1200" b="0" i="0" kern="1200" dirty="0" err="1"/>
            <a:t>Produtor</a:t>
          </a:r>
          <a:r>
            <a:rPr lang="en-US" sz="1200" b="0" i="0" kern="1200" dirty="0"/>
            <a:t> multi-thread, </a:t>
          </a:r>
          <a:r>
            <a:rPr lang="en-US" sz="1200" b="0" i="0" kern="1200"/>
            <a:t>consumidor </a:t>
          </a:r>
          <a:r>
            <a:rPr lang="en-US" sz="1200" b="0" i="0" kern="1200" dirty="0" err="1"/>
            <a:t>assíncrono</a:t>
          </a:r>
          <a:r>
            <a:rPr lang="en-US" sz="1200" b="0" i="0" kern="1200" dirty="0"/>
            <a:t> (</a:t>
          </a:r>
          <a:r>
            <a:rPr lang="en-US" sz="1200" b="0" i="0" kern="1200" dirty="0" err="1"/>
            <a:t>FastAPI</a:t>
          </a:r>
          <a:r>
            <a:rPr lang="en-US" sz="1200" b="0" i="0" kern="1200" dirty="0"/>
            <a:t> + </a:t>
          </a:r>
          <a:r>
            <a:rPr lang="en-US" sz="1200" b="0" i="0" kern="1200" dirty="0" err="1"/>
            <a:t>aiokafka</a:t>
          </a:r>
          <a:r>
            <a:rPr lang="en-US" sz="1200" b="0" i="0" kern="1200" dirty="0"/>
            <a:t>), </a:t>
          </a:r>
          <a:r>
            <a:rPr lang="en-US" sz="1200" b="0" i="0" kern="1200" dirty="0" err="1"/>
            <a:t>suporta</a:t>
          </a:r>
          <a:r>
            <a:rPr lang="en-US" sz="1200" b="0" i="0" kern="1200" dirty="0"/>
            <a:t> </a:t>
          </a:r>
          <a:r>
            <a:rPr lang="en-US" sz="1200" b="0" i="0" kern="1200" dirty="0" err="1"/>
            <a:t>múltiplas</a:t>
          </a:r>
          <a:r>
            <a:rPr lang="en-US" sz="1200" b="0" i="0" kern="1200" dirty="0"/>
            <a:t> corridas/</a:t>
          </a:r>
          <a:r>
            <a:rPr lang="en-US" sz="1200" b="0" i="0" kern="1200" dirty="0" err="1"/>
            <a:t>atletas</a:t>
          </a:r>
          <a:r>
            <a:rPr lang="en-US" sz="1200" b="0" i="0" kern="1200" dirty="0"/>
            <a:t>.</a:t>
          </a:r>
          <a:endParaRPr lang="pt-PT" sz="1200" kern="1200" noProof="0" dirty="0"/>
        </a:p>
      </dsp:txBody>
      <dsp:txXfrm>
        <a:off x="2091970" y="510655"/>
        <a:ext cx="1901791" cy="3387470"/>
      </dsp:txXfrm>
    </dsp:sp>
    <dsp:sp modelId="{49CA3215-8CD2-4EAA-9F6D-0B3C3D1E2E54}">
      <dsp:nvSpPr>
        <dsp:cNvPr id="0" name=""/>
        <dsp:cNvSpPr/>
      </dsp:nvSpPr>
      <dsp:spPr>
        <a:xfrm>
          <a:off x="4183941" y="0"/>
          <a:ext cx="1901791" cy="51065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0320" rIns="20320" bIns="20320" numCol="1" spcCol="1270" anchor="t" anchorCtr="0">
          <a:noAutofit/>
        </a:bodyPr>
        <a:lstStyle/>
        <a:p>
          <a:pPr marL="0" lvl="0" indent="0" algn="l" defTabSz="711200">
            <a:lnSpc>
              <a:spcPct val="100000"/>
            </a:lnSpc>
            <a:spcBef>
              <a:spcPct val="0"/>
            </a:spcBef>
            <a:spcAft>
              <a:spcPct val="35000"/>
            </a:spcAft>
            <a:buNone/>
            <a:defRPr b="1"/>
          </a:pPr>
          <a:r>
            <a:rPr lang="en-US" sz="1600" b="1" i="0" kern="1200" dirty="0" err="1"/>
            <a:t>Confiabilidade</a:t>
          </a:r>
          <a:endParaRPr lang="pt-PT" sz="1600" kern="1200" noProof="0" dirty="0"/>
        </a:p>
      </dsp:txBody>
      <dsp:txXfrm>
        <a:off x="4183941" y="0"/>
        <a:ext cx="1901791" cy="510655"/>
      </dsp:txXfrm>
    </dsp:sp>
    <dsp:sp modelId="{EC9E5AB1-8956-4277-B617-010823A82D69}">
      <dsp:nvSpPr>
        <dsp:cNvPr id="0" name=""/>
        <dsp:cNvSpPr/>
      </dsp:nvSpPr>
      <dsp:spPr>
        <a:xfrm>
          <a:off x="4183941" y="510655"/>
          <a:ext cx="1901791" cy="33874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5240" rIns="15240" bIns="15240" numCol="1" spcCol="1270" anchor="t" anchorCtr="0">
          <a:noAutofit/>
        </a:bodyPr>
        <a:lstStyle/>
        <a:p>
          <a:pPr marL="0" lvl="0" indent="0" algn="l" defTabSz="533400">
            <a:lnSpc>
              <a:spcPct val="100000"/>
            </a:lnSpc>
            <a:spcBef>
              <a:spcPct val="0"/>
            </a:spcBef>
            <a:spcAft>
              <a:spcPct val="35000"/>
            </a:spcAft>
            <a:buNone/>
          </a:pPr>
          <a:r>
            <a:rPr lang="en-US" sz="1200" b="0" i="0" kern="1200" dirty="0"/>
            <a:t>Queue </a:t>
          </a:r>
          <a:r>
            <a:rPr lang="en-US" sz="1200" b="0" i="0" kern="1200" dirty="0" err="1"/>
            <a:t>durável</a:t>
          </a:r>
          <a:r>
            <a:rPr lang="en-US" sz="1200" b="0" i="0" kern="1200" dirty="0"/>
            <a:t>, </a:t>
          </a:r>
          <a:r>
            <a:rPr lang="en-US" sz="1200" b="0" i="0" kern="1200" dirty="0" err="1"/>
            <a:t>conexão</a:t>
          </a:r>
          <a:r>
            <a:rPr lang="en-US" sz="1200" b="0" i="0" kern="1200" dirty="0"/>
            <a:t> RabbitMQ com backoff </a:t>
          </a:r>
          <a:r>
            <a:rPr lang="en-US" sz="1200" b="0" i="0" kern="1200" dirty="0" err="1"/>
            <a:t>exponencial</a:t>
          </a:r>
          <a:r>
            <a:rPr lang="en-US" sz="1200" b="0" i="0" kern="1200" dirty="0"/>
            <a:t> (max 5 </a:t>
          </a:r>
          <a:r>
            <a:rPr lang="en-US" sz="1200" b="0" i="0" kern="1200" dirty="0" err="1"/>
            <a:t>tentativas</a:t>
          </a:r>
          <a:r>
            <a:rPr lang="en-US" sz="1200" b="0" i="0" kern="1200" dirty="0"/>
            <a:t>, cooldown 300s).</a:t>
          </a:r>
          <a:endParaRPr lang="pt-PT" sz="1200" kern="1200" noProof="0" dirty="0"/>
        </a:p>
        <a:p>
          <a:pPr marL="0" lvl="0" indent="0" algn="l" defTabSz="533400">
            <a:lnSpc>
              <a:spcPct val="100000"/>
            </a:lnSpc>
            <a:spcBef>
              <a:spcPct val="0"/>
            </a:spcBef>
            <a:spcAft>
              <a:spcPct val="35000"/>
            </a:spcAft>
            <a:buNone/>
          </a:pPr>
          <a:r>
            <a:rPr lang="en-US" sz="1200" b="0" i="0" kern="1200" dirty="0"/>
            <a:t>Bind </a:t>
          </a:r>
          <a:r>
            <a:rPr lang="en-US" sz="1200" b="0" i="0" kern="1200" dirty="0" err="1"/>
            <a:t>automático</a:t>
          </a:r>
          <a:r>
            <a:rPr lang="en-US" sz="1200" b="0" i="0" kern="1200" dirty="0"/>
            <a:t> de exchanges </a:t>
          </a:r>
          <a:r>
            <a:rPr lang="en-US" sz="1200" b="0" i="0" kern="1200" dirty="0" err="1"/>
            <a:t>novos</a:t>
          </a:r>
          <a:r>
            <a:rPr lang="en-US" sz="1200" b="0" i="0" kern="1200" dirty="0"/>
            <a:t> a </a:t>
          </a:r>
          <a:r>
            <a:rPr lang="en-US" sz="1200" b="0" i="0" kern="1200" dirty="0" err="1"/>
            <a:t>cada</a:t>
          </a:r>
          <a:r>
            <a:rPr lang="en-US" sz="1200" b="0" i="0" kern="1200" dirty="0"/>
            <a:t> 10s.</a:t>
          </a:r>
        </a:p>
      </dsp:txBody>
      <dsp:txXfrm>
        <a:off x="4183941" y="510655"/>
        <a:ext cx="1901791" cy="3387470"/>
      </dsp:txXfrm>
    </dsp:sp>
    <dsp:sp modelId="{1534AF63-B0CE-4C03-894B-2A6DE23269CA}">
      <dsp:nvSpPr>
        <dsp:cNvPr id="0" name=""/>
        <dsp:cNvSpPr/>
      </dsp:nvSpPr>
      <dsp:spPr>
        <a:xfrm>
          <a:off x="6275911" y="0"/>
          <a:ext cx="1901791" cy="51065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0320" rIns="20320" bIns="20320" numCol="1" spcCol="1270" anchor="t" anchorCtr="0">
          <a:noAutofit/>
        </a:bodyPr>
        <a:lstStyle/>
        <a:p>
          <a:pPr marL="0" lvl="0" indent="0" algn="l" defTabSz="711200">
            <a:lnSpc>
              <a:spcPct val="100000"/>
            </a:lnSpc>
            <a:spcBef>
              <a:spcPct val="0"/>
            </a:spcBef>
            <a:spcAft>
              <a:spcPct val="35000"/>
            </a:spcAft>
            <a:buNone/>
            <a:defRPr b="1"/>
          </a:pPr>
          <a:r>
            <a:rPr lang="en-US" sz="1600" b="1" i="0" kern="1200" dirty="0" err="1"/>
            <a:t>Segurança</a:t>
          </a:r>
          <a:endParaRPr lang="pt-PT" sz="1600" kern="1200" noProof="0" dirty="0"/>
        </a:p>
      </dsp:txBody>
      <dsp:txXfrm>
        <a:off x="6275911" y="0"/>
        <a:ext cx="1901791" cy="510655"/>
      </dsp:txXfrm>
    </dsp:sp>
    <dsp:sp modelId="{63572C1D-169B-4603-A313-DBEF28DDFAE1}">
      <dsp:nvSpPr>
        <dsp:cNvPr id="0" name=""/>
        <dsp:cNvSpPr/>
      </dsp:nvSpPr>
      <dsp:spPr>
        <a:xfrm>
          <a:off x="6275911" y="510655"/>
          <a:ext cx="1901791" cy="33874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5240" rIns="15240" bIns="15240" numCol="1" spcCol="1270" anchor="t" anchorCtr="0">
          <a:noAutofit/>
        </a:bodyPr>
        <a:lstStyle/>
        <a:p>
          <a:pPr marL="0" lvl="0" indent="0" algn="l" defTabSz="533400">
            <a:lnSpc>
              <a:spcPct val="100000"/>
            </a:lnSpc>
            <a:spcBef>
              <a:spcPct val="0"/>
            </a:spcBef>
            <a:spcAft>
              <a:spcPct val="35000"/>
            </a:spcAft>
            <a:buNone/>
          </a:pPr>
          <a:r>
            <a:rPr lang="en-US" sz="1200" b="0" i="0" kern="1200" dirty="0" err="1"/>
            <a:t>Tráfego</a:t>
          </a:r>
          <a:r>
            <a:rPr lang="en-US" sz="1200" b="0" i="0" kern="1200" dirty="0"/>
            <a:t> </a:t>
          </a:r>
          <a:r>
            <a:rPr lang="en-US" sz="1200" b="0" i="0" kern="1200" dirty="0" err="1"/>
            <a:t>não</a:t>
          </a:r>
          <a:r>
            <a:rPr lang="en-US" sz="1200" b="0" i="0" kern="1200" dirty="0"/>
            <a:t> </a:t>
          </a:r>
          <a:r>
            <a:rPr lang="en-US" sz="1200" b="0" i="0" kern="1200" dirty="0" err="1"/>
            <a:t>encriptado</a:t>
          </a:r>
          <a:r>
            <a:rPr lang="en-US" sz="1200" b="0" i="0" kern="1200" dirty="0"/>
            <a:t> (AMQP plaintext, WS plaintext).</a:t>
          </a:r>
          <a:endParaRPr lang="pt-PT" sz="1200" kern="1200" noProof="0" dirty="0"/>
        </a:p>
        <a:p>
          <a:pPr marL="0" lvl="0" indent="0" algn="l" defTabSz="533400">
            <a:lnSpc>
              <a:spcPct val="100000"/>
            </a:lnSpc>
            <a:spcBef>
              <a:spcPct val="0"/>
            </a:spcBef>
            <a:spcAft>
              <a:spcPct val="35000"/>
            </a:spcAft>
            <a:buNone/>
          </a:pPr>
          <a:r>
            <a:rPr lang="en-US" sz="1200" b="0" i="0" kern="1200" dirty="0"/>
            <a:t>Sem </a:t>
          </a:r>
          <a:r>
            <a:rPr lang="en-US" sz="1200" b="0" i="0" kern="1200" dirty="0" err="1"/>
            <a:t>autenticação</a:t>
          </a:r>
          <a:r>
            <a:rPr lang="en-US" sz="1200" b="0" i="0" kern="1200" dirty="0"/>
            <a:t>/</a:t>
          </a:r>
          <a:r>
            <a:rPr lang="en-US" sz="1200" b="0" i="0" kern="1200" dirty="0" err="1"/>
            <a:t>autorização</a:t>
          </a:r>
          <a:r>
            <a:rPr lang="en-US" sz="1200" b="0" i="0" kern="1200" dirty="0"/>
            <a:t> no WebSocket.</a:t>
          </a:r>
        </a:p>
        <a:p>
          <a:pPr marL="0" lvl="0" indent="0" algn="l" defTabSz="533400">
            <a:lnSpc>
              <a:spcPct val="100000"/>
            </a:lnSpc>
            <a:spcBef>
              <a:spcPct val="0"/>
            </a:spcBef>
            <a:spcAft>
              <a:spcPct val="35000"/>
            </a:spcAft>
            <a:buNone/>
          </a:pPr>
          <a:r>
            <a:rPr lang="en-US" sz="1200" b="0" i="0" kern="1200" dirty="0" err="1"/>
            <a:t>Credenciais</a:t>
          </a:r>
          <a:r>
            <a:rPr lang="en-US" sz="1200" b="0" i="0" kern="1200" dirty="0"/>
            <a:t> hardcoded/env vars.</a:t>
          </a:r>
        </a:p>
        <a:p>
          <a:pPr marL="0" lvl="0" indent="0" algn="l" defTabSz="533400">
            <a:lnSpc>
              <a:spcPct val="100000"/>
            </a:lnSpc>
            <a:spcBef>
              <a:spcPct val="0"/>
            </a:spcBef>
            <a:spcAft>
              <a:spcPct val="35000"/>
            </a:spcAft>
            <a:buNone/>
          </a:pPr>
          <a:r>
            <a:rPr lang="en-US" sz="1200" b="0" i="0" kern="1200" dirty="0"/>
            <a:t>CORS </a:t>
          </a:r>
          <a:r>
            <a:rPr lang="en-US" sz="1200" b="0" i="0" kern="1200" dirty="0" err="1"/>
            <a:t>aberto</a:t>
          </a:r>
          <a:r>
            <a:rPr lang="en-US" sz="1200" b="0" i="0" kern="1200" dirty="0"/>
            <a:t>.</a:t>
          </a:r>
        </a:p>
      </dsp:txBody>
      <dsp:txXfrm>
        <a:off x="6275911" y="510655"/>
        <a:ext cx="1901791" cy="338747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6E0391-ECA3-4D3D-935E-A03DE5FA1848}">
      <dsp:nvSpPr>
        <dsp:cNvPr id="0" name=""/>
        <dsp:cNvSpPr/>
      </dsp:nvSpPr>
      <dsp:spPr>
        <a:xfrm>
          <a:off x="0" y="0"/>
          <a:ext cx="8190496" cy="3966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endParaRPr lang="pt-PT" sz="1800" kern="1200" noProof="0" dirty="0"/>
        </a:p>
      </dsp:txBody>
      <dsp:txXfrm>
        <a:off x="0" y="0"/>
        <a:ext cx="8190496" cy="396652"/>
      </dsp:txXfrm>
    </dsp:sp>
    <dsp:sp modelId="{F6FEE502-F034-4240-AD86-A32E78216339}">
      <dsp:nvSpPr>
        <dsp:cNvPr id="0" name=""/>
        <dsp:cNvSpPr/>
      </dsp:nvSpPr>
      <dsp:spPr>
        <a:xfrm>
          <a:off x="0" y="396652"/>
          <a:ext cx="8190496" cy="35698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pPr>
          <a:r>
            <a:rPr lang="en-US" sz="1400" b="0" i="0" kern="1200" dirty="0"/>
            <a:t>Este </a:t>
          </a:r>
          <a:r>
            <a:rPr lang="en-US" sz="1400" b="0" i="0" kern="1200" dirty="0" err="1"/>
            <a:t>projeto</a:t>
          </a:r>
          <a:r>
            <a:rPr lang="en-US" sz="1400" b="0" i="0" kern="1200" dirty="0"/>
            <a:t> </a:t>
          </a:r>
          <a:r>
            <a:rPr lang="en-US" sz="1400" b="0" i="0" kern="1200" dirty="0" err="1"/>
            <a:t>implementa</a:t>
          </a:r>
          <a:r>
            <a:rPr lang="en-US" sz="1400" b="0" i="0" kern="1200" dirty="0"/>
            <a:t> um </a:t>
          </a:r>
          <a:r>
            <a:rPr lang="en-US" sz="1400" b="0" i="0" kern="1200" dirty="0" err="1"/>
            <a:t>sistema</a:t>
          </a:r>
          <a:r>
            <a:rPr lang="en-US" sz="1400" b="0" i="0" kern="1200" dirty="0"/>
            <a:t> </a:t>
          </a:r>
          <a:r>
            <a:rPr lang="en-US" sz="1400" b="0" i="0" kern="1200" dirty="0" err="1"/>
            <a:t>distribuído</a:t>
          </a:r>
          <a:r>
            <a:rPr lang="en-US" sz="1400" b="0" i="0" kern="1200" dirty="0"/>
            <a:t> de </a:t>
          </a:r>
          <a:r>
            <a:rPr lang="en-US" sz="1400" b="0" i="0" kern="1200" dirty="0" err="1"/>
            <a:t>rastreamento</a:t>
          </a:r>
          <a:r>
            <a:rPr lang="en-US" sz="1400" b="0" i="0" kern="1200" dirty="0"/>
            <a:t> de trails </a:t>
          </a:r>
          <a:r>
            <a:rPr lang="en-US" sz="1400" b="0" i="0" kern="1200" dirty="0" err="1"/>
            <a:t>em</a:t>
          </a:r>
          <a:r>
            <a:rPr lang="en-US" sz="1400" b="0" i="0" kern="1200" dirty="0"/>
            <a:t> tempo real </a:t>
          </a:r>
          <a:r>
            <a:rPr lang="en-US" sz="1400" b="0" i="0" kern="1200" dirty="0" err="1"/>
            <a:t>utilizando</a:t>
          </a:r>
          <a:r>
            <a:rPr lang="en-US" sz="1400" b="0" i="0" kern="1200" dirty="0"/>
            <a:t> RabbitMQ, </a:t>
          </a:r>
          <a:r>
            <a:rPr lang="en-US" sz="1400" b="0" i="0" kern="1200" dirty="0" err="1"/>
            <a:t>FastAPI</a:t>
          </a:r>
          <a:r>
            <a:rPr lang="en-US" sz="1400" b="0" i="0" kern="1200" dirty="0"/>
            <a:t> e WebSocket. A </a:t>
          </a:r>
          <a:r>
            <a:rPr lang="en-US" sz="1400" b="0" i="0" kern="1200" dirty="0" err="1"/>
            <a:t>arquitetura</a:t>
          </a:r>
          <a:r>
            <a:rPr lang="en-US" sz="1400" b="0" i="0" kern="1200" dirty="0"/>
            <a:t> </a:t>
          </a:r>
          <a:r>
            <a:rPr lang="en-US" sz="1400" b="0" i="0" kern="1200" dirty="0" err="1"/>
            <a:t>assíncrona</a:t>
          </a:r>
          <a:r>
            <a:rPr lang="en-US" sz="1400" b="0" i="0" kern="1200" dirty="0"/>
            <a:t> </a:t>
          </a:r>
          <a:r>
            <a:rPr lang="en-US" sz="1400" b="0" i="0" kern="1200" dirty="0" err="1"/>
            <a:t>prova</a:t>
          </a:r>
          <a:r>
            <a:rPr lang="en-US" sz="1400" b="0" i="0" kern="1200" dirty="0"/>
            <a:t> </a:t>
          </a:r>
          <a:r>
            <a:rPr lang="en-US" sz="1400" b="0" i="0" kern="1200" dirty="0" err="1"/>
            <a:t>escalabilidade</a:t>
          </a:r>
          <a:r>
            <a:rPr lang="en-US" sz="1400" b="0" i="0" kern="1200" dirty="0"/>
            <a:t> e </a:t>
          </a:r>
          <a:r>
            <a:rPr lang="en-US" sz="1400" b="0" i="0" kern="1200" dirty="0" err="1"/>
            <a:t>desacoplamento</a:t>
          </a:r>
          <a:r>
            <a:rPr lang="en-US" sz="1400" b="0" i="0" kern="1200" dirty="0"/>
            <a:t> </a:t>
          </a:r>
          <a:r>
            <a:rPr lang="en-US" sz="1400" b="0" i="0" kern="1200" dirty="0" err="1"/>
            <a:t>eficaz</a:t>
          </a:r>
          <a:r>
            <a:rPr lang="en-US" sz="1400" b="0" i="0" kern="1200" dirty="0"/>
            <a:t> entre </a:t>
          </a:r>
          <a:r>
            <a:rPr lang="en-US" sz="1400" b="0" i="0" kern="1200" dirty="0" err="1"/>
            <a:t>componentes</a:t>
          </a:r>
          <a:r>
            <a:rPr lang="en-US" sz="1400" b="0" i="0" kern="1200" dirty="0"/>
            <a:t>.</a:t>
          </a:r>
          <a:endParaRPr lang="pt-PT" sz="1400" kern="1200" noProof="0" dirty="0"/>
        </a:p>
        <a:p>
          <a:pPr marL="0" lvl="0" indent="0" algn="l" defTabSz="622300">
            <a:lnSpc>
              <a:spcPct val="100000"/>
            </a:lnSpc>
            <a:spcBef>
              <a:spcPct val="0"/>
            </a:spcBef>
            <a:spcAft>
              <a:spcPct val="35000"/>
            </a:spcAft>
            <a:buNone/>
          </a:pPr>
          <a:r>
            <a:rPr lang="en-US" sz="1400" b="0" i="0" kern="1200" dirty="0" err="1"/>
            <a:t>Destaca</a:t>
          </a:r>
          <a:r>
            <a:rPr lang="en-US" sz="1400" b="0" i="0" kern="1200" dirty="0"/>
            <a:t>-se a </a:t>
          </a:r>
          <a:r>
            <a:rPr lang="en-US" sz="1400" b="0" i="0" kern="1200" dirty="0" err="1"/>
            <a:t>integração</a:t>
          </a:r>
          <a:r>
            <a:rPr lang="en-US" sz="1400" b="0" i="0" kern="1200" dirty="0"/>
            <a:t> com Kubernetes e </a:t>
          </a:r>
          <a:r>
            <a:rPr lang="en-US" sz="1400" b="0" i="0" kern="1200" dirty="0" err="1"/>
            <a:t>observabilidade</a:t>
          </a:r>
          <a:r>
            <a:rPr lang="en-US" sz="1400" b="0" i="0" kern="1200" dirty="0"/>
            <a:t> com Prometheus, </a:t>
          </a:r>
          <a:r>
            <a:rPr lang="en-US" sz="1400" b="0" i="0" kern="1200" dirty="0" err="1"/>
            <a:t>demonstrando</a:t>
          </a:r>
          <a:r>
            <a:rPr lang="en-US" sz="1400" b="0" i="0" kern="1200" dirty="0"/>
            <a:t> </a:t>
          </a:r>
          <a:r>
            <a:rPr lang="en-US" sz="1400" b="0" i="0" kern="1200" dirty="0" err="1"/>
            <a:t>padrões</a:t>
          </a:r>
          <a:r>
            <a:rPr lang="en-US" sz="1400" b="0" i="0" kern="1200" dirty="0"/>
            <a:t> de </a:t>
          </a:r>
          <a:r>
            <a:rPr lang="en-US" sz="1400" b="0" i="0" kern="1200" dirty="0" err="1"/>
            <a:t>produção</a:t>
          </a:r>
          <a:r>
            <a:rPr lang="en-US" sz="1400" b="0" i="0" kern="1200" dirty="0"/>
            <a:t>. </a:t>
          </a:r>
        </a:p>
        <a:p>
          <a:pPr marL="0" lvl="0" indent="0" algn="l" defTabSz="622300">
            <a:lnSpc>
              <a:spcPct val="100000"/>
            </a:lnSpc>
            <a:spcBef>
              <a:spcPct val="0"/>
            </a:spcBef>
            <a:spcAft>
              <a:spcPct val="35000"/>
            </a:spcAft>
            <a:buNone/>
          </a:pPr>
          <a:r>
            <a:rPr lang="en-US" sz="1400" b="1" i="0" kern="1200" dirty="0" err="1"/>
            <a:t>Principais</a:t>
          </a:r>
          <a:r>
            <a:rPr lang="en-US" sz="1400" b="1" i="0" kern="1200" dirty="0"/>
            <a:t> </a:t>
          </a:r>
          <a:r>
            <a:rPr lang="en-US" sz="1400" b="1" i="0" kern="1200" dirty="0" err="1"/>
            <a:t>aprendizagens</a:t>
          </a:r>
          <a:r>
            <a:rPr lang="en-US" sz="1400" b="1" i="0" kern="1200" dirty="0"/>
            <a:t>:</a:t>
          </a:r>
          <a:r>
            <a:rPr lang="en-US" sz="1400" b="0" i="0" kern="1200" dirty="0"/>
            <a:t> </a:t>
          </a:r>
          <a:r>
            <a:rPr lang="en-US" sz="1400" b="0" i="0" kern="1200" dirty="0" err="1"/>
            <a:t>complexidade</a:t>
          </a:r>
          <a:r>
            <a:rPr lang="en-US" sz="1400" b="0" i="0" kern="1200" dirty="0"/>
            <a:t> de </a:t>
          </a:r>
          <a:r>
            <a:rPr lang="en-US" sz="1400" b="0" i="0" kern="1200" dirty="0" err="1"/>
            <a:t>sistemas</a:t>
          </a:r>
          <a:r>
            <a:rPr lang="en-US" sz="1400" b="0" i="0" kern="1200" dirty="0"/>
            <a:t> </a:t>
          </a:r>
          <a:r>
            <a:rPr lang="en-US" sz="1400" b="0" i="0" kern="1200" dirty="0" err="1"/>
            <a:t>distribuídos</a:t>
          </a:r>
          <a:r>
            <a:rPr lang="en-US" sz="1400" b="0" i="0" kern="1200" dirty="0"/>
            <a:t>, </a:t>
          </a:r>
          <a:r>
            <a:rPr lang="en-US" sz="1400" b="0" i="0" kern="1200" dirty="0" err="1"/>
            <a:t>padrões</a:t>
          </a:r>
          <a:r>
            <a:rPr lang="en-US" sz="1400" b="0" i="0" kern="1200" dirty="0"/>
            <a:t> de messaging versus REST, e valor da </a:t>
          </a:r>
          <a:r>
            <a:rPr lang="en-US" sz="1400" b="0" i="0" kern="1200" dirty="0" err="1"/>
            <a:t>observabilidade</a:t>
          </a:r>
          <a:r>
            <a:rPr lang="en-US" sz="1400" b="0" i="0" kern="1200" dirty="0"/>
            <a:t>.</a:t>
          </a:r>
        </a:p>
        <a:p>
          <a:pPr marL="0" lvl="0" indent="0" algn="l" defTabSz="622300">
            <a:lnSpc>
              <a:spcPct val="100000"/>
            </a:lnSpc>
            <a:spcBef>
              <a:spcPct val="0"/>
            </a:spcBef>
            <a:spcAft>
              <a:spcPct val="35000"/>
            </a:spcAft>
            <a:buNone/>
          </a:pPr>
          <a:r>
            <a:rPr lang="en-US" sz="1400" b="0" i="0" kern="1200" dirty="0"/>
            <a:t>O </a:t>
          </a:r>
          <a:r>
            <a:rPr lang="en-US" sz="1400" b="0" i="0" kern="1200" dirty="0" err="1"/>
            <a:t>sistema</a:t>
          </a:r>
          <a:r>
            <a:rPr lang="en-US" sz="1400" b="0" i="0" kern="1200" dirty="0"/>
            <a:t> </a:t>
          </a:r>
          <a:r>
            <a:rPr lang="en-US" sz="1400" b="0" i="0" kern="1200" dirty="0" err="1"/>
            <a:t>encontra</a:t>
          </a:r>
          <a:r>
            <a:rPr lang="en-US" sz="1400" b="0" i="0" kern="1200" dirty="0"/>
            <a:t>-se </a:t>
          </a:r>
          <a:r>
            <a:rPr lang="en-US" sz="1400" b="0" i="0" kern="1200" dirty="0" err="1"/>
            <a:t>funcional</a:t>
          </a:r>
          <a:r>
            <a:rPr lang="en-US" sz="1400" b="0" i="0" kern="1200" dirty="0"/>
            <a:t> e pronto para </a:t>
          </a:r>
          <a:r>
            <a:rPr lang="en-US" sz="1400" b="0" i="0" kern="1200" dirty="0" err="1"/>
            <a:t>evolução</a:t>
          </a:r>
          <a:r>
            <a:rPr lang="en-US" sz="1400" b="0" i="0" kern="1200" dirty="0"/>
            <a:t>.</a:t>
          </a:r>
        </a:p>
      </dsp:txBody>
      <dsp:txXfrm>
        <a:off x="0" y="396652"/>
        <a:ext cx="8190496" cy="3569874"/>
      </dsp:txXfrm>
    </dsp:sp>
  </dsp:spTree>
</dsp:drawing>
</file>

<file path=ppt/diagrams/layout1.xml><?xml version="1.0" encoding="utf-8"?>
<dgm:layoutDef xmlns:dgm="http://schemas.openxmlformats.org/drawingml/2006/diagram" xmlns:a="http://schemas.openxmlformats.org/drawingml/2006/main" uniqueId="urn:microsoft.com/office/officeart/2024/3/layout/hArchList1">
  <dgm:title val="Horizontal Text Blocks"/>
  <dgm:desc val="Short bits of text with formatted headers. Use as an easier-to-read alternative to a bulleted list."/>
  <dgm:catLst>
    <dgm:cat type="list" pri="100"/>
    <dgm:cat type="timeline" pri="500"/>
    <dgm:cat type="process" pri="600"/>
  </dgm:catLst>
  <dgm:sampData>
    <dgm:dataModel>
      <dgm:ptLst>
        <dgm:pt modelId="0" type="doc"/>
        <dgm:pt modelId="1">
          <dgm:prSet phldr="1"/>
        </dgm:pt>
        <dgm:pt modelId="2">
          <dgm:prSet phldr="1"/>
        </dgm:pt>
        <dgm:pt modelId="3">
          <dgm:prSet phldr="1"/>
        </dgm:pt>
        <dgm:pt modelId="4">
          <dgm:prSet phldr="1"/>
        </dgm:pt>
      </dgm:ptLst>
      <dgm:cxnLst>
        <dgm:cxn modelId="7" srcId="0" destId="1" srcOrd="0" destOrd="0"/>
        <dgm:cxn modelId="8" srcId="0" destId="2" srcOrd="1" destOrd="0"/>
        <dgm:cxn modelId="9" srcId="0" destId="3" srcOrd="2" destOrd="0"/>
        <dgm:cxn modelId="10"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param type="vertAlign" val="t"/>
          <dgm:param type="horzAlign" val="l"/>
        </dgm:alg>
      </dgm:if>
      <dgm:else name="Name3">
        <dgm:alg type="lin">
          <dgm:param type="vertAlign" val="t"/>
          <dgm:param type="horzAlign" val="r"/>
        </dgm:alg>
      </dgm:else>
    </dgm:choose>
    <dgm:presOf/>
    <dgm:constrLst>
      <dgm:constr type="primFontSz" for="des" forName="pictRect" op="equ" val="18"/>
      <dgm:constr type="primFontSz" for="des" forName="textRect" refType="primFontSz" refFor="des" refForName="pictRect" op="equ" fact="0.77"/>
      <dgm:constr type="w" for="ch" forName="compNode" refType="w"/>
      <dgm:constr type="h" for="ch" forName="compNode" refType="h"/>
      <dgm:constr type="h" for="des" forName="pictRect" op="equ"/>
      <dgm:constr type="h" for="des" forName="pictRect" refType="primFontSz" refFor="des" refForName="pictRect" fact="3"/>
      <dgm:constr type="w" for="ch" ptType="sibTrans" refType="w" refFor="ch" refForName="compNode" op="equ" fact="0.1"/>
      <dgm:constr type="sp" refType="w" refFor="ch" refForName="compNode" op="equ" fact="0.1"/>
    </dgm:constrLst>
    <dgm:ruleLst/>
    <dgm:forEach name="Name4" axis="ch" ptType="node" cnt="20">
      <dgm:layoutNode name="compNode">
        <dgm:alg type="composite"/>
        <dgm:shape xmlns:r="http://schemas.openxmlformats.org/officeDocument/2006/relationships" r:blip="">
          <dgm:adjLst/>
        </dgm:shape>
        <dgm:presOf axis="self"/>
        <dgm:constrLst>
          <dgm:constr type="h" for="ch" forName="pictRect" refType="h" fact="0.1"/>
          <dgm:constr type="l" for="ch" forName="pictRect"/>
          <dgm:constr type="t" for="ch" forName="pictRect"/>
          <dgm:constr type="l" for="ch" forName="textRect"/>
          <dgm:constr type="t" for="ch" forName="textRect" refType="b" refFor="ch" refForName="pictRect"/>
        </dgm:constrLst>
        <dgm:ruleLst/>
        <dgm:layoutNode name="pictRect" styleLbl="revTx">
          <dgm:varLst>
            <dgm:chMax val="0"/>
            <dgm:bulletEnabled/>
          </dgm:varLst>
          <dgm:alg type="tx">
            <dgm:param type="parTxLTRAlign" val="l"/>
            <dgm:param type="parTxRTLAlign" val="r"/>
            <dgm:param type="txAnchorVert" val="t"/>
          </dgm:alg>
          <dgm:shape xmlns:r="http://schemas.openxmlformats.org/officeDocument/2006/relationships" type="rect" r:blip="">
            <dgm:adjLst/>
          </dgm:shape>
          <dgm:presOf axis="self"/>
          <dgm:choose name="choosePictRectConstraints">
            <dgm:if name="ifPictRectConstraints" func="var" arg="dir" op="equ" val="norm">
              <dgm:constrLst>
                <dgm:constr type="h" refType="w" op="lte" fact="0.4"/>
                <dgm:constr type="lMarg" val="10.8"/>
                <dgm:constr type="rMarg" refType="primFontSz" fact="0.1"/>
                <dgm:constr type="tMarg" refType="primFontSz" fact="0.1"/>
                <dgm:constr type="bMarg" refType="primFontSz" fact="0.1"/>
              </dgm:constrLst>
            </dgm:if>
            <dgm:else name="elsePictRectConstraints">
              <dgm:constrLst>
                <dgm:constr type="lMarg" refType="primFontSz" fact="0.1"/>
                <dgm:constr type="rMarg" val="10.8"/>
                <dgm:constr type="tMarg" refType="primFontSz" fact="0.1"/>
                <dgm:constr type="bMarg" refType="primFontSz" fact="0.1"/>
              </dgm:constrLst>
            </dgm:else>
          </dgm:choose>
          <dgm:ruleLst>
            <dgm:rule type="h" val="INF" fact="NaN" max="NaN"/>
            <dgm:rule type="primFontSz" val="5" fact="NaN" max="NaN"/>
          </dgm:ruleLst>
        </dgm:layoutNode>
        <dgm:layoutNode name="textRect" styleLbl="revTx">
          <dgm:varLst>
            <dgm:bulletEnabled/>
          </dgm:varLst>
          <dgm:alg type="tx">
            <dgm:param type="parTxLTRAlign" val="l"/>
            <dgm:param type="parTxRTLAlign" val="r"/>
            <dgm:param type="txAnchorVert" val="t"/>
          </dgm:alg>
          <dgm:shape xmlns:r="http://schemas.openxmlformats.org/officeDocument/2006/relationships" type="rect" r:blip="">
            <dgm:adjLst/>
          </dgm:shape>
          <dgm:presOf axis="des" ptType="node"/>
          <dgm:choose name="chooseTextRectConstraints">
            <dgm:if name="ifTextRectConstraints" func="var" arg="dir" op="equ" val="norm">
              <dgm:constrLst>
                <dgm:constr type="lMarg" val="10.8"/>
                <dgm:constr type="rMarg" refType="primFontSz" fact="0.1"/>
                <dgm:constr type="tMarg" refType="primFontSz" fact="0.1"/>
                <dgm:constr type="bMarg" refType="primFontSz" fact="0.1"/>
              </dgm:constrLst>
            </dgm:if>
            <dgm:else name="elseTextRectConstraints">
              <dgm:constrLst>
                <dgm:constr type="lMarg" refType="primFontSz" fact="0.1"/>
                <dgm:constr type="rMarg" val="10.8"/>
                <dgm:constr type="tMarg" refType="primFontSz" fact="0.1"/>
                <dgm:constr type="bMarg" refType="primFontSz" fact="0.1"/>
              </dgm:constrLst>
            </dgm:else>
          </dgm:choose>
          <dgm:ruleLst>
            <dgm:rule type="primFontSz" val="5" fact="NaN" max="NaN"/>
          </dgm:ruleLst>
        </dgm:layoutNode>
      </dgm:layoutNode>
      <dgm:forEach name="Name5"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24/3/layout/hArchList1">
  <dgm:title val="Horizontal Text Blocks"/>
  <dgm:desc val="Short bits of text with formatted headers. Use as an easier-to-read alternative to a bulleted list."/>
  <dgm:catLst>
    <dgm:cat type="list" pri="100"/>
    <dgm:cat type="timeline" pri="500"/>
    <dgm:cat type="process" pri="600"/>
  </dgm:catLst>
  <dgm:sampData>
    <dgm:dataModel>
      <dgm:ptLst>
        <dgm:pt modelId="0" type="doc"/>
        <dgm:pt modelId="1">
          <dgm:prSet phldr="1"/>
        </dgm:pt>
        <dgm:pt modelId="2">
          <dgm:prSet phldr="1"/>
        </dgm:pt>
        <dgm:pt modelId="3">
          <dgm:prSet phldr="1"/>
        </dgm:pt>
        <dgm:pt modelId="4">
          <dgm:prSet phldr="1"/>
        </dgm:pt>
      </dgm:ptLst>
      <dgm:cxnLst>
        <dgm:cxn modelId="7" srcId="0" destId="1" srcOrd="0" destOrd="0"/>
        <dgm:cxn modelId="8" srcId="0" destId="2" srcOrd="1" destOrd="0"/>
        <dgm:cxn modelId="9" srcId="0" destId="3" srcOrd="2" destOrd="0"/>
        <dgm:cxn modelId="10"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param type="vertAlign" val="t"/>
          <dgm:param type="horzAlign" val="l"/>
        </dgm:alg>
      </dgm:if>
      <dgm:else name="Name3">
        <dgm:alg type="lin">
          <dgm:param type="vertAlign" val="t"/>
          <dgm:param type="horzAlign" val="r"/>
        </dgm:alg>
      </dgm:else>
    </dgm:choose>
    <dgm:presOf/>
    <dgm:constrLst>
      <dgm:constr type="primFontSz" for="des" forName="pictRect" op="equ" val="18"/>
      <dgm:constr type="primFontSz" for="des" forName="textRect" refType="primFontSz" refFor="des" refForName="pictRect" op="equ" fact="0.77"/>
      <dgm:constr type="w" for="ch" forName="compNode" refType="w"/>
      <dgm:constr type="h" for="ch" forName="compNode" refType="h"/>
      <dgm:constr type="h" for="des" forName="pictRect" op="equ"/>
      <dgm:constr type="h" for="des" forName="pictRect" refType="primFontSz" refFor="des" refForName="pictRect" fact="3"/>
      <dgm:constr type="w" for="ch" ptType="sibTrans" refType="w" refFor="ch" refForName="compNode" op="equ" fact="0.1"/>
      <dgm:constr type="sp" refType="w" refFor="ch" refForName="compNode" op="equ" fact="0.1"/>
    </dgm:constrLst>
    <dgm:ruleLst/>
    <dgm:forEach name="Name4" axis="ch" ptType="node" cnt="20">
      <dgm:layoutNode name="compNode">
        <dgm:alg type="composite"/>
        <dgm:shape xmlns:r="http://schemas.openxmlformats.org/officeDocument/2006/relationships" r:blip="">
          <dgm:adjLst/>
        </dgm:shape>
        <dgm:presOf axis="self"/>
        <dgm:constrLst>
          <dgm:constr type="h" for="ch" forName="pictRect" refType="h" fact="0.1"/>
          <dgm:constr type="l" for="ch" forName="pictRect"/>
          <dgm:constr type="t" for="ch" forName="pictRect"/>
          <dgm:constr type="l" for="ch" forName="textRect"/>
          <dgm:constr type="t" for="ch" forName="textRect" refType="b" refFor="ch" refForName="pictRect"/>
        </dgm:constrLst>
        <dgm:ruleLst/>
        <dgm:layoutNode name="pictRect" styleLbl="revTx">
          <dgm:varLst>
            <dgm:chMax val="0"/>
            <dgm:bulletEnabled/>
          </dgm:varLst>
          <dgm:alg type="tx">
            <dgm:param type="parTxLTRAlign" val="l"/>
            <dgm:param type="parTxRTLAlign" val="r"/>
            <dgm:param type="txAnchorVert" val="t"/>
          </dgm:alg>
          <dgm:shape xmlns:r="http://schemas.openxmlformats.org/officeDocument/2006/relationships" type="rect" r:blip="">
            <dgm:adjLst/>
          </dgm:shape>
          <dgm:presOf axis="self"/>
          <dgm:choose name="choosePictRectConstraints">
            <dgm:if name="ifPictRectConstraints" func="var" arg="dir" op="equ" val="norm">
              <dgm:constrLst>
                <dgm:constr type="h" refType="w" op="lte" fact="0.4"/>
                <dgm:constr type="lMarg" val="10.8"/>
                <dgm:constr type="rMarg" refType="primFontSz" fact="0.1"/>
                <dgm:constr type="tMarg" refType="primFontSz" fact="0.1"/>
                <dgm:constr type="bMarg" refType="primFontSz" fact="0.1"/>
              </dgm:constrLst>
            </dgm:if>
            <dgm:else name="elsePictRectConstraints">
              <dgm:constrLst>
                <dgm:constr type="lMarg" refType="primFontSz" fact="0.1"/>
                <dgm:constr type="rMarg" val="10.8"/>
                <dgm:constr type="tMarg" refType="primFontSz" fact="0.1"/>
                <dgm:constr type="bMarg" refType="primFontSz" fact="0.1"/>
              </dgm:constrLst>
            </dgm:else>
          </dgm:choose>
          <dgm:ruleLst>
            <dgm:rule type="h" val="INF" fact="NaN" max="NaN"/>
            <dgm:rule type="primFontSz" val="5" fact="NaN" max="NaN"/>
          </dgm:ruleLst>
        </dgm:layoutNode>
        <dgm:layoutNode name="textRect" styleLbl="revTx">
          <dgm:varLst>
            <dgm:bulletEnabled/>
          </dgm:varLst>
          <dgm:alg type="tx">
            <dgm:param type="parTxLTRAlign" val="l"/>
            <dgm:param type="parTxRTLAlign" val="r"/>
            <dgm:param type="txAnchorVert" val="t"/>
          </dgm:alg>
          <dgm:shape xmlns:r="http://schemas.openxmlformats.org/officeDocument/2006/relationships" type="rect" r:blip="">
            <dgm:adjLst/>
          </dgm:shape>
          <dgm:presOf axis="des" ptType="node"/>
          <dgm:choose name="chooseTextRectConstraints">
            <dgm:if name="ifTextRectConstraints" func="var" arg="dir" op="equ" val="norm">
              <dgm:constrLst>
                <dgm:constr type="lMarg" val="10.8"/>
                <dgm:constr type="rMarg" refType="primFontSz" fact="0.1"/>
                <dgm:constr type="tMarg" refType="primFontSz" fact="0.1"/>
                <dgm:constr type="bMarg" refType="primFontSz" fact="0.1"/>
              </dgm:constrLst>
            </dgm:if>
            <dgm:else name="elseTextRectConstraints">
              <dgm:constrLst>
                <dgm:constr type="lMarg" refType="primFontSz" fact="0.1"/>
                <dgm:constr type="rMarg" val="10.8"/>
                <dgm:constr type="tMarg" refType="primFontSz" fact="0.1"/>
                <dgm:constr type="bMarg" refType="primFontSz" fact="0.1"/>
              </dgm:constrLst>
            </dgm:else>
          </dgm:choose>
          <dgm:ruleLst>
            <dgm:rule type="primFontSz" val="5" fact="NaN" max="NaN"/>
          </dgm:ruleLst>
        </dgm:layoutNode>
      </dgm:layoutNode>
      <dgm:forEach name="Name5"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24/3/layout/hArchList1">
  <dgm:title val="Horizontal Text Blocks"/>
  <dgm:desc val="Short bits of text with formatted headers. Use as an easier-to-read alternative to a bulleted list."/>
  <dgm:catLst>
    <dgm:cat type="list" pri="100"/>
    <dgm:cat type="timeline" pri="500"/>
    <dgm:cat type="process" pri="600"/>
  </dgm:catLst>
  <dgm:sampData>
    <dgm:dataModel>
      <dgm:ptLst>
        <dgm:pt modelId="0" type="doc"/>
        <dgm:pt modelId="1">
          <dgm:prSet phldr="1"/>
        </dgm:pt>
        <dgm:pt modelId="2">
          <dgm:prSet phldr="1"/>
        </dgm:pt>
        <dgm:pt modelId="3">
          <dgm:prSet phldr="1"/>
        </dgm:pt>
        <dgm:pt modelId="4">
          <dgm:prSet phldr="1"/>
        </dgm:pt>
      </dgm:ptLst>
      <dgm:cxnLst>
        <dgm:cxn modelId="7" srcId="0" destId="1" srcOrd="0" destOrd="0"/>
        <dgm:cxn modelId="8" srcId="0" destId="2" srcOrd="1" destOrd="0"/>
        <dgm:cxn modelId="9" srcId="0" destId="3" srcOrd="2" destOrd="0"/>
        <dgm:cxn modelId="10"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param type="vertAlign" val="t"/>
          <dgm:param type="horzAlign" val="l"/>
        </dgm:alg>
      </dgm:if>
      <dgm:else name="Name3">
        <dgm:alg type="lin">
          <dgm:param type="vertAlign" val="t"/>
          <dgm:param type="horzAlign" val="r"/>
        </dgm:alg>
      </dgm:else>
    </dgm:choose>
    <dgm:presOf/>
    <dgm:constrLst>
      <dgm:constr type="primFontSz" for="des" forName="pictRect" op="equ" val="18"/>
      <dgm:constr type="primFontSz" for="des" forName="textRect" refType="primFontSz" refFor="des" refForName="pictRect" op="equ" fact="0.77"/>
      <dgm:constr type="w" for="ch" forName="compNode" refType="w"/>
      <dgm:constr type="h" for="ch" forName="compNode" refType="h"/>
      <dgm:constr type="h" for="des" forName="pictRect" op="equ"/>
      <dgm:constr type="h" for="des" forName="pictRect" refType="primFontSz" refFor="des" refForName="pictRect" fact="3"/>
      <dgm:constr type="w" for="ch" ptType="sibTrans" refType="w" refFor="ch" refForName="compNode" op="equ" fact="0.1"/>
      <dgm:constr type="sp" refType="w" refFor="ch" refForName="compNode" op="equ" fact="0.1"/>
    </dgm:constrLst>
    <dgm:ruleLst/>
    <dgm:forEach name="Name4" axis="ch" ptType="node" cnt="20">
      <dgm:layoutNode name="compNode">
        <dgm:alg type="composite"/>
        <dgm:shape xmlns:r="http://schemas.openxmlformats.org/officeDocument/2006/relationships" r:blip="">
          <dgm:adjLst/>
        </dgm:shape>
        <dgm:presOf axis="self"/>
        <dgm:constrLst>
          <dgm:constr type="h" for="ch" forName="pictRect" refType="h" fact="0.1"/>
          <dgm:constr type="l" for="ch" forName="pictRect"/>
          <dgm:constr type="t" for="ch" forName="pictRect"/>
          <dgm:constr type="l" for="ch" forName="textRect"/>
          <dgm:constr type="t" for="ch" forName="textRect" refType="b" refFor="ch" refForName="pictRect"/>
        </dgm:constrLst>
        <dgm:ruleLst/>
        <dgm:layoutNode name="pictRect" styleLbl="revTx">
          <dgm:varLst>
            <dgm:chMax val="0"/>
            <dgm:bulletEnabled/>
          </dgm:varLst>
          <dgm:alg type="tx">
            <dgm:param type="parTxLTRAlign" val="l"/>
            <dgm:param type="parTxRTLAlign" val="r"/>
            <dgm:param type="txAnchorVert" val="t"/>
          </dgm:alg>
          <dgm:shape xmlns:r="http://schemas.openxmlformats.org/officeDocument/2006/relationships" type="rect" r:blip="">
            <dgm:adjLst/>
          </dgm:shape>
          <dgm:presOf axis="self"/>
          <dgm:choose name="choosePictRectConstraints">
            <dgm:if name="ifPictRectConstraints" func="var" arg="dir" op="equ" val="norm">
              <dgm:constrLst>
                <dgm:constr type="h" refType="w" op="lte" fact="0.4"/>
                <dgm:constr type="lMarg" val="10.8"/>
                <dgm:constr type="rMarg" refType="primFontSz" fact="0.1"/>
                <dgm:constr type="tMarg" refType="primFontSz" fact="0.1"/>
                <dgm:constr type="bMarg" refType="primFontSz" fact="0.1"/>
              </dgm:constrLst>
            </dgm:if>
            <dgm:else name="elsePictRectConstraints">
              <dgm:constrLst>
                <dgm:constr type="lMarg" refType="primFontSz" fact="0.1"/>
                <dgm:constr type="rMarg" val="10.8"/>
                <dgm:constr type="tMarg" refType="primFontSz" fact="0.1"/>
                <dgm:constr type="bMarg" refType="primFontSz" fact="0.1"/>
              </dgm:constrLst>
            </dgm:else>
          </dgm:choose>
          <dgm:ruleLst>
            <dgm:rule type="h" val="INF" fact="NaN" max="NaN"/>
            <dgm:rule type="primFontSz" val="5" fact="NaN" max="NaN"/>
          </dgm:ruleLst>
        </dgm:layoutNode>
        <dgm:layoutNode name="textRect" styleLbl="revTx">
          <dgm:varLst>
            <dgm:bulletEnabled/>
          </dgm:varLst>
          <dgm:alg type="tx">
            <dgm:param type="parTxLTRAlign" val="l"/>
            <dgm:param type="parTxRTLAlign" val="r"/>
            <dgm:param type="txAnchorVert" val="t"/>
          </dgm:alg>
          <dgm:shape xmlns:r="http://schemas.openxmlformats.org/officeDocument/2006/relationships" type="rect" r:blip="">
            <dgm:adjLst/>
          </dgm:shape>
          <dgm:presOf axis="des" ptType="node"/>
          <dgm:choose name="chooseTextRectConstraints">
            <dgm:if name="ifTextRectConstraints" func="var" arg="dir" op="equ" val="norm">
              <dgm:constrLst>
                <dgm:constr type="lMarg" val="10.8"/>
                <dgm:constr type="rMarg" refType="primFontSz" fact="0.1"/>
                <dgm:constr type="tMarg" refType="primFontSz" fact="0.1"/>
                <dgm:constr type="bMarg" refType="primFontSz" fact="0.1"/>
              </dgm:constrLst>
            </dgm:if>
            <dgm:else name="elseTextRectConstraints">
              <dgm:constrLst>
                <dgm:constr type="lMarg" refType="primFontSz" fact="0.1"/>
                <dgm:constr type="rMarg" val="10.8"/>
                <dgm:constr type="tMarg" refType="primFontSz" fact="0.1"/>
                <dgm:constr type="bMarg" refType="primFontSz" fact="0.1"/>
              </dgm:constrLst>
            </dgm:else>
          </dgm:choose>
          <dgm:ruleLst>
            <dgm:rule type="primFontSz" val="5" fact="NaN" max="NaN"/>
          </dgm:ruleLst>
        </dgm:layoutNode>
      </dgm:layoutNode>
      <dgm:forEach name="Name5"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4.xml><?xml version="1.0" encoding="utf-8"?>
<dgm:layoutDef xmlns:dgm="http://schemas.openxmlformats.org/drawingml/2006/diagram" xmlns:a="http://schemas.openxmlformats.org/drawingml/2006/main" uniqueId="urn:microsoft.com/office/officeart/2024/3/layout/hArchList1">
  <dgm:title val="Horizontal Text Blocks"/>
  <dgm:desc val="Short bits of text with formatted headers. Use as an easier-to-read alternative to a bulleted list."/>
  <dgm:catLst>
    <dgm:cat type="list" pri="100"/>
    <dgm:cat type="timeline" pri="500"/>
    <dgm:cat type="process" pri="600"/>
  </dgm:catLst>
  <dgm:sampData>
    <dgm:dataModel>
      <dgm:ptLst>
        <dgm:pt modelId="0" type="doc"/>
        <dgm:pt modelId="1">
          <dgm:prSet phldr="1"/>
        </dgm:pt>
        <dgm:pt modelId="2">
          <dgm:prSet phldr="1"/>
        </dgm:pt>
        <dgm:pt modelId="3">
          <dgm:prSet phldr="1"/>
        </dgm:pt>
        <dgm:pt modelId="4">
          <dgm:prSet phldr="1"/>
        </dgm:pt>
      </dgm:ptLst>
      <dgm:cxnLst>
        <dgm:cxn modelId="7" srcId="0" destId="1" srcOrd="0" destOrd="0"/>
        <dgm:cxn modelId="8" srcId="0" destId="2" srcOrd="1" destOrd="0"/>
        <dgm:cxn modelId="9" srcId="0" destId="3" srcOrd="2" destOrd="0"/>
        <dgm:cxn modelId="10"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param type="vertAlign" val="t"/>
          <dgm:param type="horzAlign" val="l"/>
        </dgm:alg>
      </dgm:if>
      <dgm:else name="Name3">
        <dgm:alg type="lin">
          <dgm:param type="vertAlign" val="t"/>
          <dgm:param type="horzAlign" val="r"/>
        </dgm:alg>
      </dgm:else>
    </dgm:choose>
    <dgm:presOf/>
    <dgm:constrLst>
      <dgm:constr type="primFontSz" for="des" forName="pictRect" op="equ" val="18"/>
      <dgm:constr type="primFontSz" for="des" forName="textRect" refType="primFontSz" refFor="des" refForName="pictRect" op="equ" fact="0.77"/>
      <dgm:constr type="w" for="ch" forName="compNode" refType="w"/>
      <dgm:constr type="h" for="ch" forName="compNode" refType="h"/>
      <dgm:constr type="h" for="des" forName="pictRect" op="equ"/>
      <dgm:constr type="h" for="des" forName="pictRect" refType="primFontSz" refFor="des" refForName="pictRect" fact="3"/>
      <dgm:constr type="w" for="ch" ptType="sibTrans" refType="w" refFor="ch" refForName="compNode" op="equ" fact="0.1"/>
      <dgm:constr type="sp" refType="w" refFor="ch" refForName="compNode" op="equ" fact="0.1"/>
    </dgm:constrLst>
    <dgm:ruleLst/>
    <dgm:forEach name="Name4" axis="ch" ptType="node" cnt="20">
      <dgm:layoutNode name="compNode">
        <dgm:alg type="composite"/>
        <dgm:shape xmlns:r="http://schemas.openxmlformats.org/officeDocument/2006/relationships" r:blip="">
          <dgm:adjLst/>
        </dgm:shape>
        <dgm:presOf axis="self"/>
        <dgm:constrLst>
          <dgm:constr type="h" for="ch" forName="pictRect" refType="h" fact="0.1"/>
          <dgm:constr type="l" for="ch" forName="pictRect"/>
          <dgm:constr type="t" for="ch" forName="pictRect"/>
          <dgm:constr type="l" for="ch" forName="textRect"/>
          <dgm:constr type="t" for="ch" forName="textRect" refType="b" refFor="ch" refForName="pictRect"/>
        </dgm:constrLst>
        <dgm:ruleLst/>
        <dgm:layoutNode name="pictRect" styleLbl="revTx">
          <dgm:varLst>
            <dgm:chMax val="0"/>
            <dgm:bulletEnabled/>
          </dgm:varLst>
          <dgm:alg type="tx">
            <dgm:param type="parTxLTRAlign" val="l"/>
            <dgm:param type="parTxRTLAlign" val="r"/>
            <dgm:param type="txAnchorVert" val="t"/>
          </dgm:alg>
          <dgm:shape xmlns:r="http://schemas.openxmlformats.org/officeDocument/2006/relationships" type="rect" r:blip="">
            <dgm:adjLst/>
          </dgm:shape>
          <dgm:presOf axis="self"/>
          <dgm:choose name="choosePictRectConstraints">
            <dgm:if name="ifPictRectConstraints" func="var" arg="dir" op="equ" val="norm">
              <dgm:constrLst>
                <dgm:constr type="h" refType="w" op="lte" fact="0.4"/>
                <dgm:constr type="lMarg" val="10.8"/>
                <dgm:constr type="rMarg" refType="primFontSz" fact="0.1"/>
                <dgm:constr type="tMarg" refType="primFontSz" fact="0.1"/>
                <dgm:constr type="bMarg" refType="primFontSz" fact="0.1"/>
              </dgm:constrLst>
            </dgm:if>
            <dgm:else name="elsePictRectConstraints">
              <dgm:constrLst>
                <dgm:constr type="lMarg" refType="primFontSz" fact="0.1"/>
                <dgm:constr type="rMarg" val="10.8"/>
                <dgm:constr type="tMarg" refType="primFontSz" fact="0.1"/>
                <dgm:constr type="bMarg" refType="primFontSz" fact="0.1"/>
              </dgm:constrLst>
            </dgm:else>
          </dgm:choose>
          <dgm:ruleLst>
            <dgm:rule type="h" val="INF" fact="NaN" max="NaN"/>
            <dgm:rule type="primFontSz" val="5" fact="NaN" max="NaN"/>
          </dgm:ruleLst>
        </dgm:layoutNode>
        <dgm:layoutNode name="textRect" styleLbl="revTx">
          <dgm:varLst>
            <dgm:bulletEnabled/>
          </dgm:varLst>
          <dgm:alg type="tx">
            <dgm:param type="parTxLTRAlign" val="l"/>
            <dgm:param type="parTxRTLAlign" val="r"/>
            <dgm:param type="txAnchorVert" val="t"/>
          </dgm:alg>
          <dgm:shape xmlns:r="http://schemas.openxmlformats.org/officeDocument/2006/relationships" type="rect" r:blip="">
            <dgm:adjLst/>
          </dgm:shape>
          <dgm:presOf axis="des" ptType="node"/>
          <dgm:choose name="chooseTextRectConstraints">
            <dgm:if name="ifTextRectConstraints" func="var" arg="dir" op="equ" val="norm">
              <dgm:constrLst>
                <dgm:constr type="lMarg" val="10.8"/>
                <dgm:constr type="rMarg" refType="primFontSz" fact="0.1"/>
                <dgm:constr type="tMarg" refType="primFontSz" fact="0.1"/>
                <dgm:constr type="bMarg" refType="primFontSz" fact="0.1"/>
              </dgm:constrLst>
            </dgm:if>
            <dgm:else name="elseTextRectConstraints">
              <dgm:constrLst>
                <dgm:constr type="lMarg" refType="primFontSz" fact="0.1"/>
                <dgm:constr type="rMarg" val="10.8"/>
                <dgm:constr type="tMarg" refType="primFontSz" fact="0.1"/>
                <dgm:constr type="bMarg" refType="primFontSz" fact="0.1"/>
              </dgm:constrLst>
            </dgm:else>
          </dgm:choose>
          <dgm:ruleLst>
            <dgm:rule type="primFontSz" val="5" fact="NaN" max="NaN"/>
          </dgm:ruleLst>
        </dgm:layoutNode>
      </dgm:layoutNode>
      <dgm:forEach name="Name5"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5.xml><?xml version="1.0" encoding="utf-8"?>
<dgm:layoutDef xmlns:dgm="http://schemas.openxmlformats.org/drawingml/2006/diagram" xmlns:a="http://schemas.openxmlformats.org/drawingml/2006/main" uniqueId="urn:microsoft.com/office/officeart/2024/3/layout/hArchList1">
  <dgm:title val="Horizontal Text Blocks"/>
  <dgm:desc val="Short bits of text with formatted headers. Use as an easier-to-read alternative to a bulleted list."/>
  <dgm:catLst>
    <dgm:cat type="list" pri="100"/>
    <dgm:cat type="timeline" pri="500"/>
    <dgm:cat type="process" pri="600"/>
  </dgm:catLst>
  <dgm:sampData>
    <dgm:dataModel>
      <dgm:ptLst>
        <dgm:pt modelId="0" type="doc"/>
        <dgm:pt modelId="1">
          <dgm:prSet phldr="1"/>
        </dgm:pt>
        <dgm:pt modelId="2">
          <dgm:prSet phldr="1"/>
        </dgm:pt>
        <dgm:pt modelId="3">
          <dgm:prSet phldr="1"/>
        </dgm:pt>
        <dgm:pt modelId="4">
          <dgm:prSet phldr="1"/>
        </dgm:pt>
      </dgm:ptLst>
      <dgm:cxnLst>
        <dgm:cxn modelId="7" srcId="0" destId="1" srcOrd="0" destOrd="0"/>
        <dgm:cxn modelId="8" srcId="0" destId="2" srcOrd="1" destOrd="0"/>
        <dgm:cxn modelId="9" srcId="0" destId="3" srcOrd="2" destOrd="0"/>
        <dgm:cxn modelId="10"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param type="vertAlign" val="t"/>
          <dgm:param type="horzAlign" val="l"/>
        </dgm:alg>
      </dgm:if>
      <dgm:else name="Name3">
        <dgm:alg type="lin">
          <dgm:param type="vertAlign" val="t"/>
          <dgm:param type="horzAlign" val="r"/>
        </dgm:alg>
      </dgm:else>
    </dgm:choose>
    <dgm:presOf/>
    <dgm:constrLst>
      <dgm:constr type="primFontSz" for="des" forName="pictRect" op="equ" val="18"/>
      <dgm:constr type="primFontSz" for="des" forName="textRect" refType="primFontSz" refFor="des" refForName="pictRect" op="equ" fact="0.77"/>
      <dgm:constr type="w" for="ch" forName="compNode" refType="w"/>
      <dgm:constr type="h" for="ch" forName="compNode" refType="h"/>
      <dgm:constr type="h" for="des" forName="pictRect" op="equ"/>
      <dgm:constr type="h" for="des" forName="pictRect" refType="primFontSz" refFor="des" refForName="pictRect" fact="3"/>
      <dgm:constr type="w" for="ch" ptType="sibTrans" refType="w" refFor="ch" refForName="compNode" op="equ" fact="0.1"/>
      <dgm:constr type="sp" refType="w" refFor="ch" refForName="compNode" op="equ" fact="0.1"/>
    </dgm:constrLst>
    <dgm:ruleLst/>
    <dgm:forEach name="Name4" axis="ch" ptType="node" cnt="20">
      <dgm:layoutNode name="compNode">
        <dgm:alg type="composite"/>
        <dgm:shape xmlns:r="http://schemas.openxmlformats.org/officeDocument/2006/relationships" r:blip="">
          <dgm:adjLst/>
        </dgm:shape>
        <dgm:presOf axis="self"/>
        <dgm:constrLst>
          <dgm:constr type="h" for="ch" forName="pictRect" refType="h" fact="0.1"/>
          <dgm:constr type="l" for="ch" forName="pictRect"/>
          <dgm:constr type="t" for="ch" forName="pictRect"/>
          <dgm:constr type="l" for="ch" forName="textRect"/>
          <dgm:constr type="t" for="ch" forName="textRect" refType="b" refFor="ch" refForName="pictRect"/>
        </dgm:constrLst>
        <dgm:ruleLst/>
        <dgm:layoutNode name="pictRect" styleLbl="revTx">
          <dgm:varLst>
            <dgm:chMax val="0"/>
            <dgm:bulletEnabled/>
          </dgm:varLst>
          <dgm:alg type="tx">
            <dgm:param type="parTxLTRAlign" val="l"/>
            <dgm:param type="parTxRTLAlign" val="r"/>
            <dgm:param type="txAnchorVert" val="t"/>
          </dgm:alg>
          <dgm:shape xmlns:r="http://schemas.openxmlformats.org/officeDocument/2006/relationships" type="rect" r:blip="">
            <dgm:adjLst/>
          </dgm:shape>
          <dgm:presOf axis="self"/>
          <dgm:choose name="choosePictRectConstraints">
            <dgm:if name="ifPictRectConstraints" func="var" arg="dir" op="equ" val="norm">
              <dgm:constrLst>
                <dgm:constr type="h" refType="w" op="lte" fact="0.4"/>
                <dgm:constr type="lMarg" val="10.8"/>
                <dgm:constr type="rMarg" refType="primFontSz" fact="0.1"/>
                <dgm:constr type="tMarg" refType="primFontSz" fact="0.1"/>
                <dgm:constr type="bMarg" refType="primFontSz" fact="0.1"/>
              </dgm:constrLst>
            </dgm:if>
            <dgm:else name="elsePictRectConstraints">
              <dgm:constrLst>
                <dgm:constr type="lMarg" refType="primFontSz" fact="0.1"/>
                <dgm:constr type="rMarg" val="10.8"/>
                <dgm:constr type="tMarg" refType="primFontSz" fact="0.1"/>
                <dgm:constr type="bMarg" refType="primFontSz" fact="0.1"/>
              </dgm:constrLst>
            </dgm:else>
          </dgm:choose>
          <dgm:ruleLst>
            <dgm:rule type="h" val="INF" fact="NaN" max="NaN"/>
            <dgm:rule type="primFontSz" val="5" fact="NaN" max="NaN"/>
          </dgm:ruleLst>
        </dgm:layoutNode>
        <dgm:layoutNode name="textRect" styleLbl="revTx">
          <dgm:varLst>
            <dgm:bulletEnabled/>
          </dgm:varLst>
          <dgm:alg type="tx">
            <dgm:param type="parTxLTRAlign" val="l"/>
            <dgm:param type="parTxRTLAlign" val="r"/>
            <dgm:param type="txAnchorVert" val="t"/>
          </dgm:alg>
          <dgm:shape xmlns:r="http://schemas.openxmlformats.org/officeDocument/2006/relationships" type="rect" r:blip="">
            <dgm:adjLst/>
          </dgm:shape>
          <dgm:presOf axis="des" ptType="node"/>
          <dgm:choose name="chooseTextRectConstraints">
            <dgm:if name="ifTextRectConstraints" func="var" arg="dir" op="equ" val="norm">
              <dgm:constrLst>
                <dgm:constr type="lMarg" val="10.8"/>
                <dgm:constr type="rMarg" refType="primFontSz" fact="0.1"/>
                <dgm:constr type="tMarg" refType="primFontSz" fact="0.1"/>
                <dgm:constr type="bMarg" refType="primFontSz" fact="0.1"/>
              </dgm:constrLst>
            </dgm:if>
            <dgm:else name="elseTextRectConstraints">
              <dgm:constrLst>
                <dgm:constr type="lMarg" refType="primFontSz" fact="0.1"/>
                <dgm:constr type="rMarg" val="10.8"/>
                <dgm:constr type="tMarg" refType="primFontSz" fact="0.1"/>
                <dgm:constr type="bMarg" refType="primFontSz" fact="0.1"/>
              </dgm:constrLst>
            </dgm:else>
          </dgm:choose>
          <dgm:ruleLst>
            <dgm:rule type="primFontSz" val="5" fact="NaN" max="NaN"/>
          </dgm:ruleLst>
        </dgm:layoutNode>
      </dgm:layoutNode>
      <dgm:forEach name="Name5"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6.xml><?xml version="1.0" encoding="utf-8"?>
<dgm:layoutDef xmlns:dgm="http://schemas.openxmlformats.org/drawingml/2006/diagram" xmlns:a="http://schemas.openxmlformats.org/drawingml/2006/main" uniqueId="urn:microsoft.com/office/officeart/2024/3/layout/hArchList1">
  <dgm:title val="Horizontal Text Blocks"/>
  <dgm:desc val="Short bits of text with formatted headers. Use as an easier-to-read alternative to a bulleted list."/>
  <dgm:catLst>
    <dgm:cat type="list" pri="100"/>
    <dgm:cat type="timeline" pri="500"/>
    <dgm:cat type="process" pri="600"/>
  </dgm:catLst>
  <dgm:sampData>
    <dgm:dataModel>
      <dgm:ptLst>
        <dgm:pt modelId="0" type="doc"/>
        <dgm:pt modelId="1">
          <dgm:prSet phldr="1"/>
        </dgm:pt>
        <dgm:pt modelId="2">
          <dgm:prSet phldr="1"/>
        </dgm:pt>
        <dgm:pt modelId="3">
          <dgm:prSet phldr="1"/>
        </dgm:pt>
        <dgm:pt modelId="4">
          <dgm:prSet phldr="1"/>
        </dgm:pt>
      </dgm:ptLst>
      <dgm:cxnLst>
        <dgm:cxn modelId="7" srcId="0" destId="1" srcOrd="0" destOrd="0"/>
        <dgm:cxn modelId="8" srcId="0" destId="2" srcOrd="1" destOrd="0"/>
        <dgm:cxn modelId="9" srcId="0" destId="3" srcOrd="2" destOrd="0"/>
        <dgm:cxn modelId="10"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param type="vertAlign" val="t"/>
          <dgm:param type="horzAlign" val="l"/>
        </dgm:alg>
      </dgm:if>
      <dgm:else name="Name3">
        <dgm:alg type="lin">
          <dgm:param type="vertAlign" val="t"/>
          <dgm:param type="horzAlign" val="r"/>
        </dgm:alg>
      </dgm:else>
    </dgm:choose>
    <dgm:presOf/>
    <dgm:constrLst>
      <dgm:constr type="primFontSz" for="des" forName="pictRect" op="equ" val="18"/>
      <dgm:constr type="primFontSz" for="des" forName="textRect" refType="primFontSz" refFor="des" refForName="pictRect" op="equ" fact="0.77"/>
      <dgm:constr type="w" for="ch" forName="compNode" refType="w"/>
      <dgm:constr type="h" for="ch" forName="compNode" refType="h"/>
      <dgm:constr type="h" for="des" forName="pictRect" op="equ"/>
      <dgm:constr type="h" for="des" forName="pictRect" refType="primFontSz" refFor="des" refForName="pictRect" fact="3"/>
      <dgm:constr type="w" for="ch" ptType="sibTrans" refType="w" refFor="ch" refForName="compNode" op="equ" fact="0.1"/>
      <dgm:constr type="sp" refType="w" refFor="ch" refForName="compNode" op="equ" fact="0.1"/>
    </dgm:constrLst>
    <dgm:ruleLst/>
    <dgm:forEach name="Name4" axis="ch" ptType="node" cnt="20">
      <dgm:layoutNode name="compNode">
        <dgm:alg type="composite"/>
        <dgm:shape xmlns:r="http://schemas.openxmlformats.org/officeDocument/2006/relationships" r:blip="">
          <dgm:adjLst/>
        </dgm:shape>
        <dgm:presOf axis="self"/>
        <dgm:constrLst>
          <dgm:constr type="h" for="ch" forName="pictRect" refType="h" fact="0.1"/>
          <dgm:constr type="l" for="ch" forName="pictRect"/>
          <dgm:constr type="t" for="ch" forName="pictRect"/>
          <dgm:constr type="l" for="ch" forName="textRect"/>
          <dgm:constr type="t" for="ch" forName="textRect" refType="b" refFor="ch" refForName="pictRect"/>
        </dgm:constrLst>
        <dgm:ruleLst/>
        <dgm:layoutNode name="pictRect" styleLbl="revTx">
          <dgm:varLst>
            <dgm:chMax val="0"/>
            <dgm:bulletEnabled/>
          </dgm:varLst>
          <dgm:alg type="tx">
            <dgm:param type="parTxLTRAlign" val="l"/>
            <dgm:param type="parTxRTLAlign" val="r"/>
            <dgm:param type="txAnchorVert" val="t"/>
          </dgm:alg>
          <dgm:shape xmlns:r="http://schemas.openxmlformats.org/officeDocument/2006/relationships" type="rect" r:blip="">
            <dgm:adjLst/>
          </dgm:shape>
          <dgm:presOf axis="self"/>
          <dgm:choose name="choosePictRectConstraints">
            <dgm:if name="ifPictRectConstraints" func="var" arg="dir" op="equ" val="norm">
              <dgm:constrLst>
                <dgm:constr type="h" refType="w" op="lte" fact="0.4"/>
                <dgm:constr type="lMarg" val="10.8"/>
                <dgm:constr type="rMarg" refType="primFontSz" fact="0.1"/>
                <dgm:constr type="tMarg" refType="primFontSz" fact="0.1"/>
                <dgm:constr type="bMarg" refType="primFontSz" fact="0.1"/>
              </dgm:constrLst>
            </dgm:if>
            <dgm:else name="elsePictRectConstraints">
              <dgm:constrLst>
                <dgm:constr type="lMarg" refType="primFontSz" fact="0.1"/>
                <dgm:constr type="rMarg" val="10.8"/>
                <dgm:constr type="tMarg" refType="primFontSz" fact="0.1"/>
                <dgm:constr type="bMarg" refType="primFontSz" fact="0.1"/>
              </dgm:constrLst>
            </dgm:else>
          </dgm:choose>
          <dgm:ruleLst>
            <dgm:rule type="h" val="INF" fact="NaN" max="NaN"/>
            <dgm:rule type="primFontSz" val="5" fact="NaN" max="NaN"/>
          </dgm:ruleLst>
        </dgm:layoutNode>
        <dgm:layoutNode name="textRect" styleLbl="revTx">
          <dgm:varLst>
            <dgm:bulletEnabled/>
          </dgm:varLst>
          <dgm:alg type="tx">
            <dgm:param type="parTxLTRAlign" val="l"/>
            <dgm:param type="parTxRTLAlign" val="r"/>
            <dgm:param type="txAnchorVert" val="t"/>
          </dgm:alg>
          <dgm:shape xmlns:r="http://schemas.openxmlformats.org/officeDocument/2006/relationships" type="rect" r:blip="">
            <dgm:adjLst/>
          </dgm:shape>
          <dgm:presOf axis="des" ptType="node"/>
          <dgm:choose name="chooseTextRectConstraints">
            <dgm:if name="ifTextRectConstraints" func="var" arg="dir" op="equ" val="norm">
              <dgm:constrLst>
                <dgm:constr type="lMarg" val="10.8"/>
                <dgm:constr type="rMarg" refType="primFontSz" fact="0.1"/>
                <dgm:constr type="tMarg" refType="primFontSz" fact="0.1"/>
                <dgm:constr type="bMarg" refType="primFontSz" fact="0.1"/>
              </dgm:constrLst>
            </dgm:if>
            <dgm:else name="elseTextRectConstraints">
              <dgm:constrLst>
                <dgm:constr type="lMarg" refType="primFontSz" fact="0.1"/>
                <dgm:constr type="rMarg" val="10.8"/>
                <dgm:constr type="tMarg" refType="primFontSz" fact="0.1"/>
                <dgm:constr type="bMarg" refType="primFontSz" fact="0.1"/>
              </dgm:constrLst>
            </dgm:else>
          </dgm:choose>
          <dgm:ruleLst>
            <dgm:rule type="primFontSz" val="5" fact="NaN" max="NaN"/>
          </dgm:ruleLst>
        </dgm:layoutNode>
      </dgm:layoutNode>
      <dgm:forEach name="Name5"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a:extLst>
              <a:ext uri="{FF2B5EF4-FFF2-40B4-BE49-F238E27FC236}">
                <a16:creationId xmlns:a16="http://schemas.microsoft.com/office/drawing/2014/main" id="{1FFB14B2-CD52-9E84-B3E7-49A90F3A72A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n-US"/>
          </a:p>
        </p:txBody>
      </p:sp>
      <p:sp>
        <p:nvSpPr>
          <p:cNvPr id="3" name="Espaço Reservado para Data 2">
            <a:extLst>
              <a:ext uri="{FF2B5EF4-FFF2-40B4-BE49-F238E27FC236}">
                <a16:creationId xmlns:a16="http://schemas.microsoft.com/office/drawing/2014/main" id="{76DAE5F9-C39F-2ECF-0C06-D0122807D4B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F223FF85-4E34-4546-B772-76DFA4A6051B}" type="datetimeFigureOut">
              <a:rPr lang="en-US" smtClean="0"/>
              <a:t>1/8/26</a:t>
            </a:fld>
            <a:endParaRPr lang="en-US"/>
          </a:p>
        </p:txBody>
      </p:sp>
      <p:sp>
        <p:nvSpPr>
          <p:cNvPr id="4" name="Espaço Reservado para Rodapé 3">
            <a:extLst>
              <a:ext uri="{FF2B5EF4-FFF2-40B4-BE49-F238E27FC236}">
                <a16:creationId xmlns:a16="http://schemas.microsoft.com/office/drawing/2014/main" id="{D37F3243-F9C0-85BE-2E9C-191F612CFE8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n-US"/>
          </a:p>
        </p:txBody>
      </p:sp>
      <p:sp>
        <p:nvSpPr>
          <p:cNvPr id="5" name="Espaço Reservado para o Número do Slide 4">
            <a:extLst>
              <a:ext uri="{FF2B5EF4-FFF2-40B4-BE49-F238E27FC236}">
                <a16:creationId xmlns:a16="http://schemas.microsoft.com/office/drawing/2014/main" id="{6CEBE2E3-8654-B63F-B7D6-9549069476A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C1BF7180-4EDD-4E08-9775-7398C11D66ED}" type="slidenum">
              <a:rPr lang="en-US" smtClean="0"/>
              <a:t>‹#›</a:t>
            </a:fld>
            <a:endParaRPr lang="en-US"/>
          </a:p>
        </p:txBody>
      </p:sp>
    </p:spTree>
    <p:extLst>
      <p:ext uri="{BB962C8B-B14F-4D97-AF65-F5344CB8AC3E}">
        <p14:creationId xmlns:p14="http://schemas.microsoft.com/office/powerpoint/2010/main" val="28121430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n-US"/>
          </a:p>
        </p:txBody>
      </p:sp>
      <p:sp>
        <p:nvSpPr>
          <p:cNvPr id="3" name="Espaço Reservado para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1B5CC398-6116-4BD2-9FAD-9822FDA158BE}" type="datetimeFigureOut">
              <a:rPr lang="en-US" smtClean="0"/>
              <a:t>1/8/26</a:t>
            </a:fld>
            <a:endParaRPr lang="en-US"/>
          </a:p>
        </p:txBody>
      </p:sp>
      <p:sp>
        <p:nvSpPr>
          <p:cNvPr id="4" name="Espaço Reservado para Imagem do Sli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en-US"/>
          </a:p>
        </p:txBody>
      </p:sp>
      <p:sp>
        <p:nvSpPr>
          <p:cNvPr id="5" name="Espaço Reservado para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p>
        </p:txBody>
      </p:sp>
      <p:sp>
        <p:nvSpPr>
          <p:cNvPr id="6" name="Espaço Reservado para Rodapé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n-US"/>
          </a:p>
        </p:txBody>
      </p:sp>
      <p:sp>
        <p:nvSpPr>
          <p:cNvPr id="7" name="Espaço Reservado para o Número do Slid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38EFF46E-6B43-41F9-9272-B566D03A251C}" type="slidenum">
              <a:rPr lang="en-US" smtClean="0"/>
              <a:t>‹#›</a:t>
            </a:fld>
            <a:endParaRPr lang="en-US"/>
          </a:p>
        </p:txBody>
      </p:sp>
    </p:spTree>
    <p:extLst>
      <p:ext uri="{BB962C8B-B14F-4D97-AF65-F5344CB8AC3E}">
        <p14:creationId xmlns:p14="http://schemas.microsoft.com/office/powerpoint/2010/main" val="1916440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Os conteúdos gerados por IA poderão estar incorretos.
---
</a:t>
            </a:r>
          </a:p>
        </p:txBody>
      </p:sp>
      <p:sp>
        <p:nvSpPr>
          <p:cNvPr id="4" name="Slide Number Placeholder 3"/>
          <p:cNvSpPr>
            <a:spLocks noGrp="1"/>
          </p:cNvSpPr>
          <p:nvPr>
            <p:ph type="sldNum" sz="quarter" idx="5"/>
          </p:nvPr>
        </p:nvSpPr>
        <p:spPr/>
        <p:txBody>
          <a:bodyPr/>
          <a:lstStyle/>
          <a:p>
            <a:pPr rtl="0"/>
            <a:fld id="{38EFF46E-6B43-41F9-9272-B566D03A251C}" type="slidenum">
              <a:rPr lang="en-US" smtClean="0"/>
              <a:t>1</a:t>
            </a:fld>
            <a:endParaRPr lang="en-US"/>
          </a:p>
        </p:txBody>
      </p:sp>
    </p:spTree>
    <p:extLst>
      <p:ext uri="{BB962C8B-B14F-4D97-AF65-F5344CB8AC3E}">
        <p14:creationId xmlns:p14="http://schemas.microsoft.com/office/powerpoint/2010/main" val="5237426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Título do Projeto e Equipe</a:t>
            </a:r>
          </a:p>
        </p:txBody>
      </p:sp>
      <p:sp>
        <p:nvSpPr>
          <p:cNvPr id="4" name="Slide Number Placeholder 3"/>
          <p:cNvSpPr>
            <a:spLocks noGrp="1"/>
          </p:cNvSpPr>
          <p:nvPr>
            <p:ph type="sldNum" sz="quarter" idx="5"/>
          </p:nvPr>
        </p:nvSpPr>
        <p:spPr/>
        <p:txBody>
          <a:bodyPr/>
          <a:lstStyle/>
          <a:p>
            <a:pPr rtl="0"/>
            <a:fld id="{38EFF46E-6B43-41F9-9272-B566D03A251C}" type="slidenum">
              <a:rPr lang="en-US" smtClean="0"/>
              <a:t>2</a:t>
            </a:fld>
            <a:endParaRPr lang="en-US"/>
          </a:p>
        </p:txBody>
      </p:sp>
    </p:spTree>
    <p:extLst>
      <p:ext uri="{BB962C8B-B14F-4D97-AF65-F5344CB8AC3E}">
        <p14:creationId xmlns:p14="http://schemas.microsoft.com/office/powerpoint/2010/main" val="12102111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Este slide apresenta o título do projeto e a constituição do grupo responsável pelo desenvolvimento. É fundamental destacar o nome do projeto, que deve refletir sua essência e objetivo principal, como por exemplo, 'Sistema de Monitoramento IoT para Ambientes Industriais'. Em seguida, liste os integrantes do grupo, incluindo suas funções específicas, como desenvolvedor backend, especialista em arquitetura, responsável por testes e integração, e coordenador geral. Essa organização demonstra clareza na divisão de responsabilidades, essencial para o sucesso do projeto. Além disso, é interessante incluir informações complementares, como contatos ou perfis profissionais, para facilitar a comunicação entre os membros e com stakeholders externos. A apresentação da equipe também pode mencionar brevemente a motivação do projeto, contextualizando sua relevância no cenário atual, como a necessidade de automação, eficiência operacional ou integração tecnológica. Essa introdução cria uma base sólida para os próximos tópicos, transmitindo profissionalismo e organização desde o início.</a:t>
            </a:r>
          </a:p>
        </p:txBody>
      </p:sp>
      <p:sp>
        <p:nvSpPr>
          <p:cNvPr id="4" name="Slide Number Placeholder 3"/>
          <p:cNvSpPr>
            <a:spLocks noGrp="1"/>
          </p:cNvSpPr>
          <p:nvPr>
            <p:ph type="sldNum" sz="quarter" idx="5"/>
          </p:nvPr>
        </p:nvSpPr>
        <p:spPr/>
        <p:txBody>
          <a:bodyPr/>
          <a:lstStyle/>
          <a:p>
            <a:pPr rtl="0"/>
            <a:fld id="{38EFF46E-6B43-41F9-9272-B566D03A251C}" type="slidenum">
              <a:rPr lang="en-US" smtClean="0"/>
              <a:t>3</a:t>
            </a:fld>
            <a:endParaRPr lang="en-US"/>
          </a:p>
        </p:txBody>
      </p:sp>
    </p:spTree>
    <p:extLst>
      <p:ext uri="{BB962C8B-B14F-4D97-AF65-F5344CB8AC3E}">
        <p14:creationId xmlns:p14="http://schemas.microsoft.com/office/powerpoint/2010/main" val="94601460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Arquitetura Geral do Sistema, Opções de Implementação e Tecnologias, Mecanismos de Comunicação entre Componentes</a:t>
            </a:r>
          </a:p>
        </p:txBody>
      </p:sp>
      <p:sp>
        <p:nvSpPr>
          <p:cNvPr id="4" name="Slide Number Placeholder 3"/>
          <p:cNvSpPr>
            <a:spLocks noGrp="1"/>
          </p:cNvSpPr>
          <p:nvPr>
            <p:ph type="sldNum" sz="quarter" idx="5"/>
          </p:nvPr>
        </p:nvSpPr>
        <p:spPr/>
        <p:txBody>
          <a:bodyPr/>
          <a:lstStyle/>
          <a:p>
            <a:pPr rtl="0"/>
            <a:fld id="{38EFF46E-6B43-41F9-9272-B566D03A251C}" type="slidenum">
              <a:rPr lang="en-US" smtClean="0"/>
              <a:t>4</a:t>
            </a:fld>
            <a:endParaRPr lang="en-US"/>
          </a:p>
        </p:txBody>
      </p:sp>
    </p:spTree>
    <p:extLst>
      <p:ext uri="{BB962C8B-B14F-4D97-AF65-F5344CB8AC3E}">
        <p14:creationId xmlns:p14="http://schemas.microsoft.com/office/powerpoint/2010/main" val="398673080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A arquitetura geral do sistema define a estrutura e interação entre os componentes principais. Um diagrama arquitetural é essencial para ilustrar como módulos como interface do usuário, camada de aplicação, banco de dados e serviços externos se conectam. Por exemplo, em um sistema distribuído, pode-se adotar uma arquitetura baseada em microsserviços, onde cada serviço é independente e se comunica via APIs REST ou mensageria. Essa abordagem oferece escalabilidade e flexibilidade, permitindo atualizações sem comprometer todo o sistema. É importante detalhar os fluxos de dados, como a entrada de informações pelo front-end, processamento na camada lógica e persistência no banco de dados. Além disso, considere aspectos de segurança, como autenticação e criptografia, que devem estar integrados à arquitetura. A escolha da arquitetura deve ser justificada com base nos requisitos do projeto, como alta disponibilidade, tolerância a falhas e desempenho. Exemplos práticos incluem arquiteturas em nuvem utilizando serviços como AWS ou Azure, que oferecem recursos para balanceamento de carga e monitoramento contínuo.</a:t>
            </a:r>
          </a:p>
        </p:txBody>
      </p:sp>
      <p:sp>
        <p:nvSpPr>
          <p:cNvPr id="4" name="Slide Number Placeholder 3"/>
          <p:cNvSpPr>
            <a:spLocks noGrp="1"/>
          </p:cNvSpPr>
          <p:nvPr>
            <p:ph type="sldNum" sz="quarter" idx="5"/>
          </p:nvPr>
        </p:nvSpPr>
        <p:spPr/>
        <p:txBody>
          <a:bodyPr/>
          <a:lstStyle/>
          <a:p>
            <a:pPr rtl="0"/>
            <a:fld id="{38EFF46E-6B43-41F9-9272-B566D03A251C}" type="slidenum">
              <a:rPr lang="en-US" smtClean="0"/>
              <a:t>5</a:t>
            </a:fld>
            <a:endParaRPr lang="en-US"/>
          </a:p>
        </p:txBody>
      </p:sp>
    </p:spTree>
    <p:extLst>
      <p:ext uri="{BB962C8B-B14F-4D97-AF65-F5344CB8AC3E}">
        <p14:creationId xmlns:p14="http://schemas.microsoft.com/office/powerpoint/2010/main" val="174860882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As opções de implementação envolvem a seleção de linguagens, frameworks e ferramentas adequadas aos objetivos do projeto. Por exemplo, para aplicações web, pode-se optar por linguagens como Python ou JavaScript, utilizando frameworks como Django ou React. A escolha deve considerar fatores como curva de aprendizado, suporte da comunidade e compatibilidade com outros componentes. Além disso, é relevante mencionar ferramentas para controle de versão, como Git, e ambientes de desenvolvimento integrados (IDEs) que otimizam a produtividade. Outro ponto crucial é a integração com serviços externos, como APIs para autenticação ou plataformas de mensageria. A justificativa das escolhas deve estar alinhada aos requisitos funcionais e não funcionais, como desempenho, escalabilidade e segurança. Por exemplo, optar por um banco de dados relacional como PostgreSQL pode ser ideal para garantir consistência, enquanto soluções NoSQL como MongoDB são indicadas para alta flexibilidade. Essa análise demonstra planejamento estratégico e conhecimento técnico, reforçando a robustez da implementação.</a:t>
            </a:r>
          </a:p>
        </p:txBody>
      </p:sp>
      <p:sp>
        <p:nvSpPr>
          <p:cNvPr id="4" name="Slide Number Placeholder 3"/>
          <p:cNvSpPr>
            <a:spLocks noGrp="1"/>
          </p:cNvSpPr>
          <p:nvPr>
            <p:ph type="sldNum" sz="quarter" idx="5"/>
          </p:nvPr>
        </p:nvSpPr>
        <p:spPr/>
        <p:txBody>
          <a:bodyPr/>
          <a:lstStyle/>
          <a:p>
            <a:pPr rtl="0"/>
            <a:fld id="{38EFF46E-6B43-41F9-9272-B566D03A251C}" type="slidenum">
              <a:rPr lang="en-US" smtClean="0"/>
              <a:t>6</a:t>
            </a:fld>
            <a:endParaRPr lang="en-US"/>
          </a:p>
        </p:txBody>
      </p:sp>
    </p:spTree>
    <p:extLst>
      <p:ext uri="{BB962C8B-B14F-4D97-AF65-F5344CB8AC3E}">
        <p14:creationId xmlns:p14="http://schemas.microsoft.com/office/powerpoint/2010/main" val="5168315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Os mecanismos de comunicação entre componentes são fundamentais para garantir a interoperabilidade e eficiência do sistema. Em arquiteturas modernas, é comum utilizar APIs REST para comunicação síncrona, permitindo que diferentes módulos troquem informações de forma padronizada. Outra alternativa é a mensageria assíncrona, implementada com ferramentas como RabbitMQ ou Kafka, que asseguram alta disponibilidade e tolerância a falhas. A escolha do protocolo também é relevante: HTTP é amplamente utilizado, mas para aplicações que exigem baixa latência, pode-se optar por gRPC, que oferece comunicação binária mais eficiente. Além disso, é importante definir formatos de dados, como JSON ou Protobuf, garantindo compatibilidade entre sistemas heterogêneos. A implementação desses mecanismos deve considerar aspectos de segurança, como autenticação via tokens e criptografia TLS, para proteger dados sensíveis. Exemplos práticos incluem sistemas IoT que utilizam MQTT para comunicação leve entre dispositivos e servidores. Essa abordagem garante escalabilidade e robustez, atendendo às demandas de projetos complexos.</a:t>
            </a:r>
          </a:p>
        </p:txBody>
      </p:sp>
      <p:sp>
        <p:nvSpPr>
          <p:cNvPr id="4" name="Slide Number Placeholder 3"/>
          <p:cNvSpPr>
            <a:spLocks noGrp="1"/>
          </p:cNvSpPr>
          <p:nvPr>
            <p:ph type="sldNum" sz="quarter" idx="5"/>
          </p:nvPr>
        </p:nvSpPr>
        <p:spPr/>
        <p:txBody>
          <a:bodyPr/>
          <a:lstStyle/>
          <a:p>
            <a:pPr rtl="0"/>
            <a:fld id="{38EFF46E-6B43-41F9-9272-B566D03A251C}" type="slidenum">
              <a:rPr lang="en-US" smtClean="0"/>
              <a:t>7</a:t>
            </a:fld>
            <a:endParaRPr lang="en-US"/>
          </a:p>
        </p:txBody>
      </p:sp>
    </p:spTree>
    <p:extLst>
      <p:ext uri="{BB962C8B-B14F-4D97-AF65-F5344CB8AC3E}">
        <p14:creationId xmlns:p14="http://schemas.microsoft.com/office/powerpoint/2010/main" val="383591291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Estratégia e Tipos de Testes, Resultados Obtidos e Análise</a:t>
            </a:r>
          </a:p>
        </p:txBody>
      </p:sp>
      <p:sp>
        <p:nvSpPr>
          <p:cNvPr id="4" name="Slide Number Placeholder 3"/>
          <p:cNvSpPr>
            <a:spLocks noGrp="1"/>
          </p:cNvSpPr>
          <p:nvPr>
            <p:ph type="sldNum" sz="quarter" idx="5"/>
          </p:nvPr>
        </p:nvSpPr>
        <p:spPr/>
        <p:txBody>
          <a:bodyPr/>
          <a:lstStyle/>
          <a:p>
            <a:pPr rtl="0"/>
            <a:fld id="{38EFF46E-6B43-41F9-9272-B566D03A251C}" type="slidenum">
              <a:rPr lang="en-US" smtClean="0"/>
              <a:t>8</a:t>
            </a:fld>
            <a:endParaRPr lang="en-US"/>
          </a:p>
        </p:txBody>
      </p:sp>
    </p:spTree>
    <p:extLst>
      <p:ext uri="{BB962C8B-B14F-4D97-AF65-F5344CB8AC3E}">
        <p14:creationId xmlns:p14="http://schemas.microsoft.com/office/powerpoint/2010/main" val="369042106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Os resultados obtidos após a execução dos testes fornecem insights valiosos sobre o desempenho e a estabilidade do sistema. É recomendável apresentar métricas quantitativas, como tempo médio de resposta, taxa de sucesso em requisições e consumo de memória, comparando-os com os objetivos definidos inicialmente. Gráficos e tabelas podem ilustrar tendências, como melhoria após otimizações ou gargalos identificados. Por exemplo, se o sistema manteve uma latência inferior a 200 ms sob carga de 1.000 usuários simultâneos, isso indica alta eficiência. Além disso, é importante analisar falhas ocorridas, identificando suas causas e propondo soluções, como ajustes na arquitetura ou otimização de código. Essa análise demonstra comprometimento com a qualidade e fornece base para futuras melhorias. A apresentação clara dos resultados reforça a credibilidade do projeto e evidencia sua viabilidade técnica.</a:t>
            </a:r>
          </a:p>
        </p:txBody>
      </p:sp>
      <p:sp>
        <p:nvSpPr>
          <p:cNvPr id="4" name="Slide Number Placeholder 3"/>
          <p:cNvSpPr>
            <a:spLocks noGrp="1"/>
          </p:cNvSpPr>
          <p:nvPr>
            <p:ph type="sldNum" sz="quarter" idx="5"/>
          </p:nvPr>
        </p:nvSpPr>
        <p:spPr/>
        <p:txBody>
          <a:bodyPr/>
          <a:lstStyle/>
          <a:p>
            <a:pPr rtl="0"/>
            <a:fld id="{38EFF46E-6B43-41F9-9272-B566D03A251C}" type="slidenum">
              <a:rPr lang="en-US" smtClean="0"/>
              <a:t>9</a:t>
            </a:fld>
            <a:endParaRPr lang="en-US"/>
          </a:p>
        </p:txBody>
      </p:sp>
    </p:spTree>
    <p:extLst>
      <p:ext uri="{BB962C8B-B14F-4D97-AF65-F5344CB8AC3E}">
        <p14:creationId xmlns:p14="http://schemas.microsoft.com/office/powerpoint/2010/main" val="96718293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Principais Aprendizados e Próximos Passos</a:t>
            </a:r>
          </a:p>
        </p:txBody>
      </p:sp>
      <p:sp>
        <p:nvSpPr>
          <p:cNvPr id="4" name="Slide Number Placeholder 3"/>
          <p:cNvSpPr>
            <a:spLocks noGrp="1"/>
          </p:cNvSpPr>
          <p:nvPr>
            <p:ph type="sldNum" sz="quarter" idx="5"/>
          </p:nvPr>
        </p:nvSpPr>
        <p:spPr/>
        <p:txBody>
          <a:bodyPr/>
          <a:lstStyle/>
          <a:p>
            <a:pPr rtl="0"/>
            <a:fld id="{38EFF46E-6B43-41F9-9272-B566D03A251C}" type="slidenum">
              <a:rPr lang="en-US" smtClean="0"/>
              <a:t>10</a:t>
            </a:fld>
            <a:endParaRPr lang="en-US"/>
          </a:p>
        </p:txBody>
      </p:sp>
    </p:spTree>
    <p:extLst>
      <p:ext uri="{BB962C8B-B14F-4D97-AF65-F5344CB8AC3E}">
        <p14:creationId xmlns:p14="http://schemas.microsoft.com/office/powerpoint/2010/main" val="288178752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A conclusão deve sintetizar os principais aprendizados adquiridos durante o desenvolvimento do projeto. Entre eles, destacam-se a importância de uma arquitetura bem planejada, a escolha criteriosa das tecnologias e a implementação de mecanismos de comunicação eficientes. Além disso, a fase de testes revelou a relevância de estratégias robustas para garantir qualidade e desempenho. É essencial reconhecer limitações encontradas, como restrições de recursos ou desafios na integração, e propor melhorias para versões futuras. Próximos passos podem incluir a expansão das funcionalidades, integração com novas plataformas ou adoção de práticas avançadas de segurança. Essa reflexão final demonstra maturidade técnica e visão estratégica, reforçando o valor do projeto e sua contribuição para o contexto em que se insere.</a:t>
            </a:r>
          </a:p>
        </p:txBody>
      </p:sp>
      <p:sp>
        <p:nvSpPr>
          <p:cNvPr id="4" name="Slide Number Placeholder 3"/>
          <p:cNvSpPr>
            <a:spLocks noGrp="1"/>
          </p:cNvSpPr>
          <p:nvPr>
            <p:ph type="sldNum" sz="quarter" idx="5"/>
          </p:nvPr>
        </p:nvSpPr>
        <p:spPr/>
        <p:txBody>
          <a:bodyPr/>
          <a:lstStyle/>
          <a:p>
            <a:pPr rtl="0"/>
            <a:fld id="{38EFF46E-6B43-41F9-9272-B566D03A251C}" type="slidenum">
              <a:rPr lang="en-US" smtClean="0"/>
              <a:t>11</a:t>
            </a:fld>
            <a:endParaRPr lang="en-US"/>
          </a:p>
        </p:txBody>
      </p:sp>
    </p:spTree>
    <p:extLst>
      <p:ext uri="{BB962C8B-B14F-4D97-AF65-F5344CB8AC3E}">
        <p14:creationId xmlns:p14="http://schemas.microsoft.com/office/powerpoint/2010/main" val="8996317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ítulo">
    <p:bg>
      <p:bgPr>
        <a:solidFill>
          <a:schemeClr val="tx2"/>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4336E9A-8E96-CD8C-7598-F87632CD81CF}"/>
              </a:ext>
            </a:extLst>
          </p:cNvPr>
          <p:cNvSpPr>
            <a:spLocks noGrp="1"/>
          </p:cNvSpPr>
          <p:nvPr>
            <p:ph type="ctrTitle"/>
          </p:nvPr>
        </p:nvSpPr>
        <p:spPr>
          <a:xfrm>
            <a:off x="1577005" y="1016955"/>
            <a:ext cx="9140954" cy="3346590"/>
          </a:xfrm>
          <a:prstGeom prst="rect">
            <a:avLst/>
          </a:prstGeom>
        </p:spPr>
        <p:txBody>
          <a:bodyPr vert="horz" lIns="91440" tIns="45720" rIns="91440" bIns="45720" rtlCol="0" anchor="t">
            <a:normAutofit/>
          </a:bodyPr>
          <a:lstStyle>
            <a:lvl1pPr>
              <a:defRPr lang="en-US" sz="7200" cap="all" baseline="0" dirty="0">
                <a:solidFill>
                  <a:schemeClr val="bg1"/>
                </a:solidFill>
                <a:latin typeface="+mj-lt"/>
              </a:defRPr>
            </a:lvl1pPr>
          </a:lstStyle>
          <a:p>
            <a:pPr lvl="0" rtl="0"/>
            <a:r>
              <a:rPr lang="pt-br"/>
              <a:t>Clique para editar o estilo de título Mestre</a:t>
            </a:r>
          </a:p>
        </p:txBody>
      </p:sp>
      <p:sp>
        <p:nvSpPr>
          <p:cNvPr id="3" name="Subtítulo 2">
            <a:extLst>
              <a:ext uri="{FF2B5EF4-FFF2-40B4-BE49-F238E27FC236}">
                <a16:creationId xmlns:a16="http://schemas.microsoft.com/office/drawing/2014/main" id="{2BDC76B8-60F6-62D3-9F73-E81662203017}"/>
              </a:ext>
            </a:extLst>
          </p:cNvPr>
          <p:cNvSpPr>
            <a:spLocks noGrp="1"/>
          </p:cNvSpPr>
          <p:nvPr>
            <p:ph type="subTitle" idx="1"/>
          </p:nvPr>
        </p:nvSpPr>
        <p:spPr>
          <a:xfrm>
            <a:off x="3462963" y="4869030"/>
            <a:ext cx="7152030" cy="987254"/>
          </a:xfrm>
          <a:prstGeom prst="rect">
            <a:avLst/>
          </a:prstGeom>
        </p:spPr>
        <p:txBody>
          <a:bodyPr vert="horz" lIns="91440" tIns="45720" rIns="91440" bIns="45720" rtlCol="0" anchor="b">
            <a:normAutofit/>
          </a:bodyPr>
          <a:lstStyle>
            <a:lvl1pPr marL="0" indent="0">
              <a:buNone/>
              <a:defRPr lang="en-US" sz="2000" b="1" i="0" dirty="0">
                <a:solidFill>
                  <a:schemeClr val="bg1"/>
                </a:solidFill>
                <a:latin typeface="Arial" panose="020B0604020202020204" pitchFamily="34" charset="0"/>
                <a:cs typeface="Arial" panose="020B0604020202020204" pitchFamily="34" charset="0"/>
              </a:defRPr>
            </a:lvl1pPr>
          </a:lstStyle>
          <a:p>
            <a:pPr lvl="0" rtl="0"/>
            <a:r>
              <a:rPr lang="pt-br"/>
              <a:t>Clique para editar o estilo de subtítulo Mestre</a:t>
            </a:r>
            <a:endParaRPr lang="en-US" dirty="0"/>
          </a:p>
        </p:txBody>
      </p:sp>
      <p:sp>
        <p:nvSpPr>
          <p:cNvPr id="5" name="Espaço Reservado para Rodapé 4">
            <a:extLst>
              <a:ext uri="{FF2B5EF4-FFF2-40B4-BE49-F238E27FC236}">
                <a16:creationId xmlns:a16="http://schemas.microsoft.com/office/drawing/2014/main" id="{5B407A58-3351-E479-1A0C-2FF49FA42707}"/>
              </a:ext>
            </a:extLst>
          </p:cNvPr>
          <p:cNvSpPr>
            <a:spLocks noGrp="1"/>
          </p:cNvSpPr>
          <p:nvPr>
            <p:ph type="ftr" sz="quarter" idx="11"/>
          </p:nvPr>
        </p:nvSpPr>
        <p:spPr>
          <a:xfrm>
            <a:off x="533400" y="6492240"/>
            <a:ext cx="8582023" cy="365760"/>
          </a:xfrm>
          <a:prstGeom prst="rect">
            <a:avLst/>
          </a:prstGeom>
        </p:spPr>
        <p:txBody>
          <a:bodyPr rtlCol="0"/>
          <a:lstStyle>
            <a:lvl1pPr>
              <a:defRPr>
                <a:solidFill>
                  <a:schemeClr val="bg1"/>
                </a:solidFill>
              </a:defRPr>
            </a:lvl1pPr>
          </a:lstStyle>
          <a:p>
            <a:pPr rtl="0"/>
            <a:r>
              <a:rPr lang="pt-br"/>
              <a:t>Título da apresentação</a:t>
            </a:r>
            <a:endParaRPr lang="en-US" dirty="0"/>
          </a:p>
        </p:txBody>
      </p:sp>
      <p:sp>
        <p:nvSpPr>
          <p:cNvPr id="4" name="Espaço Reservado para Data 3">
            <a:extLst>
              <a:ext uri="{FF2B5EF4-FFF2-40B4-BE49-F238E27FC236}">
                <a16:creationId xmlns:a16="http://schemas.microsoft.com/office/drawing/2014/main" id="{EAE2DAFA-435E-AAF9-8B67-495E5AFDCD91}"/>
              </a:ext>
            </a:extLst>
          </p:cNvPr>
          <p:cNvSpPr>
            <a:spLocks noGrp="1"/>
          </p:cNvSpPr>
          <p:nvPr>
            <p:ph type="dt" sz="half" idx="10"/>
          </p:nvPr>
        </p:nvSpPr>
        <p:spPr>
          <a:xfrm>
            <a:off x="9110041" y="6477000"/>
            <a:ext cx="1885955" cy="381000"/>
          </a:xfrm>
          <a:prstGeom prst="rect">
            <a:avLst/>
          </a:prstGeom>
        </p:spPr>
        <p:txBody>
          <a:bodyPr rtlCol="0"/>
          <a:lstStyle>
            <a:lvl1pPr>
              <a:defRPr>
                <a:solidFill>
                  <a:schemeClr val="bg1"/>
                </a:solidFill>
              </a:defRPr>
            </a:lvl1pPr>
          </a:lstStyle>
          <a:p>
            <a:pPr rtl="0"/>
            <a:r>
              <a:rPr lang="en-US"/>
              <a:t>17/09/2025</a:t>
            </a:r>
          </a:p>
        </p:txBody>
      </p:sp>
      <p:sp>
        <p:nvSpPr>
          <p:cNvPr id="6" name="Espaço Reservado para o Número do Slide 5">
            <a:extLst>
              <a:ext uri="{FF2B5EF4-FFF2-40B4-BE49-F238E27FC236}">
                <a16:creationId xmlns:a16="http://schemas.microsoft.com/office/drawing/2014/main" id="{81789E10-2433-2ECB-9C92-571B583A4CF1}"/>
              </a:ext>
            </a:extLst>
          </p:cNvPr>
          <p:cNvSpPr>
            <a:spLocks noGrp="1"/>
          </p:cNvSpPr>
          <p:nvPr>
            <p:ph type="sldNum" sz="quarter" idx="12"/>
          </p:nvPr>
        </p:nvSpPr>
        <p:spPr>
          <a:xfrm>
            <a:off x="11001378" y="6492240"/>
            <a:ext cx="657221" cy="365761"/>
          </a:xfrm>
          <a:prstGeom prst="rect">
            <a:avLst/>
          </a:prstGeom>
        </p:spPr>
        <p:txBody>
          <a:bodyPr rtlCol="0"/>
          <a:lstStyle>
            <a:lvl1pPr>
              <a:defRPr>
                <a:solidFill>
                  <a:schemeClr val="bg1"/>
                </a:solidFill>
              </a:defRPr>
            </a:lvl1pPr>
          </a:lstStyle>
          <a:p>
            <a:pPr rtl="0"/>
            <a:fld id="{AEAA3239-9EA4-4A65-A281-97F994456D9F}" type="slidenum">
              <a:rPr lang="en-US" smtClean="0"/>
              <a:pPr/>
              <a:t>‹#›</a:t>
            </a:fld>
            <a:endParaRPr lang="en-US"/>
          </a:p>
        </p:txBody>
      </p:sp>
      <p:sp>
        <p:nvSpPr>
          <p:cNvPr id="7" name="Retângulo 6">
            <a:extLst>
              <a:ext uri="{FF2B5EF4-FFF2-40B4-BE49-F238E27FC236}">
                <a16:creationId xmlns:a16="http://schemas.microsoft.com/office/drawing/2014/main" id="{6631FF2A-9DA0-DC5C-0C53-91FDE15093DD}"/>
              </a:ext>
            </a:extLst>
          </p:cNvPr>
          <p:cNvSpPr/>
          <p:nvPr userDrawn="1"/>
        </p:nvSpPr>
        <p:spPr>
          <a:xfrm>
            <a:off x="9110040" y="6155911"/>
            <a:ext cx="3081959" cy="64008"/>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8" name="Retângulo 7">
            <a:extLst>
              <a:ext uri="{FF2B5EF4-FFF2-40B4-BE49-F238E27FC236}">
                <a16:creationId xmlns:a16="http://schemas.microsoft.com/office/drawing/2014/main" id="{BCA4208E-B529-0934-86E0-24278D43C68A}"/>
              </a:ext>
            </a:extLst>
          </p:cNvPr>
          <p:cNvSpPr/>
          <p:nvPr userDrawn="1"/>
        </p:nvSpPr>
        <p:spPr>
          <a:xfrm>
            <a:off x="3467745" y="6155911"/>
            <a:ext cx="5642289" cy="640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3232657948"/>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údo">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433D9-FD02-59E2-0F81-A0B7201D2DA0}"/>
              </a:ext>
            </a:extLst>
          </p:cNvPr>
          <p:cNvSpPr>
            <a:spLocks noGrp="1"/>
          </p:cNvSpPr>
          <p:nvPr>
            <p:ph type="title"/>
          </p:nvPr>
        </p:nvSpPr>
        <p:spPr>
          <a:xfrm>
            <a:off x="533398" y="1016955"/>
            <a:ext cx="11125201" cy="746759"/>
          </a:xfrm>
          <a:prstGeom prst="rect">
            <a:avLst/>
          </a:prstGeom>
        </p:spPr>
        <p:txBody>
          <a:bodyPr rtlCol="0" anchor="t">
            <a:normAutofit/>
          </a:bodyPr>
          <a:lstStyle>
            <a:lvl1pPr>
              <a:defRPr sz="3600" cap="all" baseline="0"/>
            </a:lvl1pPr>
          </a:lstStyle>
          <a:p>
            <a:pPr rtl="0"/>
            <a:r>
              <a:rPr lang="pt-br"/>
              <a:t>Clique para editar o estilo de título Mestre</a:t>
            </a:r>
          </a:p>
        </p:txBody>
      </p:sp>
      <p:sp>
        <p:nvSpPr>
          <p:cNvPr id="3" name="Espaço Reservado para Conteúdo 2">
            <a:extLst>
              <a:ext uri="{FF2B5EF4-FFF2-40B4-BE49-F238E27FC236}">
                <a16:creationId xmlns:a16="http://schemas.microsoft.com/office/drawing/2014/main" id="{6C2DD052-3E45-E789-01F8-33250024ECBD}"/>
              </a:ext>
            </a:extLst>
          </p:cNvPr>
          <p:cNvSpPr>
            <a:spLocks noGrp="1"/>
          </p:cNvSpPr>
          <p:nvPr>
            <p:ph idx="1"/>
          </p:nvPr>
        </p:nvSpPr>
        <p:spPr>
          <a:xfrm>
            <a:off x="533398" y="1748474"/>
            <a:ext cx="11125202" cy="4728524"/>
          </a:xfrm>
          <a:prstGeom prst="rect">
            <a:avLst/>
          </a:prstGeom>
        </p:spPr>
        <p:txBody>
          <a:bodyPr rtlCol="0"/>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7" name="Retângulo 6">
            <a:extLst>
              <a:ext uri="{FF2B5EF4-FFF2-40B4-BE49-F238E27FC236}">
                <a16:creationId xmlns:a16="http://schemas.microsoft.com/office/drawing/2014/main" id="{E5526932-58BC-3B05-A619-8FE2BA7973DD}"/>
              </a:ext>
            </a:extLst>
          </p:cNvPr>
          <p:cNvSpPr/>
          <p:nvPr userDrawn="1"/>
        </p:nvSpPr>
        <p:spPr>
          <a:xfrm>
            <a:off x="634030" y="565606"/>
            <a:ext cx="11557968" cy="6400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9" name="Espaço Reservado para Rodapé 8">
            <a:extLst>
              <a:ext uri="{FF2B5EF4-FFF2-40B4-BE49-F238E27FC236}">
                <a16:creationId xmlns:a16="http://schemas.microsoft.com/office/drawing/2014/main" id="{E4751EC6-9764-CDDF-E8BC-793AD483E0A9}"/>
              </a:ext>
            </a:extLst>
          </p:cNvPr>
          <p:cNvSpPr>
            <a:spLocks noGrp="1"/>
          </p:cNvSpPr>
          <p:nvPr>
            <p:ph type="ftr" sz="quarter" idx="11"/>
          </p:nvPr>
        </p:nvSpPr>
        <p:spPr/>
        <p:txBody>
          <a:bodyPr rtlCol="0"/>
          <a:lstStyle/>
          <a:p>
            <a:pPr rtl="0"/>
            <a:r>
              <a:rPr lang="pt-br"/>
              <a:t>Título da apresentação</a:t>
            </a:r>
            <a:endParaRPr lang="en-US" dirty="0"/>
          </a:p>
        </p:txBody>
      </p:sp>
      <p:sp>
        <p:nvSpPr>
          <p:cNvPr id="8" name="Espaço Reservado para Data 7">
            <a:extLst>
              <a:ext uri="{FF2B5EF4-FFF2-40B4-BE49-F238E27FC236}">
                <a16:creationId xmlns:a16="http://schemas.microsoft.com/office/drawing/2014/main" id="{DA395EC9-5212-9F09-E9FA-0AB62AFB6D99}"/>
              </a:ext>
            </a:extLst>
          </p:cNvPr>
          <p:cNvSpPr>
            <a:spLocks noGrp="1"/>
          </p:cNvSpPr>
          <p:nvPr>
            <p:ph type="dt" sz="half" idx="10"/>
          </p:nvPr>
        </p:nvSpPr>
        <p:spPr/>
        <p:txBody>
          <a:bodyPr rtlCol="0"/>
          <a:lstStyle/>
          <a:p>
            <a:pPr rtl="0"/>
            <a:r>
              <a:rPr lang="en-US"/>
              <a:t>17/09/2025</a:t>
            </a:r>
            <a:endParaRPr lang="en-US" dirty="0"/>
          </a:p>
        </p:txBody>
      </p:sp>
      <p:sp>
        <p:nvSpPr>
          <p:cNvPr id="10" name="Espaço Reservado para o Número do Slide 9">
            <a:extLst>
              <a:ext uri="{FF2B5EF4-FFF2-40B4-BE49-F238E27FC236}">
                <a16:creationId xmlns:a16="http://schemas.microsoft.com/office/drawing/2014/main" id="{286E48EB-E81D-8C6A-DBE6-738017E5A734}"/>
              </a:ext>
            </a:extLst>
          </p:cNvPr>
          <p:cNvSpPr>
            <a:spLocks noGrp="1"/>
          </p:cNvSpPr>
          <p:nvPr>
            <p:ph type="sldNum" sz="quarter" idx="12"/>
          </p:nvPr>
        </p:nvSpPr>
        <p:spPr/>
        <p:txBody>
          <a:bodyPr rtlCol="0"/>
          <a:lstStyle/>
          <a:p>
            <a:pPr rtl="0"/>
            <a:fld id="{AEAA3239-9EA4-4A65-A281-97F994456D9F}" type="slidenum">
              <a:rPr lang="en-US" smtClean="0"/>
              <a:pPr/>
              <a:t>‹#›</a:t>
            </a:fld>
            <a:endParaRPr lang="en-US" dirty="0"/>
          </a:p>
        </p:txBody>
      </p:sp>
    </p:spTree>
    <p:extLst>
      <p:ext uri="{BB962C8B-B14F-4D97-AF65-F5344CB8AC3E}">
        <p14:creationId xmlns:p14="http://schemas.microsoft.com/office/powerpoint/2010/main" val="19680990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ítulo 2">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4336E9A-8E96-CD8C-7598-F87632CD81CF}"/>
              </a:ext>
            </a:extLst>
          </p:cNvPr>
          <p:cNvSpPr>
            <a:spLocks noGrp="1"/>
          </p:cNvSpPr>
          <p:nvPr>
            <p:ph type="ctrTitle"/>
          </p:nvPr>
        </p:nvSpPr>
        <p:spPr>
          <a:xfrm>
            <a:off x="533399" y="1016955"/>
            <a:ext cx="10081590" cy="4107810"/>
          </a:xfrm>
          <a:prstGeom prst="rect">
            <a:avLst/>
          </a:prstGeom>
        </p:spPr>
        <p:txBody>
          <a:bodyPr vert="horz" lIns="91440" tIns="45720" rIns="91440" bIns="45720" rtlCol="0" anchor="t">
            <a:normAutofit/>
          </a:bodyPr>
          <a:lstStyle>
            <a:lvl1pPr>
              <a:defRPr lang="en-US" sz="7200" cap="all" baseline="0" dirty="0"/>
            </a:lvl1pPr>
          </a:lstStyle>
          <a:p>
            <a:pPr lvl="0" rtl="0"/>
            <a:r>
              <a:rPr lang="pt-br"/>
              <a:t>Clique para editar o estilo de título Mestre</a:t>
            </a:r>
          </a:p>
        </p:txBody>
      </p:sp>
      <p:sp>
        <p:nvSpPr>
          <p:cNvPr id="7" name="Subtítulo 2">
            <a:extLst>
              <a:ext uri="{FF2B5EF4-FFF2-40B4-BE49-F238E27FC236}">
                <a16:creationId xmlns:a16="http://schemas.microsoft.com/office/drawing/2014/main" id="{2930CEB7-507A-2133-3BE2-B0991FE7D41C}"/>
              </a:ext>
            </a:extLst>
          </p:cNvPr>
          <p:cNvSpPr>
            <a:spLocks noGrp="1"/>
          </p:cNvSpPr>
          <p:nvPr>
            <p:ph type="subTitle" idx="1"/>
          </p:nvPr>
        </p:nvSpPr>
        <p:spPr>
          <a:xfrm>
            <a:off x="533400" y="5512106"/>
            <a:ext cx="8077200" cy="799533"/>
          </a:xfrm>
          <a:prstGeom prst="rect">
            <a:avLst/>
          </a:prstGeom>
        </p:spPr>
        <p:txBody>
          <a:bodyPr vert="horz" lIns="91440" tIns="45720" rIns="91440" bIns="45720" rtlCol="0" anchor="b">
            <a:normAutofit/>
          </a:bodyPr>
          <a:lstStyle>
            <a:lvl1pPr marL="0" indent="0">
              <a:buNone/>
              <a:defRPr lang="en-US" sz="2000" b="1" i="0" dirty="0">
                <a:latin typeface="Arial" panose="020B0604020202020204" pitchFamily="34" charset="0"/>
                <a:cs typeface="Arial" panose="020B0604020202020204" pitchFamily="34" charset="0"/>
              </a:defRPr>
            </a:lvl1pPr>
          </a:lstStyle>
          <a:p>
            <a:pPr lvl="0" rtl="0"/>
            <a:r>
              <a:rPr lang="pt-br"/>
              <a:t>Clique para editar o estilo de subtítulo Mestre</a:t>
            </a:r>
            <a:endParaRPr lang="en-US" dirty="0"/>
          </a:p>
        </p:txBody>
      </p:sp>
      <p:sp>
        <p:nvSpPr>
          <p:cNvPr id="5" name="Espaço Reservado para Rodapé 4">
            <a:extLst>
              <a:ext uri="{FF2B5EF4-FFF2-40B4-BE49-F238E27FC236}">
                <a16:creationId xmlns:a16="http://schemas.microsoft.com/office/drawing/2014/main" id="{5B407A58-3351-E479-1A0C-2FF49FA42707}"/>
              </a:ext>
            </a:extLst>
          </p:cNvPr>
          <p:cNvSpPr>
            <a:spLocks noGrp="1"/>
          </p:cNvSpPr>
          <p:nvPr>
            <p:ph type="ftr" sz="quarter" idx="11"/>
          </p:nvPr>
        </p:nvSpPr>
        <p:spPr>
          <a:xfrm>
            <a:off x="533400" y="6492241"/>
            <a:ext cx="8582024" cy="365760"/>
          </a:xfrm>
          <a:prstGeom prst="rect">
            <a:avLst/>
          </a:prstGeom>
        </p:spPr>
        <p:txBody>
          <a:bodyPr rtlCol="0"/>
          <a:lstStyle/>
          <a:p>
            <a:pPr rtl="0"/>
            <a:r>
              <a:rPr lang="pt-br"/>
              <a:t>Título da apresentação</a:t>
            </a:r>
            <a:endParaRPr lang="en-US" dirty="0"/>
          </a:p>
        </p:txBody>
      </p:sp>
      <p:sp>
        <p:nvSpPr>
          <p:cNvPr id="4" name="Espaço Reservado para Data 3">
            <a:extLst>
              <a:ext uri="{FF2B5EF4-FFF2-40B4-BE49-F238E27FC236}">
                <a16:creationId xmlns:a16="http://schemas.microsoft.com/office/drawing/2014/main" id="{EAE2DAFA-435E-AAF9-8B67-495E5AFDCD91}"/>
              </a:ext>
            </a:extLst>
          </p:cNvPr>
          <p:cNvSpPr>
            <a:spLocks noGrp="1"/>
          </p:cNvSpPr>
          <p:nvPr>
            <p:ph type="dt" sz="half" idx="10"/>
          </p:nvPr>
        </p:nvSpPr>
        <p:spPr>
          <a:xfrm>
            <a:off x="9110038" y="6492240"/>
            <a:ext cx="1885950" cy="365760"/>
          </a:xfrm>
          <a:prstGeom prst="rect">
            <a:avLst/>
          </a:prstGeom>
        </p:spPr>
        <p:txBody>
          <a:bodyPr rtlCol="0"/>
          <a:lstStyle/>
          <a:p>
            <a:pPr rtl="0"/>
            <a:r>
              <a:rPr lang="en-US"/>
              <a:t>17/09/2025</a:t>
            </a:r>
            <a:endParaRPr lang="en-US" dirty="0"/>
          </a:p>
        </p:txBody>
      </p:sp>
      <p:sp>
        <p:nvSpPr>
          <p:cNvPr id="6" name="Espaço Reservado para o Número do Slide 5">
            <a:extLst>
              <a:ext uri="{FF2B5EF4-FFF2-40B4-BE49-F238E27FC236}">
                <a16:creationId xmlns:a16="http://schemas.microsoft.com/office/drawing/2014/main" id="{81789E10-2433-2ECB-9C92-571B583A4CF1}"/>
              </a:ext>
            </a:extLst>
          </p:cNvPr>
          <p:cNvSpPr>
            <a:spLocks noGrp="1"/>
          </p:cNvSpPr>
          <p:nvPr>
            <p:ph type="sldNum" sz="quarter" idx="12"/>
          </p:nvPr>
        </p:nvSpPr>
        <p:spPr>
          <a:xfrm>
            <a:off x="11001379" y="6492241"/>
            <a:ext cx="657222" cy="365760"/>
          </a:xfrm>
          <a:prstGeom prst="rect">
            <a:avLst/>
          </a:prstGeom>
        </p:spPr>
        <p:txBody>
          <a:bodyPr rtlCol="0"/>
          <a:lstStyle/>
          <a:p>
            <a:pPr rtl="0"/>
            <a:fld id="{AEAA3239-9EA4-4A65-A281-97F994456D9F}" type="slidenum">
              <a:rPr lang="en-US" smtClean="0"/>
              <a:t>‹#›</a:t>
            </a:fld>
            <a:endParaRPr lang="en-US" dirty="0"/>
          </a:p>
        </p:txBody>
      </p:sp>
      <p:sp>
        <p:nvSpPr>
          <p:cNvPr id="33" name="Retângulo 32">
            <a:extLst>
              <a:ext uri="{FF2B5EF4-FFF2-40B4-BE49-F238E27FC236}">
                <a16:creationId xmlns:a16="http://schemas.microsoft.com/office/drawing/2014/main" id="{53165057-EFFF-A71A-8F8B-BE52F9862DDA}"/>
              </a:ext>
            </a:extLst>
          </p:cNvPr>
          <p:cNvSpPr/>
          <p:nvPr userDrawn="1"/>
        </p:nvSpPr>
        <p:spPr>
          <a:xfrm>
            <a:off x="634030" y="565606"/>
            <a:ext cx="11557970" cy="6400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1166281312"/>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ítulo 3">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9" name="Título 8">
            <a:extLst>
              <a:ext uri="{FF2B5EF4-FFF2-40B4-BE49-F238E27FC236}">
                <a16:creationId xmlns:a16="http://schemas.microsoft.com/office/drawing/2014/main" id="{0D84BC10-B3F5-D240-EE9E-FD483EA0C28D}"/>
              </a:ext>
            </a:extLst>
          </p:cNvPr>
          <p:cNvSpPr>
            <a:spLocks noGrp="1"/>
          </p:cNvSpPr>
          <p:nvPr>
            <p:ph type="title"/>
          </p:nvPr>
        </p:nvSpPr>
        <p:spPr>
          <a:xfrm>
            <a:off x="3462963" y="2971799"/>
            <a:ext cx="8229600" cy="3414423"/>
          </a:xfrm>
        </p:spPr>
        <p:txBody>
          <a:bodyPr rtlCol="0" anchor="b">
            <a:normAutofit/>
          </a:bodyPr>
          <a:lstStyle>
            <a:lvl1pPr>
              <a:defRPr sz="7200" cap="all" baseline="0"/>
            </a:lvl1pPr>
          </a:lstStyle>
          <a:p>
            <a:pPr rtl="0"/>
            <a:r>
              <a:rPr lang="pt-br"/>
              <a:t>Clique para editar o estilo de título Mestre</a:t>
            </a:r>
          </a:p>
        </p:txBody>
      </p:sp>
      <p:sp>
        <p:nvSpPr>
          <p:cNvPr id="12" name="Subtítulo 2">
            <a:extLst>
              <a:ext uri="{FF2B5EF4-FFF2-40B4-BE49-F238E27FC236}">
                <a16:creationId xmlns:a16="http://schemas.microsoft.com/office/drawing/2014/main" id="{6DDFAAAD-A24C-B422-BCF6-2575C836C476}"/>
              </a:ext>
            </a:extLst>
          </p:cNvPr>
          <p:cNvSpPr>
            <a:spLocks noGrp="1"/>
          </p:cNvSpPr>
          <p:nvPr>
            <p:ph type="subTitle" idx="1"/>
          </p:nvPr>
        </p:nvSpPr>
        <p:spPr>
          <a:xfrm>
            <a:off x="533400" y="1016955"/>
            <a:ext cx="7924797" cy="1128714"/>
          </a:xfrm>
          <a:prstGeom prst="rect">
            <a:avLst/>
          </a:prstGeom>
        </p:spPr>
        <p:txBody>
          <a:bodyPr vert="horz" lIns="91440" tIns="45720" rIns="91440" bIns="45720" rtlCol="0" anchor="t">
            <a:normAutofit/>
          </a:bodyPr>
          <a:lstStyle>
            <a:lvl1pPr marL="0" indent="0">
              <a:buNone/>
              <a:defRPr lang="en-US" sz="2000" b="1" i="0" dirty="0">
                <a:latin typeface="Arial" panose="020B0604020202020204" pitchFamily="34" charset="0"/>
                <a:cs typeface="Arial" panose="020B0604020202020204" pitchFamily="34" charset="0"/>
              </a:defRPr>
            </a:lvl1pPr>
          </a:lstStyle>
          <a:p>
            <a:pPr lvl="0" rtl="0"/>
            <a:r>
              <a:rPr lang="pt-br"/>
              <a:t>Clique para editar o estilo de subtítulo Mestre</a:t>
            </a:r>
          </a:p>
        </p:txBody>
      </p:sp>
      <p:sp>
        <p:nvSpPr>
          <p:cNvPr id="5" name="Espaço Reservado para Rodapé 4">
            <a:extLst>
              <a:ext uri="{FF2B5EF4-FFF2-40B4-BE49-F238E27FC236}">
                <a16:creationId xmlns:a16="http://schemas.microsoft.com/office/drawing/2014/main" id="{5B407A58-3351-E479-1A0C-2FF49FA42707}"/>
              </a:ext>
            </a:extLst>
          </p:cNvPr>
          <p:cNvSpPr>
            <a:spLocks noGrp="1"/>
          </p:cNvSpPr>
          <p:nvPr>
            <p:ph type="ftr" sz="quarter" idx="11"/>
          </p:nvPr>
        </p:nvSpPr>
        <p:spPr>
          <a:xfrm>
            <a:off x="533400" y="6477000"/>
            <a:ext cx="8576636" cy="381001"/>
          </a:xfrm>
          <a:prstGeom prst="rect">
            <a:avLst/>
          </a:prstGeom>
        </p:spPr>
        <p:txBody>
          <a:bodyPr rtlCol="0"/>
          <a:lstStyle/>
          <a:p>
            <a:pPr rtl="0"/>
            <a:r>
              <a:rPr lang="pt-br"/>
              <a:t>Título da apresentação</a:t>
            </a:r>
            <a:endParaRPr lang="en-US" dirty="0"/>
          </a:p>
        </p:txBody>
      </p:sp>
      <p:sp>
        <p:nvSpPr>
          <p:cNvPr id="4" name="Espaço Reservado para Data 3">
            <a:extLst>
              <a:ext uri="{FF2B5EF4-FFF2-40B4-BE49-F238E27FC236}">
                <a16:creationId xmlns:a16="http://schemas.microsoft.com/office/drawing/2014/main" id="{EAE2DAFA-435E-AAF9-8B67-495E5AFDCD91}"/>
              </a:ext>
            </a:extLst>
          </p:cNvPr>
          <p:cNvSpPr>
            <a:spLocks noGrp="1"/>
          </p:cNvSpPr>
          <p:nvPr>
            <p:ph type="dt" sz="half" idx="10"/>
          </p:nvPr>
        </p:nvSpPr>
        <p:spPr>
          <a:xfrm>
            <a:off x="9110025" y="6476999"/>
            <a:ext cx="1885957" cy="381001"/>
          </a:xfrm>
          <a:prstGeom prst="rect">
            <a:avLst/>
          </a:prstGeom>
        </p:spPr>
        <p:txBody>
          <a:bodyPr rtlCol="0"/>
          <a:lstStyle/>
          <a:p>
            <a:pPr rtl="0"/>
            <a:r>
              <a:rPr lang="en-US"/>
              <a:t>17/09/2025</a:t>
            </a:r>
            <a:endParaRPr lang="en-US" dirty="0"/>
          </a:p>
        </p:txBody>
      </p:sp>
      <p:sp>
        <p:nvSpPr>
          <p:cNvPr id="6" name="Espaço Reservado para o Número do Slide 5">
            <a:extLst>
              <a:ext uri="{FF2B5EF4-FFF2-40B4-BE49-F238E27FC236}">
                <a16:creationId xmlns:a16="http://schemas.microsoft.com/office/drawing/2014/main" id="{81789E10-2433-2ECB-9C92-571B583A4CF1}"/>
              </a:ext>
            </a:extLst>
          </p:cNvPr>
          <p:cNvSpPr>
            <a:spLocks noGrp="1"/>
          </p:cNvSpPr>
          <p:nvPr>
            <p:ph type="sldNum" sz="quarter" idx="12"/>
          </p:nvPr>
        </p:nvSpPr>
        <p:spPr>
          <a:xfrm>
            <a:off x="11001374" y="6477000"/>
            <a:ext cx="657226" cy="381001"/>
          </a:xfrm>
          <a:prstGeom prst="rect">
            <a:avLst/>
          </a:prstGeom>
        </p:spPr>
        <p:txBody>
          <a:bodyPr rtlCol="0"/>
          <a:lstStyle/>
          <a:p>
            <a:pPr rtl="0"/>
            <a:fld id="{AEAA3239-9EA4-4A65-A281-97F994456D9F}" type="slidenum">
              <a:rPr lang="en-US" smtClean="0"/>
              <a:t>‹#›</a:t>
            </a:fld>
            <a:endParaRPr lang="en-US" dirty="0"/>
          </a:p>
        </p:txBody>
      </p:sp>
      <p:sp>
        <p:nvSpPr>
          <p:cNvPr id="7" name="Retângulo 6">
            <a:extLst>
              <a:ext uri="{FF2B5EF4-FFF2-40B4-BE49-F238E27FC236}">
                <a16:creationId xmlns:a16="http://schemas.microsoft.com/office/drawing/2014/main" id="{7D5DF1A9-E718-252B-7EF1-E97806A4003A}"/>
              </a:ext>
            </a:extLst>
          </p:cNvPr>
          <p:cNvSpPr/>
          <p:nvPr userDrawn="1"/>
        </p:nvSpPr>
        <p:spPr>
          <a:xfrm>
            <a:off x="634034" y="568300"/>
            <a:ext cx="11557965" cy="640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1740840352"/>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ítulo com Imagem">
    <p:bg>
      <p:bgRef idx="1001">
        <a:schemeClr val="bg2"/>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4336E9A-8E96-CD8C-7598-F87632CD81CF}"/>
              </a:ext>
            </a:extLst>
          </p:cNvPr>
          <p:cNvSpPr>
            <a:spLocks noGrp="1"/>
          </p:cNvSpPr>
          <p:nvPr>
            <p:ph type="ctrTitle"/>
          </p:nvPr>
        </p:nvSpPr>
        <p:spPr>
          <a:xfrm>
            <a:off x="533400" y="4572000"/>
            <a:ext cx="11125201" cy="1112520"/>
          </a:xfrm>
          <a:prstGeom prst="rect">
            <a:avLst/>
          </a:prstGeom>
        </p:spPr>
        <p:txBody>
          <a:bodyPr vert="horz" lIns="91440" tIns="45720" rIns="91440" bIns="45720" rtlCol="0" anchor="b">
            <a:noAutofit/>
          </a:bodyPr>
          <a:lstStyle>
            <a:lvl1pPr>
              <a:defRPr lang="en-US" sz="7200" cap="all" baseline="0" dirty="0">
                <a:solidFill>
                  <a:schemeClr val="tx1"/>
                </a:solidFill>
              </a:defRPr>
            </a:lvl1pPr>
          </a:lstStyle>
          <a:p>
            <a:pPr lvl="0" rtl="0"/>
            <a:r>
              <a:rPr lang="pt-br"/>
              <a:t>Clique para editar o estilo de título Mestre</a:t>
            </a:r>
          </a:p>
        </p:txBody>
      </p:sp>
      <p:sp>
        <p:nvSpPr>
          <p:cNvPr id="3" name="Subtítulo 2">
            <a:extLst>
              <a:ext uri="{FF2B5EF4-FFF2-40B4-BE49-F238E27FC236}">
                <a16:creationId xmlns:a16="http://schemas.microsoft.com/office/drawing/2014/main" id="{2BDC76B8-60F6-62D3-9F73-E81662203017}"/>
              </a:ext>
            </a:extLst>
          </p:cNvPr>
          <p:cNvSpPr>
            <a:spLocks noGrp="1"/>
          </p:cNvSpPr>
          <p:nvPr>
            <p:ph type="subTitle" idx="1"/>
          </p:nvPr>
        </p:nvSpPr>
        <p:spPr>
          <a:xfrm>
            <a:off x="533400" y="5715000"/>
            <a:ext cx="11125201" cy="533400"/>
          </a:xfrm>
          <a:prstGeom prst="rect">
            <a:avLst/>
          </a:prstGeom>
        </p:spPr>
        <p:txBody>
          <a:bodyPr vert="horz" lIns="91440" tIns="45720" rIns="91440" bIns="45720" rtlCol="0" anchor="t">
            <a:normAutofit/>
          </a:bodyPr>
          <a:lstStyle>
            <a:lvl1pPr marL="0" indent="0">
              <a:buNone/>
              <a:defRPr lang="en-US" sz="2000" b="1" i="0" dirty="0">
                <a:latin typeface="Arial" panose="020B0604020202020204" pitchFamily="34" charset="0"/>
                <a:cs typeface="Arial" panose="020B0604020202020204" pitchFamily="34" charset="0"/>
              </a:defRPr>
            </a:lvl1pPr>
          </a:lstStyle>
          <a:p>
            <a:pPr lvl="0" rtl="0"/>
            <a:r>
              <a:rPr lang="pt-br"/>
              <a:t>Clique para editar o estilo de subtítulo Mestre</a:t>
            </a:r>
            <a:endParaRPr lang="en-US" dirty="0"/>
          </a:p>
        </p:txBody>
      </p:sp>
      <p:sp>
        <p:nvSpPr>
          <p:cNvPr id="11" name="Espaço Reservado para Imagem 10">
            <a:extLst>
              <a:ext uri="{FF2B5EF4-FFF2-40B4-BE49-F238E27FC236}">
                <a16:creationId xmlns:a16="http://schemas.microsoft.com/office/drawing/2014/main" id="{B24A208E-BD69-BB12-21B8-DA405B501FA8}"/>
              </a:ext>
            </a:extLst>
          </p:cNvPr>
          <p:cNvSpPr>
            <a:spLocks noGrp="1"/>
          </p:cNvSpPr>
          <p:nvPr>
            <p:ph type="pic" sz="quarter" idx="13" hasCustomPrompt="1"/>
          </p:nvPr>
        </p:nvSpPr>
        <p:spPr>
          <a:xfrm>
            <a:off x="0" y="0"/>
            <a:ext cx="12191999" cy="3981764"/>
          </a:xfrm>
          <a:prstGeom prst="rect">
            <a:avLst/>
          </a:prstGeom>
          <a:blipFill dpi="0" rotWithShape="1">
            <a:blip r:embed="rId2">
              <a:alphaModFix amt="60000"/>
            </a:blip>
            <a:srcRect/>
            <a:stretch>
              <a:fillRect t="-419" b="-419"/>
            </a:stretch>
          </a:blipFill>
        </p:spPr>
        <p:txBody>
          <a:bodyPr rtlCol="0"/>
          <a:lstStyle>
            <a:lvl1pPr marL="0" indent="0">
              <a:buNone/>
              <a:defRPr/>
            </a:lvl1pPr>
          </a:lstStyle>
          <a:p>
            <a:pPr rtl="0"/>
            <a:r>
              <a:rPr lang="pt-br"/>
              <a:t> </a:t>
            </a:r>
          </a:p>
        </p:txBody>
      </p:sp>
      <p:sp>
        <p:nvSpPr>
          <p:cNvPr id="8" name="Espaço Reservado para Rodapé 7">
            <a:extLst>
              <a:ext uri="{FF2B5EF4-FFF2-40B4-BE49-F238E27FC236}">
                <a16:creationId xmlns:a16="http://schemas.microsoft.com/office/drawing/2014/main" id="{1B5B8C48-05E9-5280-3F6A-22F8BCBB477E}"/>
              </a:ext>
            </a:extLst>
          </p:cNvPr>
          <p:cNvSpPr>
            <a:spLocks noGrp="1"/>
          </p:cNvSpPr>
          <p:nvPr>
            <p:ph type="ftr" sz="quarter" idx="15"/>
          </p:nvPr>
        </p:nvSpPr>
        <p:spPr>
          <a:xfrm>
            <a:off x="533399" y="6477000"/>
            <a:ext cx="8576637" cy="381001"/>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7" name="Espaço Reservado para Data 6">
            <a:extLst>
              <a:ext uri="{FF2B5EF4-FFF2-40B4-BE49-F238E27FC236}">
                <a16:creationId xmlns:a16="http://schemas.microsoft.com/office/drawing/2014/main" id="{1AA6C9C7-A264-237A-7F3C-46E6A7A9646D}"/>
              </a:ext>
            </a:extLst>
          </p:cNvPr>
          <p:cNvSpPr>
            <a:spLocks noGrp="1"/>
          </p:cNvSpPr>
          <p:nvPr>
            <p:ph type="dt" sz="half" idx="14"/>
          </p:nvPr>
        </p:nvSpPr>
        <p:spPr>
          <a:xfrm>
            <a:off x="9110036" y="6476999"/>
            <a:ext cx="1880548" cy="381001"/>
          </a:xfrm>
          <a:prstGeom prst="rect">
            <a:avLst/>
          </a:prstGeom>
        </p:spPr>
        <p:txBody>
          <a:bodyPr rtlCol="0"/>
          <a:lstStyle>
            <a:lvl1pPr>
              <a:defRPr>
                <a:solidFill>
                  <a:schemeClr val="tx2"/>
                </a:solidFill>
              </a:defRPr>
            </a:lvl1pPr>
          </a:lstStyle>
          <a:p>
            <a:pPr rtl="0"/>
            <a:r>
              <a:rPr lang="en-US"/>
              <a:t>17/09/2025</a:t>
            </a:r>
            <a:endParaRPr lang="en-US" dirty="0"/>
          </a:p>
        </p:txBody>
      </p:sp>
      <p:sp>
        <p:nvSpPr>
          <p:cNvPr id="9" name="Espaço Reservado para o Número do Slide 8">
            <a:extLst>
              <a:ext uri="{FF2B5EF4-FFF2-40B4-BE49-F238E27FC236}">
                <a16:creationId xmlns:a16="http://schemas.microsoft.com/office/drawing/2014/main" id="{47BC820F-C031-6832-5CA0-B972903E0D5F}"/>
              </a:ext>
            </a:extLst>
          </p:cNvPr>
          <p:cNvSpPr>
            <a:spLocks noGrp="1"/>
          </p:cNvSpPr>
          <p:nvPr>
            <p:ph type="sldNum" sz="quarter" idx="16"/>
          </p:nvPr>
        </p:nvSpPr>
        <p:spPr>
          <a:xfrm>
            <a:off x="10995976" y="6477000"/>
            <a:ext cx="662624" cy="381001"/>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dirty="0"/>
          </a:p>
        </p:txBody>
      </p:sp>
    </p:spTree>
    <p:extLst>
      <p:ext uri="{BB962C8B-B14F-4D97-AF65-F5344CB8AC3E}">
        <p14:creationId xmlns:p14="http://schemas.microsoft.com/office/powerpoint/2010/main" val="378638517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ítulo com Imagem 2">
    <p:bg>
      <p:bgPr>
        <a:solidFill>
          <a:schemeClr val="bg1"/>
        </a:solidFill>
        <a:effectLst/>
      </p:bgPr>
    </p:bg>
    <p:spTree>
      <p:nvGrpSpPr>
        <p:cNvPr id="1" name=""/>
        <p:cNvGrpSpPr/>
        <p:nvPr/>
      </p:nvGrpSpPr>
      <p:grpSpPr>
        <a:xfrm>
          <a:off x="0" y="0"/>
          <a:ext cx="0" cy="0"/>
          <a:chOff x="0" y="0"/>
          <a:chExt cx="0" cy="0"/>
        </a:xfrm>
      </p:grpSpPr>
      <p:sp>
        <p:nvSpPr>
          <p:cNvPr id="67" name="Retângulo 66">
            <a:extLst>
              <a:ext uri="{FF2B5EF4-FFF2-40B4-BE49-F238E27FC236}">
                <a16:creationId xmlns:a16="http://schemas.microsoft.com/office/drawing/2014/main" id="{9C059A73-AC6C-7029-5CFB-0E0B30AD317B}"/>
              </a:ext>
            </a:extLst>
          </p:cNvPr>
          <p:cNvSpPr/>
          <p:nvPr/>
        </p:nvSpPr>
        <p:spPr>
          <a:xfrm>
            <a:off x="6843095" y="0"/>
            <a:ext cx="5348905"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2" name="Título 1">
            <a:extLst>
              <a:ext uri="{FF2B5EF4-FFF2-40B4-BE49-F238E27FC236}">
                <a16:creationId xmlns:a16="http://schemas.microsoft.com/office/drawing/2014/main" id="{E4336E9A-8E96-CD8C-7598-F87632CD81CF}"/>
              </a:ext>
            </a:extLst>
          </p:cNvPr>
          <p:cNvSpPr>
            <a:spLocks noGrp="1"/>
          </p:cNvSpPr>
          <p:nvPr>
            <p:ph type="ctrTitle"/>
          </p:nvPr>
        </p:nvSpPr>
        <p:spPr>
          <a:xfrm>
            <a:off x="7224093" y="1016955"/>
            <a:ext cx="4434507" cy="3726810"/>
          </a:xfrm>
          <a:prstGeom prst="rect">
            <a:avLst/>
          </a:prstGeom>
        </p:spPr>
        <p:txBody>
          <a:bodyPr vert="horz" lIns="91440" tIns="45720" rIns="91440" bIns="45720" rtlCol="0" anchor="b">
            <a:normAutofit/>
          </a:bodyPr>
          <a:lstStyle>
            <a:lvl1pPr>
              <a:defRPr lang="en-US" sz="5000" cap="all" baseline="0" dirty="0">
                <a:solidFill>
                  <a:schemeClr val="bg1"/>
                </a:solidFill>
              </a:defRPr>
            </a:lvl1pPr>
          </a:lstStyle>
          <a:p>
            <a:pPr lvl="0" rtl="0"/>
            <a:r>
              <a:rPr lang="pt-br"/>
              <a:t>Clique para editar o estilo de título Mestre</a:t>
            </a:r>
          </a:p>
        </p:txBody>
      </p:sp>
      <p:sp>
        <p:nvSpPr>
          <p:cNvPr id="3" name="Subtítulo 2">
            <a:extLst>
              <a:ext uri="{FF2B5EF4-FFF2-40B4-BE49-F238E27FC236}">
                <a16:creationId xmlns:a16="http://schemas.microsoft.com/office/drawing/2014/main" id="{2BDC76B8-60F6-62D3-9F73-E81662203017}"/>
              </a:ext>
            </a:extLst>
          </p:cNvPr>
          <p:cNvSpPr>
            <a:spLocks noGrp="1"/>
          </p:cNvSpPr>
          <p:nvPr>
            <p:ph type="subTitle" idx="1"/>
          </p:nvPr>
        </p:nvSpPr>
        <p:spPr>
          <a:xfrm>
            <a:off x="7231247" y="5157623"/>
            <a:ext cx="4434506" cy="1090777"/>
          </a:xfrm>
          <a:prstGeom prst="rect">
            <a:avLst/>
          </a:prstGeom>
        </p:spPr>
        <p:txBody>
          <a:bodyPr vert="horz" lIns="91440" tIns="45720" rIns="91440" bIns="45720" rtlCol="0" anchor="b">
            <a:normAutofit/>
          </a:bodyPr>
          <a:lstStyle>
            <a:lvl1pPr marL="0" indent="0">
              <a:buNone/>
              <a:defRPr lang="en-US" sz="2000" b="1" i="0" dirty="0">
                <a:solidFill>
                  <a:schemeClr val="bg1"/>
                </a:solidFill>
                <a:latin typeface="Arial" panose="020B0604020202020204" pitchFamily="34" charset="0"/>
                <a:cs typeface="Arial" panose="020B0604020202020204" pitchFamily="34" charset="0"/>
              </a:defRPr>
            </a:lvl1pPr>
          </a:lstStyle>
          <a:p>
            <a:pPr lvl="0" rtl="0"/>
            <a:r>
              <a:rPr lang="pt-br"/>
              <a:t>Clique para editar o estilo de subtítulo Mestre</a:t>
            </a:r>
            <a:endParaRPr lang="en-US" dirty="0"/>
          </a:p>
        </p:txBody>
      </p:sp>
      <p:sp>
        <p:nvSpPr>
          <p:cNvPr id="8" name="Espaço Reservado para Imagem 7">
            <a:extLst>
              <a:ext uri="{FF2B5EF4-FFF2-40B4-BE49-F238E27FC236}">
                <a16:creationId xmlns:a16="http://schemas.microsoft.com/office/drawing/2014/main" id="{46973B1C-74EE-7F51-CF89-E132D793F5B5}"/>
              </a:ext>
            </a:extLst>
          </p:cNvPr>
          <p:cNvSpPr>
            <a:spLocks noGrp="1"/>
          </p:cNvSpPr>
          <p:nvPr>
            <p:ph type="pic" sz="quarter" idx="14" hasCustomPrompt="1"/>
          </p:nvPr>
        </p:nvSpPr>
        <p:spPr>
          <a:xfrm>
            <a:off x="0" y="0"/>
            <a:ext cx="6843095" cy="6858000"/>
          </a:xfrm>
          <a:custGeom>
            <a:avLst/>
            <a:gdLst>
              <a:gd name="connsiteX0" fmla="*/ 0 w 6843095"/>
              <a:gd name="connsiteY0" fmla="*/ 629614 h 6858000"/>
              <a:gd name="connsiteX1" fmla="*/ 6843095 w 6843095"/>
              <a:gd name="connsiteY1" fmla="*/ 629614 h 6858000"/>
              <a:gd name="connsiteX2" fmla="*/ 6843095 w 6843095"/>
              <a:gd name="connsiteY2" fmla="*/ 6858000 h 6858000"/>
              <a:gd name="connsiteX3" fmla="*/ 0 w 6843095"/>
              <a:gd name="connsiteY3" fmla="*/ 6858000 h 6858000"/>
              <a:gd name="connsiteX4" fmla="*/ 0 w 6843095"/>
              <a:gd name="connsiteY4" fmla="*/ 0 h 6858000"/>
              <a:gd name="connsiteX5" fmla="*/ 6843095 w 6843095"/>
              <a:gd name="connsiteY5" fmla="*/ 0 h 6858000"/>
              <a:gd name="connsiteX6" fmla="*/ 6843095 w 6843095"/>
              <a:gd name="connsiteY6" fmla="*/ 565606 h 6858000"/>
              <a:gd name="connsiteX7" fmla="*/ 0 w 6843095"/>
              <a:gd name="connsiteY7" fmla="*/ 56560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843095" h="6858000">
                <a:moveTo>
                  <a:pt x="0" y="629614"/>
                </a:moveTo>
                <a:lnTo>
                  <a:pt x="6843095" y="629614"/>
                </a:lnTo>
                <a:lnTo>
                  <a:pt x="6843095" y="6858000"/>
                </a:lnTo>
                <a:lnTo>
                  <a:pt x="0" y="6858000"/>
                </a:lnTo>
                <a:close/>
                <a:moveTo>
                  <a:pt x="0" y="0"/>
                </a:moveTo>
                <a:lnTo>
                  <a:pt x="6843095" y="0"/>
                </a:lnTo>
                <a:lnTo>
                  <a:pt x="6843095" y="565606"/>
                </a:lnTo>
                <a:lnTo>
                  <a:pt x="0" y="565606"/>
                </a:lnTo>
                <a:close/>
              </a:path>
            </a:pathLst>
          </a:custGeom>
          <a:blipFill dpi="0" rotWithShape="1">
            <a:blip r:embed="rId2">
              <a:alphaModFix amt="60000"/>
            </a:blip>
            <a:srcRect/>
            <a:stretch>
              <a:fillRect/>
            </a:stretch>
          </a:blipFill>
        </p:spPr>
        <p:txBody>
          <a:bodyPr wrap="square" rtlCol="0">
            <a:noAutofit/>
          </a:bodyPr>
          <a:lstStyle>
            <a:lvl1pPr marL="0" indent="0">
              <a:buNone/>
              <a:defRPr/>
            </a:lvl1pPr>
          </a:lstStyle>
          <a:p>
            <a:pPr rtl="0"/>
            <a:r>
              <a:rPr lang="pt-br"/>
              <a:t> </a:t>
            </a:r>
          </a:p>
        </p:txBody>
      </p:sp>
      <p:sp>
        <p:nvSpPr>
          <p:cNvPr id="5" name="Espaço Reservado para Rodapé 4">
            <a:extLst>
              <a:ext uri="{FF2B5EF4-FFF2-40B4-BE49-F238E27FC236}">
                <a16:creationId xmlns:a16="http://schemas.microsoft.com/office/drawing/2014/main" id="{5B407A58-3351-E479-1A0C-2FF49FA42707}"/>
              </a:ext>
            </a:extLst>
          </p:cNvPr>
          <p:cNvSpPr>
            <a:spLocks noGrp="1"/>
          </p:cNvSpPr>
          <p:nvPr>
            <p:ph type="ftr" sz="quarter" idx="11"/>
          </p:nvPr>
        </p:nvSpPr>
        <p:spPr>
          <a:xfrm>
            <a:off x="7224093" y="6477000"/>
            <a:ext cx="2828917" cy="381000"/>
          </a:xfrm>
          <a:prstGeom prst="rect">
            <a:avLst/>
          </a:prstGeom>
        </p:spPr>
        <p:txBody>
          <a:bodyPr rtlCol="0"/>
          <a:lstStyle>
            <a:lvl1pPr>
              <a:defRPr>
                <a:solidFill>
                  <a:schemeClr val="bg1"/>
                </a:solidFill>
              </a:defRPr>
            </a:lvl1pPr>
          </a:lstStyle>
          <a:p>
            <a:pPr rtl="0"/>
            <a:r>
              <a:rPr lang="pt-br"/>
              <a:t>Título da apresentação</a:t>
            </a:r>
            <a:endParaRPr lang="en-US" dirty="0"/>
          </a:p>
        </p:txBody>
      </p:sp>
      <p:sp>
        <p:nvSpPr>
          <p:cNvPr id="4" name="Espaço Reservado para Data 3">
            <a:extLst>
              <a:ext uri="{FF2B5EF4-FFF2-40B4-BE49-F238E27FC236}">
                <a16:creationId xmlns:a16="http://schemas.microsoft.com/office/drawing/2014/main" id="{EAE2DAFA-435E-AAF9-8B67-495E5AFDCD91}"/>
              </a:ext>
            </a:extLst>
          </p:cNvPr>
          <p:cNvSpPr>
            <a:spLocks noGrp="1"/>
          </p:cNvSpPr>
          <p:nvPr>
            <p:ph type="dt" sz="half" idx="10"/>
          </p:nvPr>
        </p:nvSpPr>
        <p:spPr>
          <a:xfrm>
            <a:off x="10058398" y="6477000"/>
            <a:ext cx="937594" cy="381000"/>
          </a:xfrm>
          <a:prstGeom prst="rect">
            <a:avLst/>
          </a:prstGeom>
        </p:spPr>
        <p:txBody>
          <a:bodyPr rtlCol="0"/>
          <a:lstStyle>
            <a:lvl1pPr>
              <a:defRPr>
                <a:solidFill>
                  <a:schemeClr val="bg1"/>
                </a:solidFill>
                <a:effectLst/>
              </a:defRPr>
            </a:lvl1pPr>
          </a:lstStyle>
          <a:p>
            <a:pPr rtl="0"/>
            <a:r>
              <a:rPr lang="en-US"/>
              <a:t>17/09/2025</a:t>
            </a:r>
            <a:endParaRPr lang="en-US" dirty="0"/>
          </a:p>
        </p:txBody>
      </p:sp>
      <p:sp>
        <p:nvSpPr>
          <p:cNvPr id="6" name="Espaço Reservado para o Número do Slide 5">
            <a:extLst>
              <a:ext uri="{FF2B5EF4-FFF2-40B4-BE49-F238E27FC236}">
                <a16:creationId xmlns:a16="http://schemas.microsoft.com/office/drawing/2014/main" id="{81789E10-2433-2ECB-9C92-571B583A4CF1}"/>
              </a:ext>
            </a:extLst>
          </p:cNvPr>
          <p:cNvSpPr>
            <a:spLocks noGrp="1"/>
          </p:cNvSpPr>
          <p:nvPr>
            <p:ph type="sldNum" sz="quarter" idx="12"/>
          </p:nvPr>
        </p:nvSpPr>
        <p:spPr>
          <a:xfrm>
            <a:off x="11001374" y="6492876"/>
            <a:ext cx="657226" cy="365125"/>
          </a:xfrm>
          <a:prstGeom prst="rect">
            <a:avLst/>
          </a:prstGeom>
        </p:spPr>
        <p:txBody>
          <a:bodyPr rtlCol="0"/>
          <a:lstStyle>
            <a:lvl1pPr>
              <a:defRPr>
                <a:solidFill>
                  <a:schemeClr val="bg1"/>
                </a:solidFill>
              </a:defRPr>
            </a:lvl1pPr>
          </a:lstStyle>
          <a:p>
            <a:pPr rtl="0"/>
            <a:fld id="{AEAA3239-9EA4-4A65-A281-97F994456D9F}" type="slidenum">
              <a:rPr lang="en-US" smtClean="0"/>
              <a:pPr/>
              <a:t>‹#›</a:t>
            </a:fld>
            <a:endParaRPr lang="en-US" dirty="0"/>
          </a:p>
        </p:txBody>
      </p:sp>
      <p:sp>
        <p:nvSpPr>
          <p:cNvPr id="38" name="Retângulo 37">
            <a:extLst>
              <a:ext uri="{FF2B5EF4-FFF2-40B4-BE49-F238E27FC236}">
                <a16:creationId xmlns:a16="http://schemas.microsoft.com/office/drawing/2014/main" id="{632554D8-9DAA-D834-ABC8-240BBF9CA28F}"/>
              </a:ext>
            </a:extLst>
          </p:cNvPr>
          <p:cNvSpPr/>
          <p:nvPr/>
        </p:nvSpPr>
        <p:spPr>
          <a:xfrm>
            <a:off x="6843096" y="565606"/>
            <a:ext cx="4811394" cy="64008"/>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509300629"/>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ítulo com Imagem 3">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4336E9A-8E96-CD8C-7598-F87632CD81CF}"/>
              </a:ext>
            </a:extLst>
          </p:cNvPr>
          <p:cNvSpPr>
            <a:spLocks noGrp="1"/>
          </p:cNvSpPr>
          <p:nvPr>
            <p:ph type="ctrTitle"/>
          </p:nvPr>
        </p:nvSpPr>
        <p:spPr>
          <a:xfrm>
            <a:off x="7786071" y="1016955"/>
            <a:ext cx="3872530" cy="3726811"/>
          </a:xfrm>
          <a:prstGeom prst="rect">
            <a:avLst/>
          </a:prstGeom>
        </p:spPr>
        <p:txBody>
          <a:bodyPr vert="horz" lIns="91440" tIns="45720" rIns="91440" bIns="45720" rtlCol="0" anchor="t">
            <a:normAutofit/>
          </a:bodyPr>
          <a:lstStyle>
            <a:lvl1pPr>
              <a:defRPr lang="en-US" sz="5000" cap="all" baseline="0" dirty="0">
                <a:solidFill>
                  <a:schemeClr val="tx2"/>
                </a:solidFill>
              </a:defRPr>
            </a:lvl1pPr>
          </a:lstStyle>
          <a:p>
            <a:pPr lvl="0" rtl="0"/>
            <a:r>
              <a:rPr lang="pt-br"/>
              <a:t>Clique para editar o estilo de título Mestre</a:t>
            </a:r>
          </a:p>
        </p:txBody>
      </p:sp>
      <p:sp>
        <p:nvSpPr>
          <p:cNvPr id="3" name="Subtítulo 2">
            <a:extLst>
              <a:ext uri="{FF2B5EF4-FFF2-40B4-BE49-F238E27FC236}">
                <a16:creationId xmlns:a16="http://schemas.microsoft.com/office/drawing/2014/main" id="{2BDC76B8-60F6-62D3-9F73-E81662203017}"/>
              </a:ext>
            </a:extLst>
          </p:cNvPr>
          <p:cNvSpPr>
            <a:spLocks noGrp="1"/>
          </p:cNvSpPr>
          <p:nvPr>
            <p:ph type="subTitle" idx="1"/>
          </p:nvPr>
        </p:nvSpPr>
        <p:spPr>
          <a:xfrm>
            <a:off x="7786071" y="5134926"/>
            <a:ext cx="3868420" cy="1113474"/>
          </a:xfrm>
          <a:prstGeom prst="rect">
            <a:avLst/>
          </a:prstGeom>
        </p:spPr>
        <p:txBody>
          <a:bodyPr vert="horz" lIns="91440" tIns="45720" rIns="91440" bIns="45720" rtlCol="0" anchor="b">
            <a:normAutofit/>
          </a:bodyPr>
          <a:lstStyle>
            <a:lvl1pPr marL="0" indent="0">
              <a:buNone/>
              <a:defRPr lang="en-US" sz="2000" b="1" i="0" dirty="0">
                <a:solidFill>
                  <a:schemeClr val="tx2"/>
                </a:solidFill>
                <a:latin typeface="Arial" panose="020B0604020202020204" pitchFamily="34" charset="0"/>
                <a:cs typeface="Arial" panose="020B0604020202020204" pitchFamily="34" charset="0"/>
              </a:defRPr>
            </a:lvl1pPr>
          </a:lstStyle>
          <a:p>
            <a:pPr lvl="0" rtl="0"/>
            <a:r>
              <a:rPr lang="pt-br"/>
              <a:t>Clique para editar o estilo de subtítulo Mestre</a:t>
            </a:r>
            <a:endParaRPr lang="en-US" dirty="0"/>
          </a:p>
        </p:txBody>
      </p:sp>
      <p:sp>
        <p:nvSpPr>
          <p:cNvPr id="10" name="Espaço Reservado para Imagem 9">
            <a:extLst>
              <a:ext uri="{FF2B5EF4-FFF2-40B4-BE49-F238E27FC236}">
                <a16:creationId xmlns:a16="http://schemas.microsoft.com/office/drawing/2014/main" id="{77BE7EAD-CCCA-EA7C-0263-265AA3E43C5E}"/>
              </a:ext>
            </a:extLst>
          </p:cNvPr>
          <p:cNvSpPr>
            <a:spLocks noGrp="1"/>
          </p:cNvSpPr>
          <p:nvPr>
            <p:ph type="pic" sz="quarter" idx="14" hasCustomPrompt="1"/>
          </p:nvPr>
        </p:nvSpPr>
        <p:spPr>
          <a:xfrm>
            <a:off x="0" y="0"/>
            <a:ext cx="7224095" cy="6858000"/>
          </a:xfrm>
          <a:custGeom>
            <a:avLst/>
            <a:gdLst>
              <a:gd name="connsiteX0" fmla="*/ 0 w 7224095"/>
              <a:gd name="connsiteY0" fmla="*/ 629614 h 6858000"/>
              <a:gd name="connsiteX1" fmla="*/ 7224095 w 7224095"/>
              <a:gd name="connsiteY1" fmla="*/ 629614 h 6858000"/>
              <a:gd name="connsiteX2" fmla="*/ 7224095 w 7224095"/>
              <a:gd name="connsiteY2" fmla="*/ 6858000 h 6858000"/>
              <a:gd name="connsiteX3" fmla="*/ 0 w 7224095"/>
              <a:gd name="connsiteY3" fmla="*/ 6858000 h 6858000"/>
              <a:gd name="connsiteX4" fmla="*/ 0 w 7224095"/>
              <a:gd name="connsiteY4" fmla="*/ 0 h 6858000"/>
              <a:gd name="connsiteX5" fmla="*/ 7224095 w 7224095"/>
              <a:gd name="connsiteY5" fmla="*/ 0 h 6858000"/>
              <a:gd name="connsiteX6" fmla="*/ 7224095 w 7224095"/>
              <a:gd name="connsiteY6" fmla="*/ 565606 h 6858000"/>
              <a:gd name="connsiteX7" fmla="*/ 0 w 7224095"/>
              <a:gd name="connsiteY7" fmla="*/ 56560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24095" h="6858000">
                <a:moveTo>
                  <a:pt x="0" y="629614"/>
                </a:moveTo>
                <a:lnTo>
                  <a:pt x="7224095" y="629614"/>
                </a:lnTo>
                <a:lnTo>
                  <a:pt x="7224095" y="6858000"/>
                </a:lnTo>
                <a:lnTo>
                  <a:pt x="0" y="6858000"/>
                </a:lnTo>
                <a:close/>
                <a:moveTo>
                  <a:pt x="0" y="0"/>
                </a:moveTo>
                <a:lnTo>
                  <a:pt x="7224095" y="0"/>
                </a:lnTo>
                <a:lnTo>
                  <a:pt x="7224095" y="565606"/>
                </a:lnTo>
                <a:lnTo>
                  <a:pt x="0" y="565606"/>
                </a:lnTo>
                <a:close/>
              </a:path>
            </a:pathLst>
          </a:custGeom>
          <a:blipFill dpi="0" rotWithShape="1">
            <a:blip r:embed="rId2">
              <a:alphaModFix amt="60000"/>
            </a:blip>
            <a:srcRect/>
            <a:stretch>
              <a:fillRect/>
            </a:stretch>
          </a:blipFill>
        </p:spPr>
        <p:txBody>
          <a:bodyPr wrap="square" rtlCol="0">
            <a:noAutofit/>
          </a:bodyPr>
          <a:lstStyle>
            <a:lvl1pPr marL="0" indent="0">
              <a:buNone/>
              <a:defRPr/>
            </a:lvl1pPr>
          </a:lstStyle>
          <a:p>
            <a:pPr rtl="0"/>
            <a:r>
              <a:rPr lang="pt-br"/>
              <a:t> </a:t>
            </a:r>
          </a:p>
        </p:txBody>
      </p:sp>
      <p:sp>
        <p:nvSpPr>
          <p:cNvPr id="5" name="Espaço Reservado para Rodapé 4">
            <a:extLst>
              <a:ext uri="{FF2B5EF4-FFF2-40B4-BE49-F238E27FC236}">
                <a16:creationId xmlns:a16="http://schemas.microsoft.com/office/drawing/2014/main" id="{5B407A58-3351-E479-1A0C-2FF49FA42707}"/>
              </a:ext>
            </a:extLst>
          </p:cNvPr>
          <p:cNvSpPr>
            <a:spLocks noGrp="1"/>
          </p:cNvSpPr>
          <p:nvPr>
            <p:ph type="ftr" sz="quarter" idx="11"/>
          </p:nvPr>
        </p:nvSpPr>
        <p:spPr>
          <a:xfrm>
            <a:off x="8167937" y="6476999"/>
            <a:ext cx="1895847" cy="381001"/>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4" name="Espaço Reservado para Data 3">
            <a:extLst>
              <a:ext uri="{FF2B5EF4-FFF2-40B4-BE49-F238E27FC236}">
                <a16:creationId xmlns:a16="http://schemas.microsoft.com/office/drawing/2014/main" id="{EAE2DAFA-435E-AAF9-8B67-495E5AFDCD91}"/>
              </a:ext>
            </a:extLst>
          </p:cNvPr>
          <p:cNvSpPr>
            <a:spLocks noGrp="1"/>
          </p:cNvSpPr>
          <p:nvPr>
            <p:ph type="dt" sz="half" idx="10"/>
          </p:nvPr>
        </p:nvSpPr>
        <p:spPr>
          <a:xfrm>
            <a:off x="10058402" y="6476999"/>
            <a:ext cx="937594" cy="381001"/>
          </a:xfrm>
          <a:prstGeom prst="rect">
            <a:avLst/>
          </a:prstGeom>
        </p:spPr>
        <p:txBody>
          <a:bodyPr rtlCol="0"/>
          <a:lstStyle>
            <a:lvl1pPr>
              <a:defRPr>
                <a:solidFill>
                  <a:schemeClr val="tx2"/>
                </a:solidFill>
                <a:effectLst/>
              </a:defRPr>
            </a:lvl1pPr>
          </a:lstStyle>
          <a:p>
            <a:pPr rtl="0"/>
            <a:r>
              <a:rPr lang="en-US"/>
              <a:t>17/09/2025</a:t>
            </a:r>
            <a:endParaRPr lang="en-US" dirty="0"/>
          </a:p>
        </p:txBody>
      </p:sp>
      <p:sp>
        <p:nvSpPr>
          <p:cNvPr id="6" name="Espaço Reservado para o Número do Slide 5">
            <a:extLst>
              <a:ext uri="{FF2B5EF4-FFF2-40B4-BE49-F238E27FC236}">
                <a16:creationId xmlns:a16="http://schemas.microsoft.com/office/drawing/2014/main" id="{81789E10-2433-2ECB-9C92-571B583A4CF1}"/>
              </a:ext>
            </a:extLst>
          </p:cNvPr>
          <p:cNvSpPr>
            <a:spLocks noGrp="1"/>
          </p:cNvSpPr>
          <p:nvPr>
            <p:ph type="sldNum" sz="quarter" idx="12"/>
          </p:nvPr>
        </p:nvSpPr>
        <p:spPr>
          <a:xfrm>
            <a:off x="11001378" y="6477000"/>
            <a:ext cx="657221" cy="381001"/>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dirty="0"/>
          </a:p>
        </p:txBody>
      </p:sp>
      <p:sp>
        <p:nvSpPr>
          <p:cNvPr id="9" name="Retângulo 8">
            <a:extLst>
              <a:ext uri="{FF2B5EF4-FFF2-40B4-BE49-F238E27FC236}">
                <a16:creationId xmlns:a16="http://schemas.microsoft.com/office/drawing/2014/main" id="{F879DE85-4541-95AA-B871-7CBAD2BA1550}"/>
              </a:ext>
            </a:extLst>
          </p:cNvPr>
          <p:cNvSpPr/>
          <p:nvPr userDrawn="1"/>
        </p:nvSpPr>
        <p:spPr>
          <a:xfrm>
            <a:off x="0" y="565606"/>
            <a:ext cx="11557970" cy="6400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3567691232"/>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ítulo com imagem 4">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4336E9A-8E96-CD8C-7598-F87632CD81CF}"/>
              </a:ext>
            </a:extLst>
          </p:cNvPr>
          <p:cNvSpPr>
            <a:spLocks noGrp="1"/>
          </p:cNvSpPr>
          <p:nvPr>
            <p:ph type="ctrTitle"/>
          </p:nvPr>
        </p:nvSpPr>
        <p:spPr>
          <a:xfrm>
            <a:off x="533400" y="1016955"/>
            <a:ext cx="4429126" cy="3331896"/>
          </a:xfrm>
          <a:prstGeom prst="rect">
            <a:avLst/>
          </a:prstGeom>
        </p:spPr>
        <p:txBody>
          <a:bodyPr vert="horz" lIns="91440" tIns="45720" rIns="91440" bIns="45720" rtlCol="0" anchor="t">
            <a:normAutofit/>
          </a:bodyPr>
          <a:lstStyle>
            <a:lvl1pPr>
              <a:defRPr lang="en-US" sz="5000" cap="all" baseline="0" dirty="0"/>
            </a:lvl1pPr>
          </a:lstStyle>
          <a:p>
            <a:pPr lvl="0" rtl="0"/>
            <a:r>
              <a:rPr lang="pt-br"/>
              <a:t>Clique para editar o estilo de título Mestre</a:t>
            </a:r>
          </a:p>
        </p:txBody>
      </p:sp>
      <p:sp>
        <p:nvSpPr>
          <p:cNvPr id="3" name="Subtítulo 2">
            <a:extLst>
              <a:ext uri="{FF2B5EF4-FFF2-40B4-BE49-F238E27FC236}">
                <a16:creationId xmlns:a16="http://schemas.microsoft.com/office/drawing/2014/main" id="{2BDC76B8-60F6-62D3-9F73-E81662203017}"/>
              </a:ext>
            </a:extLst>
          </p:cNvPr>
          <p:cNvSpPr>
            <a:spLocks noGrp="1"/>
          </p:cNvSpPr>
          <p:nvPr>
            <p:ph type="subTitle" idx="1"/>
          </p:nvPr>
        </p:nvSpPr>
        <p:spPr>
          <a:xfrm>
            <a:off x="533400" y="4846320"/>
            <a:ext cx="3174160" cy="1465319"/>
          </a:xfrm>
          <a:prstGeom prst="rect">
            <a:avLst/>
          </a:prstGeom>
        </p:spPr>
        <p:txBody>
          <a:bodyPr vert="horz" lIns="91440" tIns="45720" rIns="91440" bIns="45720" rtlCol="0" anchor="b">
            <a:normAutofit/>
          </a:bodyPr>
          <a:lstStyle>
            <a:lvl1pPr marL="0" indent="0">
              <a:buNone/>
              <a:defRPr lang="en-US" sz="2000" b="1" i="0" dirty="0">
                <a:latin typeface="Arial" panose="020B0604020202020204" pitchFamily="34" charset="0"/>
                <a:cs typeface="Arial" panose="020B0604020202020204" pitchFamily="34" charset="0"/>
              </a:defRPr>
            </a:lvl1pPr>
          </a:lstStyle>
          <a:p>
            <a:pPr lvl="0" rtl="0"/>
            <a:r>
              <a:rPr lang="pt-br"/>
              <a:t>Clique para editar o estilo de subtítulo Mestre</a:t>
            </a:r>
            <a:endParaRPr lang="en-US" dirty="0"/>
          </a:p>
        </p:txBody>
      </p:sp>
      <p:sp>
        <p:nvSpPr>
          <p:cNvPr id="8" name="Espaço Reservado para Rodapé 7">
            <a:extLst>
              <a:ext uri="{FF2B5EF4-FFF2-40B4-BE49-F238E27FC236}">
                <a16:creationId xmlns:a16="http://schemas.microsoft.com/office/drawing/2014/main" id="{9A6E6A4C-6C55-068A-43AA-78DB4D1D643B}"/>
              </a:ext>
            </a:extLst>
          </p:cNvPr>
          <p:cNvSpPr>
            <a:spLocks noGrp="1"/>
          </p:cNvSpPr>
          <p:nvPr>
            <p:ph type="ftr" sz="quarter" idx="15"/>
          </p:nvPr>
        </p:nvSpPr>
        <p:spPr>
          <a:xfrm>
            <a:off x="533400" y="6492240"/>
            <a:ext cx="2548562" cy="365760"/>
          </a:xfrm>
          <a:prstGeom prst="rect">
            <a:avLst/>
          </a:prstGeom>
        </p:spPr>
        <p:txBody>
          <a:bodyPr rtlCol="0"/>
          <a:lstStyle/>
          <a:p>
            <a:pPr rtl="0"/>
            <a:r>
              <a:rPr lang="pt-br"/>
              <a:t>Título da Apresentação</a:t>
            </a:r>
            <a:endParaRPr lang="en-US" dirty="0"/>
          </a:p>
        </p:txBody>
      </p:sp>
      <p:sp>
        <p:nvSpPr>
          <p:cNvPr id="7" name="Espaço Reservado para Data 6">
            <a:extLst>
              <a:ext uri="{FF2B5EF4-FFF2-40B4-BE49-F238E27FC236}">
                <a16:creationId xmlns:a16="http://schemas.microsoft.com/office/drawing/2014/main" id="{F991F941-2D53-CC10-7947-62237A245FE0}"/>
              </a:ext>
            </a:extLst>
          </p:cNvPr>
          <p:cNvSpPr>
            <a:spLocks noGrp="1"/>
          </p:cNvSpPr>
          <p:nvPr>
            <p:ph type="dt" sz="half" idx="14"/>
          </p:nvPr>
        </p:nvSpPr>
        <p:spPr>
          <a:xfrm>
            <a:off x="3076577" y="6492240"/>
            <a:ext cx="689944" cy="365760"/>
          </a:xfrm>
          <a:prstGeom prst="rect">
            <a:avLst/>
          </a:prstGeom>
        </p:spPr>
        <p:txBody>
          <a:bodyPr rtlCol="0"/>
          <a:lstStyle/>
          <a:p>
            <a:pPr rtl="0"/>
            <a:r>
              <a:rPr lang="en-US"/>
              <a:t>17/09/2025</a:t>
            </a:r>
            <a:endParaRPr lang="en-US" dirty="0"/>
          </a:p>
        </p:txBody>
      </p:sp>
      <p:sp>
        <p:nvSpPr>
          <p:cNvPr id="9" name="Espaço Reservado para o Número do Slide 8">
            <a:extLst>
              <a:ext uri="{FF2B5EF4-FFF2-40B4-BE49-F238E27FC236}">
                <a16:creationId xmlns:a16="http://schemas.microsoft.com/office/drawing/2014/main" id="{C1A2CCFF-14A7-08A8-4465-732CD8928728}"/>
              </a:ext>
            </a:extLst>
          </p:cNvPr>
          <p:cNvSpPr>
            <a:spLocks noGrp="1"/>
          </p:cNvSpPr>
          <p:nvPr>
            <p:ph type="sldNum" sz="quarter" idx="16"/>
          </p:nvPr>
        </p:nvSpPr>
        <p:spPr>
          <a:xfrm>
            <a:off x="3771906" y="6492240"/>
            <a:ext cx="628645" cy="365760"/>
          </a:xfrm>
          <a:prstGeom prst="rect">
            <a:avLst/>
          </a:prstGeom>
        </p:spPr>
        <p:txBody>
          <a:bodyPr rtlCol="0"/>
          <a:lstStyle/>
          <a:p>
            <a:pPr rtl="0"/>
            <a:fld id="{AEAA3239-9EA4-4A65-A281-97F994456D9F}" type="slidenum">
              <a:rPr lang="en-US" smtClean="0"/>
              <a:t>‹#›</a:t>
            </a:fld>
            <a:endParaRPr lang="en-US" dirty="0"/>
          </a:p>
        </p:txBody>
      </p:sp>
      <p:sp>
        <p:nvSpPr>
          <p:cNvPr id="35" name="Espaço Reservado para Imagem 34">
            <a:extLst>
              <a:ext uri="{FF2B5EF4-FFF2-40B4-BE49-F238E27FC236}">
                <a16:creationId xmlns:a16="http://schemas.microsoft.com/office/drawing/2014/main" id="{A08E6492-6236-5992-A07D-5116336E8427}"/>
              </a:ext>
            </a:extLst>
          </p:cNvPr>
          <p:cNvSpPr>
            <a:spLocks noGrp="1"/>
          </p:cNvSpPr>
          <p:nvPr>
            <p:ph type="pic" sz="quarter" idx="13" hasCustomPrompt="1"/>
          </p:nvPr>
        </p:nvSpPr>
        <p:spPr>
          <a:xfrm>
            <a:off x="5348910" y="0"/>
            <a:ext cx="6843089" cy="6858000"/>
          </a:xfrm>
          <a:custGeom>
            <a:avLst/>
            <a:gdLst>
              <a:gd name="connsiteX0" fmla="*/ 0 w 6843089"/>
              <a:gd name="connsiteY0" fmla="*/ 629614 h 6858000"/>
              <a:gd name="connsiteX1" fmla="*/ 6843089 w 6843089"/>
              <a:gd name="connsiteY1" fmla="*/ 629614 h 6858000"/>
              <a:gd name="connsiteX2" fmla="*/ 6843089 w 6843089"/>
              <a:gd name="connsiteY2" fmla="*/ 6858000 h 6858000"/>
              <a:gd name="connsiteX3" fmla="*/ 0 w 6843089"/>
              <a:gd name="connsiteY3" fmla="*/ 6858000 h 6858000"/>
              <a:gd name="connsiteX4" fmla="*/ 0 w 6843089"/>
              <a:gd name="connsiteY4" fmla="*/ 0 h 6858000"/>
              <a:gd name="connsiteX5" fmla="*/ 6843089 w 6843089"/>
              <a:gd name="connsiteY5" fmla="*/ 0 h 6858000"/>
              <a:gd name="connsiteX6" fmla="*/ 6843089 w 6843089"/>
              <a:gd name="connsiteY6" fmla="*/ 565606 h 6858000"/>
              <a:gd name="connsiteX7" fmla="*/ 0 w 6843089"/>
              <a:gd name="connsiteY7" fmla="*/ 56560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843089" h="6858000">
                <a:moveTo>
                  <a:pt x="0" y="629614"/>
                </a:moveTo>
                <a:lnTo>
                  <a:pt x="6843089" y="629614"/>
                </a:lnTo>
                <a:lnTo>
                  <a:pt x="6843089" y="6858000"/>
                </a:lnTo>
                <a:lnTo>
                  <a:pt x="0" y="6858000"/>
                </a:lnTo>
                <a:close/>
                <a:moveTo>
                  <a:pt x="0" y="0"/>
                </a:moveTo>
                <a:lnTo>
                  <a:pt x="6843089" y="0"/>
                </a:lnTo>
                <a:lnTo>
                  <a:pt x="6843089" y="565606"/>
                </a:lnTo>
                <a:lnTo>
                  <a:pt x="0" y="565606"/>
                </a:lnTo>
                <a:close/>
              </a:path>
            </a:pathLst>
          </a:custGeom>
          <a:blipFill dpi="0" rotWithShape="1">
            <a:blip r:embed="rId2">
              <a:alphaModFix amt="60000"/>
            </a:blip>
            <a:srcRect/>
            <a:stretch>
              <a:fillRect/>
            </a:stretch>
          </a:blipFill>
        </p:spPr>
        <p:txBody>
          <a:bodyPr wrap="square" rtlCol="0">
            <a:noAutofit/>
          </a:bodyPr>
          <a:lstStyle>
            <a:lvl1pPr marL="0" indent="0">
              <a:buNone/>
              <a:defRPr/>
            </a:lvl1pPr>
          </a:lstStyle>
          <a:p>
            <a:pPr rtl="0"/>
            <a:r>
              <a:rPr lang="pt-br"/>
              <a:t> </a:t>
            </a:r>
          </a:p>
        </p:txBody>
      </p:sp>
      <p:sp>
        <p:nvSpPr>
          <p:cNvPr id="36" name="Retângulo 35">
            <a:extLst>
              <a:ext uri="{FF2B5EF4-FFF2-40B4-BE49-F238E27FC236}">
                <a16:creationId xmlns:a16="http://schemas.microsoft.com/office/drawing/2014/main" id="{AB9E1B0C-9687-1C2C-7103-072A38CFE3B8}"/>
              </a:ext>
            </a:extLst>
          </p:cNvPr>
          <p:cNvSpPr/>
          <p:nvPr/>
        </p:nvSpPr>
        <p:spPr>
          <a:xfrm>
            <a:off x="634030" y="565606"/>
            <a:ext cx="11557970" cy="640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840663910"/>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ítulo com Imagem 5">
    <p:spTree>
      <p:nvGrpSpPr>
        <p:cNvPr id="1" name=""/>
        <p:cNvGrpSpPr/>
        <p:nvPr/>
      </p:nvGrpSpPr>
      <p:grpSpPr>
        <a:xfrm>
          <a:off x="0" y="0"/>
          <a:ext cx="0" cy="0"/>
          <a:chOff x="0" y="0"/>
          <a:chExt cx="0" cy="0"/>
        </a:xfrm>
      </p:grpSpPr>
      <p:sp>
        <p:nvSpPr>
          <p:cNvPr id="8" name="Título 7">
            <a:extLst>
              <a:ext uri="{FF2B5EF4-FFF2-40B4-BE49-F238E27FC236}">
                <a16:creationId xmlns:a16="http://schemas.microsoft.com/office/drawing/2014/main" id="{C79AA538-6584-1335-947D-99C9A0CA5A3D}"/>
              </a:ext>
            </a:extLst>
          </p:cNvPr>
          <p:cNvSpPr>
            <a:spLocks noGrp="1"/>
          </p:cNvSpPr>
          <p:nvPr>
            <p:ph type="title"/>
          </p:nvPr>
        </p:nvSpPr>
        <p:spPr>
          <a:xfrm>
            <a:off x="2128220" y="2689229"/>
            <a:ext cx="5101253" cy="3711571"/>
          </a:xfrm>
        </p:spPr>
        <p:txBody>
          <a:bodyPr rtlCol="0" anchor="b">
            <a:noAutofit/>
          </a:bodyPr>
          <a:lstStyle>
            <a:lvl1pPr>
              <a:defRPr sz="7200" cap="all" baseline="0"/>
            </a:lvl1pPr>
          </a:lstStyle>
          <a:p>
            <a:pPr rtl="0"/>
            <a:r>
              <a:rPr lang="pt-br"/>
              <a:t>Clique para editar o estilo de título Mestre</a:t>
            </a:r>
          </a:p>
        </p:txBody>
      </p:sp>
      <p:sp>
        <p:nvSpPr>
          <p:cNvPr id="11" name="Subtítulo 2">
            <a:extLst>
              <a:ext uri="{FF2B5EF4-FFF2-40B4-BE49-F238E27FC236}">
                <a16:creationId xmlns:a16="http://schemas.microsoft.com/office/drawing/2014/main" id="{0136D812-C006-B109-4529-F43530D92A6E}"/>
              </a:ext>
            </a:extLst>
          </p:cNvPr>
          <p:cNvSpPr>
            <a:spLocks noGrp="1"/>
          </p:cNvSpPr>
          <p:nvPr>
            <p:ph type="subTitle" idx="1"/>
          </p:nvPr>
        </p:nvSpPr>
        <p:spPr>
          <a:xfrm>
            <a:off x="533400" y="1016957"/>
            <a:ext cx="6685515" cy="731520"/>
          </a:xfrm>
          <a:prstGeom prst="rect">
            <a:avLst/>
          </a:prstGeom>
        </p:spPr>
        <p:txBody>
          <a:bodyPr vert="horz" lIns="91440" tIns="45720" rIns="91440" bIns="45720" rtlCol="0" anchor="t">
            <a:normAutofit/>
          </a:bodyPr>
          <a:lstStyle>
            <a:lvl1pPr marL="0" indent="0">
              <a:buNone/>
              <a:defRPr lang="en-US" sz="2000" b="1" i="0" dirty="0">
                <a:latin typeface="Arial" panose="020B0604020202020204" pitchFamily="34" charset="0"/>
                <a:cs typeface="Arial" panose="020B0604020202020204" pitchFamily="34" charset="0"/>
              </a:defRPr>
            </a:lvl1pPr>
          </a:lstStyle>
          <a:p>
            <a:pPr lvl="0" rtl="0"/>
            <a:r>
              <a:rPr lang="pt-br"/>
              <a:t>Clique para editar o estilo de subtítulo Mestre</a:t>
            </a:r>
            <a:endParaRPr lang="en-US" dirty="0"/>
          </a:p>
        </p:txBody>
      </p:sp>
      <p:sp>
        <p:nvSpPr>
          <p:cNvPr id="5" name="Espaço Reservado para Rodapé 4">
            <a:extLst>
              <a:ext uri="{FF2B5EF4-FFF2-40B4-BE49-F238E27FC236}">
                <a16:creationId xmlns:a16="http://schemas.microsoft.com/office/drawing/2014/main" id="{5B407A58-3351-E479-1A0C-2FF49FA42707}"/>
              </a:ext>
            </a:extLst>
          </p:cNvPr>
          <p:cNvSpPr>
            <a:spLocks noGrp="1"/>
          </p:cNvSpPr>
          <p:nvPr>
            <p:ph type="ftr" sz="quarter" idx="11"/>
          </p:nvPr>
        </p:nvSpPr>
        <p:spPr>
          <a:xfrm>
            <a:off x="533400" y="6477000"/>
            <a:ext cx="4815506" cy="381001"/>
          </a:xfrm>
          <a:prstGeom prst="rect">
            <a:avLst/>
          </a:prstGeom>
        </p:spPr>
        <p:txBody>
          <a:bodyPr rtlCol="0"/>
          <a:lstStyle/>
          <a:p>
            <a:pPr rtl="0"/>
            <a:r>
              <a:rPr lang="pt-br"/>
              <a:t>Título da apresentação</a:t>
            </a:r>
            <a:endParaRPr lang="en-US" dirty="0"/>
          </a:p>
        </p:txBody>
      </p:sp>
      <p:sp>
        <p:nvSpPr>
          <p:cNvPr id="4" name="Espaço Reservado para Data 3">
            <a:extLst>
              <a:ext uri="{FF2B5EF4-FFF2-40B4-BE49-F238E27FC236}">
                <a16:creationId xmlns:a16="http://schemas.microsoft.com/office/drawing/2014/main" id="{EAE2DAFA-435E-AAF9-8B67-495E5AFDCD91}"/>
              </a:ext>
            </a:extLst>
          </p:cNvPr>
          <p:cNvSpPr>
            <a:spLocks noGrp="1"/>
          </p:cNvSpPr>
          <p:nvPr>
            <p:ph type="dt" sz="half" idx="10"/>
          </p:nvPr>
        </p:nvSpPr>
        <p:spPr>
          <a:xfrm>
            <a:off x="5343525" y="6476999"/>
            <a:ext cx="1212771" cy="381001"/>
          </a:xfrm>
          <a:prstGeom prst="rect">
            <a:avLst/>
          </a:prstGeom>
        </p:spPr>
        <p:txBody>
          <a:bodyPr rtlCol="0"/>
          <a:lstStyle/>
          <a:p>
            <a:pPr rtl="0"/>
            <a:r>
              <a:rPr lang="en-US"/>
              <a:t>17/09/2025</a:t>
            </a:r>
            <a:endParaRPr lang="en-US" dirty="0"/>
          </a:p>
        </p:txBody>
      </p:sp>
      <p:sp>
        <p:nvSpPr>
          <p:cNvPr id="6" name="Espaço Reservado para o Número do Slide 5">
            <a:extLst>
              <a:ext uri="{FF2B5EF4-FFF2-40B4-BE49-F238E27FC236}">
                <a16:creationId xmlns:a16="http://schemas.microsoft.com/office/drawing/2014/main" id="{81789E10-2433-2ECB-9C92-571B583A4CF1}"/>
              </a:ext>
            </a:extLst>
          </p:cNvPr>
          <p:cNvSpPr>
            <a:spLocks noGrp="1"/>
          </p:cNvSpPr>
          <p:nvPr>
            <p:ph type="sldNum" sz="quarter" idx="12"/>
          </p:nvPr>
        </p:nvSpPr>
        <p:spPr>
          <a:xfrm>
            <a:off x="6561689" y="6477000"/>
            <a:ext cx="657226" cy="381001"/>
          </a:xfrm>
          <a:prstGeom prst="rect">
            <a:avLst/>
          </a:prstGeom>
        </p:spPr>
        <p:txBody>
          <a:bodyPr rtlCol="0"/>
          <a:lstStyle/>
          <a:p>
            <a:pPr rtl="0"/>
            <a:fld id="{AEAA3239-9EA4-4A65-A281-97F994456D9F}" type="slidenum">
              <a:rPr lang="en-US" smtClean="0"/>
              <a:t>‹#›</a:t>
            </a:fld>
            <a:endParaRPr lang="en-US" dirty="0"/>
          </a:p>
        </p:txBody>
      </p:sp>
      <p:sp>
        <p:nvSpPr>
          <p:cNvPr id="38" name="Espaço Reservado para Imagem 37">
            <a:extLst>
              <a:ext uri="{FF2B5EF4-FFF2-40B4-BE49-F238E27FC236}">
                <a16:creationId xmlns:a16="http://schemas.microsoft.com/office/drawing/2014/main" id="{64E68E40-D2D1-8DA8-1BBA-34E89F479DF7}"/>
              </a:ext>
            </a:extLst>
          </p:cNvPr>
          <p:cNvSpPr>
            <a:spLocks noGrp="1"/>
          </p:cNvSpPr>
          <p:nvPr>
            <p:ph type="pic" sz="quarter" idx="13" hasCustomPrompt="1"/>
          </p:nvPr>
        </p:nvSpPr>
        <p:spPr>
          <a:xfrm>
            <a:off x="7786070" y="-2"/>
            <a:ext cx="4405930" cy="6858001"/>
          </a:xfrm>
          <a:custGeom>
            <a:avLst/>
            <a:gdLst>
              <a:gd name="connsiteX0" fmla="*/ 0 w 4405930"/>
              <a:gd name="connsiteY0" fmla="*/ 0 h 6858001"/>
              <a:gd name="connsiteX1" fmla="*/ 4405930 w 4405930"/>
              <a:gd name="connsiteY1" fmla="*/ 0 h 6858001"/>
              <a:gd name="connsiteX2" fmla="*/ 4405930 w 4405930"/>
              <a:gd name="connsiteY2" fmla="*/ 6858001 h 6858001"/>
              <a:gd name="connsiteX3" fmla="*/ 0 w 4405930"/>
              <a:gd name="connsiteY3" fmla="*/ 6858001 h 6858001"/>
              <a:gd name="connsiteX4" fmla="*/ 0 w 4405930"/>
              <a:gd name="connsiteY4" fmla="*/ 632310 h 6858001"/>
              <a:gd name="connsiteX5" fmla="*/ 4405929 w 4405930"/>
              <a:gd name="connsiteY5" fmla="*/ 632310 h 6858001"/>
              <a:gd name="connsiteX6" fmla="*/ 4405929 w 4405930"/>
              <a:gd name="connsiteY6" fmla="*/ 568302 h 6858001"/>
              <a:gd name="connsiteX7" fmla="*/ 0 w 4405930"/>
              <a:gd name="connsiteY7" fmla="*/ 568302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405930" h="6858001">
                <a:moveTo>
                  <a:pt x="0" y="0"/>
                </a:moveTo>
                <a:lnTo>
                  <a:pt x="4405930" y="0"/>
                </a:lnTo>
                <a:lnTo>
                  <a:pt x="4405930" y="6858001"/>
                </a:lnTo>
                <a:lnTo>
                  <a:pt x="0" y="6858001"/>
                </a:lnTo>
                <a:lnTo>
                  <a:pt x="0" y="632310"/>
                </a:lnTo>
                <a:lnTo>
                  <a:pt x="4405929" y="632310"/>
                </a:lnTo>
                <a:lnTo>
                  <a:pt x="4405929" y="568302"/>
                </a:lnTo>
                <a:lnTo>
                  <a:pt x="0" y="568302"/>
                </a:lnTo>
                <a:close/>
              </a:path>
            </a:pathLst>
          </a:custGeom>
          <a:blipFill dpi="0" rotWithShape="1">
            <a:blip r:embed="rId2">
              <a:alphaModFix amt="60000"/>
            </a:blip>
            <a:srcRect/>
            <a:stretch>
              <a:fillRect/>
            </a:stretch>
          </a:blipFill>
        </p:spPr>
        <p:txBody>
          <a:bodyPr wrap="square" rtlCol="0">
            <a:noAutofit/>
          </a:bodyPr>
          <a:lstStyle>
            <a:lvl1pPr marL="0" indent="0">
              <a:buNone/>
              <a:defRPr/>
            </a:lvl1pPr>
          </a:lstStyle>
          <a:p>
            <a:pPr rtl="0"/>
            <a:r>
              <a:rPr lang="pt-br"/>
              <a:t> </a:t>
            </a:r>
          </a:p>
        </p:txBody>
      </p:sp>
      <p:sp>
        <p:nvSpPr>
          <p:cNvPr id="39" name="Retângulo 38">
            <a:extLst>
              <a:ext uri="{FF2B5EF4-FFF2-40B4-BE49-F238E27FC236}">
                <a16:creationId xmlns:a16="http://schemas.microsoft.com/office/drawing/2014/main" id="{031C6569-302F-A491-577D-85BBD3AFD160}"/>
              </a:ext>
            </a:extLst>
          </p:cNvPr>
          <p:cNvSpPr/>
          <p:nvPr/>
        </p:nvSpPr>
        <p:spPr>
          <a:xfrm>
            <a:off x="634034" y="568300"/>
            <a:ext cx="11557965" cy="64008"/>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5929591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ítulo com Imagem 6">
    <p:bg>
      <p:bgPr>
        <a:solidFill>
          <a:schemeClr val="bg1"/>
        </a:solidFill>
        <a:effectLst/>
      </p:bgPr>
    </p:bg>
    <p:spTree>
      <p:nvGrpSpPr>
        <p:cNvPr id="1" name=""/>
        <p:cNvGrpSpPr/>
        <p:nvPr/>
      </p:nvGrpSpPr>
      <p:grpSpPr>
        <a:xfrm>
          <a:off x="0" y="0"/>
          <a:ext cx="0" cy="0"/>
          <a:chOff x="0" y="0"/>
          <a:chExt cx="0" cy="0"/>
        </a:xfrm>
      </p:grpSpPr>
      <p:sp>
        <p:nvSpPr>
          <p:cNvPr id="45" name="Retângulo 44">
            <a:extLst>
              <a:ext uri="{FF2B5EF4-FFF2-40B4-BE49-F238E27FC236}">
                <a16:creationId xmlns:a16="http://schemas.microsoft.com/office/drawing/2014/main" id="{528339C4-3F0B-4FDE-331F-F8029E9A43FE}"/>
              </a:ext>
            </a:extLst>
          </p:cNvPr>
          <p:cNvSpPr/>
          <p:nvPr/>
        </p:nvSpPr>
        <p:spPr>
          <a:xfrm>
            <a:off x="0" y="0"/>
            <a:ext cx="7786069"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9" name="Título 8">
            <a:extLst>
              <a:ext uri="{FF2B5EF4-FFF2-40B4-BE49-F238E27FC236}">
                <a16:creationId xmlns:a16="http://schemas.microsoft.com/office/drawing/2014/main" id="{0BC36425-FDF2-F5CF-6A47-6FF03D432E73}"/>
              </a:ext>
            </a:extLst>
          </p:cNvPr>
          <p:cNvSpPr>
            <a:spLocks noGrp="1"/>
          </p:cNvSpPr>
          <p:nvPr>
            <p:ph type="title"/>
          </p:nvPr>
        </p:nvSpPr>
        <p:spPr>
          <a:xfrm>
            <a:off x="1571624" y="1016955"/>
            <a:ext cx="5657849" cy="2980050"/>
          </a:xfrm>
        </p:spPr>
        <p:txBody>
          <a:bodyPr rtlCol="0">
            <a:noAutofit/>
          </a:bodyPr>
          <a:lstStyle>
            <a:lvl1pPr>
              <a:defRPr sz="7200" cap="all" baseline="0">
                <a:solidFill>
                  <a:schemeClr val="bg1"/>
                </a:solidFill>
              </a:defRPr>
            </a:lvl1pPr>
          </a:lstStyle>
          <a:p>
            <a:pPr rtl="0"/>
            <a:r>
              <a:rPr lang="pt-br"/>
              <a:t>Clique para editar o estilo de título Mestre</a:t>
            </a:r>
          </a:p>
        </p:txBody>
      </p:sp>
      <p:sp>
        <p:nvSpPr>
          <p:cNvPr id="13" name="Subtítulo 2">
            <a:extLst>
              <a:ext uri="{FF2B5EF4-FFF2-40B4-BE49-F238E27FC236}">
                <a16:creationId xmlns:a16="http://schemas.microsoft.com/office/drawing/2014/main" id="{2100EADD-FAC0-B5A1-CE0F-C7DBBBB19153}"/>
              </a:ext>
            </a:extLst>
          </p:cNvPr>
          <p:cNvSpPr>
            <a:spLocks noGrp="1"/>
          </p:cNvSpPr>
          <p:nvPr>
            <p:ph type="subTitle" idx="1"/>
          </p:nvPr>
        </p:nvSpPr>
        <p:spPr>
          <a:xfrm>
            <a:off x="3457574" y="5013960"/>
            <a:ext cx="3761341" cy="842323"/>
          </a:xfrm>
          <a:prstGeom prst="rect">
            <a:avLst/>
          </a:prstGeom>
        </p:spPr>
        <p:txBody>
          <a:bodyPr vert="horz" lIns="91440" tIns="45720" rIns="91440" bIns="45720" rtlCol="0" anchor="b">
            <a:normAutofit/>
          </a:bodyPr>
          <a:lstStyle>
            <a:lvl1pPr marL="0" indent="0">
              <a:buNone/>
              <a:defRPr lang="en-US" sz="2000" b="1" i="0" dirty="0">
                <a:solidFill>
                  <a:schemeClr val="bg1"/>
                </a:solidFill>
                <a:latin typeface="Arial" panose="020B0604020202020204" pitchFamily="34" charset="0"/>
                <a:cs typeface="Arial" panose="020B0604020202020204" pitchFamily="34" charset="0"/>
              </a:defRPr>
            </a:lvl1pPr>
          </a:lstStyle>
          <a:p>
            <a:pPr lvl="0" rtl="0"/>
            <a:r>
              <a:rPr lang="pt-br"/>
              <a:t>Clique para editar o estilo de subtítulo Mestre</a:t>
            </a:r>
          </a:p>
        </p:txBody>
      </p:sp>
      <p:sp>
        <p:nvSpPr>
          <p:cNvPr id="5" name="Espaço Reservado para Rodapé 4">
            <a:extLst>
              <a:ext uri="{FF2B5EF4-FFF2-40B4-BE49-F238E27FC236}">
                <a16:creationId xmlns:a16="http://schemas.microsoft.com/office/drawing/2014/main" id="{5B407A58-3351-E479-1A0C-2FF49FA42707}"/>
              </a:ext>
            </a:extLst>
          </p:cNvPr>
          <p:cNvSpPr>
            <a:spLocks noGrp="1"/>
          </p:cNvSpPr>
          <p:nvPr>
            <p:ph type="ftr" sz="quarter" idx="11"/>
          </p:nvPr>
        </p:nvSpPr>
        <p:spPr>
          <a:xfrm>
            <a:off x="533400" y="6477000"/>
            <a:ext cx="4815506" cy="381001"/>
          </a:xfrm>
          <a:prstGeom prst="rect">
            <a:avLst/>
          </a:prstGeom>
        </p:spPr>
        <p:txBody>
          <a:bodyPr rtlCol="0"/>
          <a:lstStyle>
            <a:lvl1pPr>
              <a:defRPr>
                <a:solidFill>
                  <a:schemeClr val="bg1"/>
                </a:solidFill>
              </a:defRPr>
            </a:lvl1pPr>
          </a:lstStyle>
          <a:p>
            <a:pPr rtl="0"/>
            <a:r>
              <a:rPr lang="pt-br"/>
              <a:t>Título da apresentação</a:t>
            </a:r>
            <a:endParaRPr lang="en-US" dirty="0"/>
          </a:p>
        </p:txBody>
      </p:sp>
      <p:sp>
        <p:nvSpPr>
          <p:cNvPr id="4" name="Espaço Reservado para Data 3">
            <a:extLst>
              <a:ext uri="{FF2B5EF4-FFF2-40B4-BE49-F238E27FC236}">
                <a16:creationId xmlns:a16="http://schemas.microsoft.com/office/drawing/2014/main" id="{EAE2DAFA-435E-AAF9-8B67-495E5AFDCD91}"/>
              </a:ext>
            </a:extLst>
          </p:cNvPr>
          <p:cNvSpPr>
            <a:spLocks noGrp="1"/>
          </p:cNvSpPr>
          <p:nvPr>
            <p:ph type="dt" sz="half" idx="10"/>
          </p:nvPr>
        </p:nvSpPr>
        <p:spPr>
          <a:xfrm>
            <a:off x="5343525" y="6476999"/>
            <a:ext cx="1212771" cy="381001"/>
          </a:xfrm>
          <a:prstGeom prst="rect">
            <a:avLst/>
          </a:prstGeom>
        </p:spPr>
        <p:txBody>
          <a:bodyPr rtlCol="0"/>
          <a:lstStyle>
            <a:lvl1pPr>
              <a:defRPr>
                <a:solidFill>
                  <a:schemeClr val="bg1"/>
                </a:solidFill>
              </a:defRPr>
            </a:lvl1pPr>
          </a:lstStyle>
          <a:p>
            <a:pPr rtl="0"/>
            <a:r>
              <a:rPr lang="en-US"/>
              <a:t>17/09/2025</a:t>
            </a:r>
            <a:endParaRPr lang="en-US" dirty="0"/>
          </a:p>
        </p:txBody>
      </p:sp>
      <p:sp>
        <p:nvSpPr>
          <p:cNvPr id="6" name="Espaço Reservado para o Número do Slide 5">
            <a:extLst>
              <a:ext uri="{FF2B5EF4-FFF2-40B4-BE49-F238E27FC236}">
                <a16:creationId xmlns:a16="http://schemas.microsoft.com/office/drawing/2014/main" id="{81789E10-2433-2ECB-9C92-571B583A4CF1}"/>
              </a:ext>
            </a:extLst>
          </p:cNvPr>
          <p:cNvSpPr>
            <a:spLocks noGrp="1"/>
          </p:cNvSpPr>
          <p:nvPr>
            <p:ph type="sldNum" sz="quarter" idx="12"/>
          </p:nvPr>
        </p:nvSpPr>
        <p:spPr>
          <a:xfrm>
            <a:off x="6561689" y="6477000"/>
            <a:ext cx="657226" cy="381001"/>
          </a:xfrm>
          <a:prstGeom prst="rect">
            <a:avLst/>
          </a:prstGeom>
        </p:spPr>
        <p:txBody>
          <a:bodyPr rtlCol="0"/>
          <a:lstStyle>
            <a:lvl1pPr>
              <a:defRPr>
                <a:solidFill>
                  <a:schemeClr val="bg1"/>
                </a:solidFill>
              </a:defRPr>
            </a:lvl1pPr>
          </a:lstStyle>
          <a:p>
            <a:pPr rtl="0"/>
            <a:fld id="{AEAA3239-9EA4-4A65-A281-97F994456D9F}" type="slidenum">
              <a:rPr lang="en-US" smtClean="0"/>
              <a:pPr/>
              <a:t>‹#›</a:t>
            </a:fld>
            <a:endParaRPr lang="en-US" dirty="0"/>
          </a:p>
        </p:txBody>
      </p:sp>
      <p:sp>
        <p:nvSpPr>
          <p:cNvPr id="44" name="Espaço Reservado para Imagem 43">
            <a:extLst>
              <a:ext uri="{FF2B5EF4-FFF2-40B4-BE49-F238E27FC236}">
                <a16:creationId xmlns:a16="http://schemas.microsoft.com/office/drawing/2014/main" id="{B02236DF-7EF5-6F1F-81E2-5FBB5F770DDA}"/>
              </a:ext>
            </a:extLst>
          </p:cNvPr>
          <p:cNvSpPr>
            <a:spLocks noGrp="1"/>
          </p:cNvSpPr>
          <p:nvPr>
            <p:ph type="pic" sz="quarter" idx="13" hasCustomPrompt="1"/>
          </p:nvPr>
        </p:nvSpPr>
        <p:spPr>
          <a:xfrm>
            <a:off x="7786070" y="0"/>
            <a:ext cx="4405930" cy="6858000"/>
          </a:xfrm>
          <a:custGeom>
            <a:avLst/>
            <a:gdLst>
              <a:gd name="connsiteX0" fmla="*/ 0 w 4405930"/>
              <a:gd name="connsiteY0" fmla="*/ 0 h 6858000"/>
              <a:gd name="connsiteX1" fmla="*/ 4405930 w 4405930"/>
              <a:gd name="connsiteY1" fmla="*/ 0 h 6858000"/>
              <a:gd name="connsiteX2" fmla="*/ 4405930 w 4405930"/>
              <a:gd name="connsiteY2" fmla="*/ 6858000 h 6858000"/>
              <a:gd name="connsiteX3" fmla="*/ 0 w 4405930"/>
              <a:gd name="connsiteY3" fmla="*/ 6858000 h 6858000"/>
              <a:gd name="connsiteX4" fmla="*/ 0 w 4405930"/>
              <a:gd name="connsiteY4" fmla="*/ 6223002 h 6858000"/>
              <a:gd name="connsiteX5" fmla="*/ 4405929 w 4405930"/>
              <a:gd name="connsiteY5" fmla="*/ 6223002 h 6858000"/>
              <a:gd name="connsiteX6" fmla="*/ 4405929 w 4405930"/>
              <a:gd name="connsiteY6" fmla="*/ 6158994 h 6858000"/>
              <a:gd name="connsiteX7" fmla="*/ 0 w 4405930"/>
              <a:gd name="connsiteY7" fmla="*/ 615899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405930" h="6858000">
                <a:moveTo>
                  <a:pt x="0" y="0"/>
                </a:moveTo>
                <a:lnTo>
                  <a:pt x="4405930" y="0"/>
                </a:lnTo>
                <a:lnTo>
                  <a:pt x="4405930" y="6858000"/>
                </a:lnTo>
                <a:lnTo>
                  <a:pt x="0" y="6858000"/>
                </a:lnTo>
                <a:lnTo>
                  <a:pt x="0" y="6223002"/>
                </a:lnTo>
                <a:lnTo>
                  <a:pt x="4405929" y="6223002"/>
                </a:lnTo>
                <a:lnTo>
                  <a:pt x="4405929" y="6158994"/>
                </a:lnTo>
                <a:lnTo>
                  <a:pt x="0" y="6158994"/>
                </a:lnTo>
                <a:close/>
              </a:path>
            </a:pathLst>
          </a:custGeom>
          <a:blipFill>
            <a:blip r:embed="rId2">
              <a:alphaModFix amt="60000"/>
            </a:blip>
            <a:stretch>
              <a:fillRect/>
            </a:stretch>
          </a:blipFill>
        </p:spPr>
        <p:txBody>
          <a:bodyPr wrap="square" rtlCol="0">
            <a:noAutofit/>
          </a:bodyPr>
          <a:lstStyle>
            <a:lvl1pPr marL="0" indent="0">
              <a:buNone/>
              <a:defRPr/>
            </a:lvl1pPr>
          </a:lstStyle>
          <a:p>
            <a:pPr rtl="0"/>
            <a:r>
              <a:rPr lang="pt-br"/>
              <a:t> </a:t>
            </a:r>
          </a:p>
        </p:txBody>
      </p:sp>
      <p:sp>
        <p:nvSpPr>
          <p:cNvPr id="8" name="Forma Livre 7">
            <a:extLst>
              <a:ext uri="{FF2B5EF4-FFF2-40B4-BE49-F238E27FC236}">
                <a16:creationId xmlns:a16="http://schemas.microsoft.com/office/drawing/2014/main" id="{1ED591FA-7D43-29EE-BFC3-BBC766B4EE45}"/>
              </a:ext>
            </a:extLst>
          </p:cNvPr>
          <p:cNvSpPr/>
          <p:nvPr userDrawn="1"/>
        </p:nvSpPr>
        <p:spPr>
          <a:xfrm>
            <a:off x="3457574" y="6158994"/>
            <a:ext cx="4328495" cy="64006"/>
          </a:xfrm>
          <a:custGeom>
            <a:avLst/>
            <a:gdLst>
              <a:gd name="connsiteX0" fmla="*/ 0 w 7152036"/>
              <a:gd name="connsiteY0" fmla="*/ 0 h 64008"/>
              <a:gd name="connsiteX1" fmla="*/ 7152036 w 7152036"/>
              <a:gd name="connsiteY1" fmla="*/ 0 h 64008"/>
              <a:gd name="connsiteX2" fmla="*/ 7152036 w 7152036"/>
              <a:gd name="connsiteY2" fmla="*/ 64008 h 64008"/>
              <a:gd name="connsiteX3" fmla="*/ 0 w 7152036"/>
              <a:gd name="connsiteY3" fmla="*/ 64008 h 64008"/>
            </a:gdLst>
            <a:ahLst/>
            <a:cxnLst>
              <a:cxn ang="0">
                <a:pos x="connsiteX0" y="connsiteY0"/>
              </a:cxn>
              <a:cxn ang="0">
                <a:pos x="connsiteX1" y="connsiteY1"/>
              </a:cxn>
              <a:cxn ang="0">
                <a:pos x="connsiteX2" y="connsiteY2"/>
              </a:cxn>
              <a:cxn ang="0">
                <a:pos x="connsiteX3" y="connsiteY3"/>
              </a:cxn>
            </a:cxnLst>
            <a:rect l="l" t="t" r="r" b="b"/>
            <a:pathLst>
              <a:path w="7152036" h="64008">
                <a:moveTo>
                  <a:pt x="0" y="0"/>
                </a:moveTo>
                <a:lnTo>
                  <a:pt x="7152036" y="0"/>
                </a:lnTo>
                <a:lnTo>
                  <a:pt x="7152036" y="64008"/>
                </a:lnTo>
                <a:lnTo>
                  <a:pt x="0" y="64008"/>
                </a:lnTo>
                <a:close/>
              </a:path>
            </a:pathLst>
          </a:cu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rtl="0"/>
            <a:endParaRPr lang="en-US"/>
          </a:p>
        </p:txBody>
      </p:sp>
    </p:spTree>
    <p:extLst>
      <p:ext uri="{BB962C8B-B14F-4D97-AF65-F5344CB8AC3E}">
        <p14:creationId xmlns:p14="http://schemas.microsoft.com/office/powerpoint/2010/main" val="32137870"/>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ítulo com Imagem 7">
    <p:bg>
      <p:bgPr>
        <a:solidFill>
          <a:schemeClr val="tx2"/>
        </a:solidFill>
        <a:effectLst/>
      </p:bgPr>
    </p:bg>
    <p:spTree>
      <p:nvGrpSpPr>
        <p:cNvPr id="1" name=""/>
        <p:cNvGrpSpPr/>
        <p:nvPr/>
      </p:nvGrpSpPr>
      <p:grpSpPr>
        <a:xfrm>
          <a:off x="0" y="0"/>
          <a:ext cx="0" cy="0"/>
          <a:chOff x="0" y="0"/>
          <a:chExt cx="0" cy="0"/>
        </a:xfrm>
      </p:grpSpPr>
      <p:sp>
        <p:nvSpPr>
          <p:cNvPr id="8" name="Título 7">
            <a:extLst>
              <a:ext uri="{FF2B5EF4-FFF2-40B4-BE49-F238E27FC236}">
                <a16:creationId xmlns:a16="http://schemas.microsoft.com/office/drawing/2014/main" id="{4AC4AA71-4D00-C504-86D1-E003D9A4DEDF}"/>
              </a:ext>
            </a:extLst>
          </p:cNvPr>
          <p:cNvSpPr>
            <a:spLocks noGrp="1"/>
          </p:cNvSpPr>
          <p:nvPr>
            <p:ph type="title"/>
          </p:nvPr>
        </p:nvSpPr>
        <p:spPr>
          <a:xfrm>
            <a:off x="1447800" y="3623950"/>
            <a:ext cx="7275859" cy="2395850"/>
          </a:xfrm>
        </p:spPr>
        <p:txBody>
          <a:bodyPr rtlCol="0" anchor="b">
            <a:noAutofit/>
          </a:bodyPr>
          <a:lstStyle>
            <a:lvl1pPr>
              <a:defRPr sz="7200" cap="all" baseline="0">
                <a:solidFill>
                  <a:schemeClr val="bg1"/>
                </a:solidFill>
              </a:defRPr>
            </a:lvl1pPr>
          </a:lstStyle>
          <a:p>
            <a:pPr rtl="0"/>
            <a:r>
              <a:rPr lang="pt-br"/>
              <a:t>Clique para editar o estilo de título Mestre</a:t>
            </a:r>
          </a:p>
        </p:txBody>
      </p:sp>
      <p:sp>
        <p:nvSpPr>
          <p:cNvPr id="3" name="Subtítulo 2">
            <a:extLst>
              <a:ext uri="{FF2B5EF4-FFF2-40B4-BE49-F238E27FC236}">
                <a16:creationId xmlns:a16="http://schemas.microsoft.com/office/drawing/2014/main" id="{2BDC76B8-60F6-62D3-9F73-E81662203017}"/>
              </a:ext>
            </a:extLst>
          </p:cNvPr>
          <p:cNvSpPr>
            <a:spLocks noGrp="1"/>
          </p:cNvSpPr>
          <p:nvPr>
            <p:ph type="subTitle" idx="1"/>
          </p:nvPr>
        </p:nvSpPr>
        <p:spPr>
          <a:xfrm>
            <a:off x="9110042" y="4728526"/>
            <a:ext cx="2548557" cy="1127758"/>
          </a:xfrm>
          <a:prstGeom prst="rect">
            <a:avLst/>
          </a:prstGeom>
        </p:spPr>
        <p:txBody>
          <a:bodyPr rtlCol="0" anchor="b">
            <a:normAutofit/>
          </a:bodyPr>
          <a:lstStyle>
            <a:lvl1pPr marL="0" indent="0" algn="r">
              <a:buNone/>
              <a:defRPr sz="2000" b="1" i="0">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rtl="0"/>
            <a:r>
              <a:rPr lang="pt-br"/>
              <a:t>Clique para editar o estilo de subtítulo Mestre</a:t>
            </a:r>
            <a:endParaRPr lang="en-US" dirty="0"/>
          </a:p>
        </p:txBody>
      </p:sp>
      <p:sp>
        <p:nvSpPr>
          <p:cNvPr id="35" name="Espaço Reservado para Imagem 34">
            <a:extLst>
              <a:ext uri="{FF2B5EF4-FFF2-40B4-BE49-F238E27FC236}">
                <a16:creationId xmlns:a16="http://schemas.microsoft.com/office/drawing/2014/main" id="{B9064727-BADB-A389-B86C-8631998C0849}"/>
              </a:ext>
            </a:extLst>
          </p:cNvPr>
          <p:cNvSpPr>
            <a:spLocks noGrp="1"/>
          </p:cNvSpPr>
          <p:nvPr>
            <p:ph type="pic" sz="quarter" idx="13" hasCustomPrompt="1"/>
          </p:nvPr>
        </p:nvSpPr>
        <p:spPr>
          <a:xfrm>
            <a:off x="1571624" y="-1"/>
            <a:ext cx="10620375" cy="3242950"/>
          </a:xfrm>
          <a:blipFill dpi="0" rotWithShape="1">
            <a:blip r:embed="rId2">
              <a:alphaModFix amt="60000"/>
            </a:blip>
            <a:srcRect/>
            <a:stretch>
              <a:fillRect/>
            </a:stretch>
          </a:blipFill>
        </p:spPr>
        <p:txBody>
          <a:bodyPr rtlCol="0"/>
          <a:lstStyle>
            <a:lvl1pPr marL="0" indent="0">
              <a:buNone/>
              <a:defRPr/>
            </a:lvl1pPr>
          </a:lstStyle>
          <a:p>
            <a:pPr rtl="0"/>
            <a:r>
              <a:rPr lang="pt-br"/>
              <a:t> </a:t>
            </a:r>
          </a:p>
        </p:txBody>
      </p:sp>
      <p:sp>
        <p:nvSpPr>
          <p:cNvPr id="5" name="Espaço Reservado para Rodapé 4">
            <a:extLst>
              <a:ext uri="{FF2B5EF4-FFF2-40B4-BE49-F238E27FC236}">
                <a16:creationId xmlns:a16="http://schemas.microsoft.com/office/drawing/2014/main" id="{5B407A58-3351-E479-1A0C-2FF49FA42707}"/>
              </a:ext>
            </a:extLst>
          </p:cNvPr>
          <p:cNvSpPr>
            <a:spLocks noGrp="1"/>
          </p:cNvSpPr>
          <p:nvPr>
            <p:ph type="ftr" sz="quarter" idx="11"/>
          </p:nvPr>
        </p:nvSpPr>
        <p:spPr>
          <a:xfrm>
            <a:off x="533400" y="6477000"/>
            <a:ext cx="8576636" cy="381001"/>
          </a:xfrm>
          <a:prstGeom prst="rect">
            <a:avLst/>
          </a:prstGeom>
        </p:spPr>
        <p:txBody>
          <a:bodyPr rtlCol="0"/>
          <a:lstStyle>
            <a:lvl1pPr>
              <a:defRPr>
                <a:solidFill>
                  <a:schemeClr val="bg1"/>
                </a:solidFill>
              </a:defRPr>
            </a:lvl1pPr>
          </a:lstStyle>
          <a:p>
            <a:pPr rtl="0"/>
            <a:r>
              <a:rPr lang="pt-br"/>
              <a:t>Título da apresentação</a:t>
            </a:r>
            <a:endParaRPr lang="en-US" dirty="0"/>
          </a:p>
        </p:txBody>
      </p:sp>
      <p:sp>
        <p:nvSpPr>
          <p:cNvPr id="4" name="Espaço Reservado para Data 3">
            <a:extLst>
              <a:ext uri="{FF2B5EF4-FFF2-40B4-BE49-F238E27FC236}">
                <a16:creationId xmlns:a16="http://schemas.microsoft.com/office/drawing/2014/main" id="{EAE2DAFA-435E-AAF9-8B67-495E5AFDCD91}"/>
              </a:ext>
            </a:extLst>
          </p:cNvPr>
          <p:cNvSpPr>
            <a:spLocks noGrp="1"/>
          </p:cNvSpPr>
          <p:nvPr>
            <p:ph type="dt" sz="half" idx="10"/>
          </p:nvPr>
        </p:nvSpPr>
        <p:spPr>
          <a:xfrm>
            <a:off x="9110037" y="6476999"/>
            <a:ext cx="1885950" cy="381001"/>
          </a:xfrm>
          <a:prstGeom prst="rect">
            <a:avLst/>
          </a:prstGeom>
        </p:spPr>
        <p:txBody>
          <a:bodyPr rtlCol="0"/>
          <a:lstStyle>
            <a:lvl1pPr>
              <a:defRPr>
                <a:solidFill>
                  <a:schemeClr val="bg1"/>
                </a:solidFill>
              </a:defRPr>
            </a:lvl1pPr>
          </a:lstStyle>
          <a:p>
            <a:pPr rtl="0"/>
            <a:r>
              <a:rPr lang="en-US"/>
              <a:t>17/09/2025</a:t>
            </a:r>
            <a:endParaRPr lang="en-US" dirty="0"/>
          </a:p>
        </p:txBody>
      </p:sp>
      <p:sp>
        <p:nvSpPr>
          <p:cNvPr id="6" name="Espaço Reservado para o Número do Slide 5">
            <a:extLst>
              <a:ext uri="{FF2B5EF4-FFF2-40B4-BE49-F238E27FC236}">
                <a16:creationId xmlns:a16="http://schemas.microsoft.com/office/drawing/2014/main" id="{81789E10-2433-2ECB-9C92-571B583A4CF1}"/>
              </a:ext>
            </a:extLst>
          </p:cNvPr>
          <p:cNvSpPr>
            <a:spLocks noGrp="1"/>
          </p:cNvSpPr>
          <p:nvPr>
            <p:ph type="sldNum" sz="quarter" idx="12"/>
          </p:nvPr>
        </p:nvSpPr>
        <p:spPr>
          <a:xfrm>
            <a:off x="11001379" y="6477000"/>
            <a:ext cx="657226" cy="381001"/>
          </a:xfrm>
          <a:prstGeom prst="rect">
            <a:avLst/>
          </a:prstGeom>
        </p:spPr>
        <p:txBody>
          <a:bodyPr rtlCol="0"/>
          <a:lstStyle>
            <a:lvl1pPr>
              <a:defRPr>
                <a:solidFill>
                  <a:schemeClr val="bg1"/>
                </a:solidFill>
              </a:defRPr>
            </a:lvl1pPr>
          </a:lstStyle>
          <a:p>
            <a:pPr rtl="0"/>
            <a:fld id="{AEAA3239-9EA4-4A65-A281-97F994456D9F}" type="slidenum">
              <a:rPr lang="en-US" smtClean="0"/>
              <a:pPr/>
              <a:t>‹#›</a:t>
            </a:fld>
            <a:endParaRPr lang="en-US" dirty="0"/>
          </a:p>
        </p:txBody>
      </p:sp>
      <p:sp>
        <p:nvSpPr>
          <p:cNvPr id="10" name="Forma Livre 9">
            <a:extLst>
              <a:ext uri="{FF2B5EF4-FFF2-40B4-BE49-F238E27FC236}">
                <a16:creationId xmlns:a16="http://schemas.microsoft.com/office/drawing/2014/main" id="{8DFF3827-CD62-4A14-DFBC-0250A91ECBC5}"/>
              </a:ext>
            </a:extLst>
          </p:cNvPr>
          <p:cNvSpPr/>
          <p:nvPr/>
        </p:nvSpPr>
        <p:spPr>
          <a:xfrm>
            <a:off x="9110042" y="6167560"/>
            <a:ext cx="3085896" cy="64006"/>
          </a:xfrm>
          <a:custGeom>
            <a:avLst/>
            <a:gdLst>
              <a:gd name="connsiteX0" fmla="*/ 0 w 7152036"/>
              <a:gd name="connsiteY0" fmla="*/ 0 h 64008"/>
              <a:gd name="connsiteX1" fmla="*/ 7152036 w 7152036"/>
              <a:gd name="connsiteY1" fmla="*/ 0 h 64008"/>
              <a:gd name="connsiteX2" fmla="*/ 7152036 w 7152036"/>
              <a:gd name="connsiteY2" fmla="*/ 64008 h 64008"/>
              <a:gd name="connsiteX3" fmla="*/ 0 w 7152036"/>
              <a:gd name="connsiteY3" fmla="*/ 64008 h 64008"/>
            </a:gdLst>
            <a:ahLst/>
            <a:cxnLst>
              <a:cxn ang="0">
                <a:pos x="connsiteX0" y="connsiteY0"/>
              </a:cxn>
              <a:cxn ang="0">
                <a:pos x="connsiteX1" y="connsiteY1"/>
              </a:cxn>
              <a:cxn ang="0">
                <a:pos x="connsiteX2" y="connsiteY2"/>
              </a:cxn>
              <a:cxn ang="0">
                <a:pos x="connsiteX3" y="connsiteY3"/>
              </a:cxn>
            </a:cxnLst>
            <a:rect l="l" t="t" r="r" b="b"/>
            <a:pathLst>
              <a:path w="7152036" h="64008">
                <a:moveTo>
                  <a:pt x="0" y="0"/>
                </a:moveTo>
                <a:lnTo>
                  <a:pt x="7152036" y="0"/>
                </a:lnTo>
                <a:lnTo>
                  <a:pt x="7152036" y="64008"/>
                </a:lnTo>
                <a:lnTo>
                  <a:pt x="0" y="64008"/>
                </a:lnTo>
                <a:close/>
              </a:path>
            </a:pathLst>
          </a:cu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rtl="0"/>
            <a:endParaRPr lang="en-US"/>
          </a:p>
        </p:txBody>
      </p:sp>
      <p:sp>
        <p:nvSpPr>
          <p:cNvPr id="36" name="Forma Livre 35">
            <a:extLst>
              <a:ext uri="{FF2B5EF4-FFF2-40B4-BE49-F238E27FC236}">
                <a16:creationId xmlns:a16="http://schemas.microsoft.com/office/drawing/2014/main" id="{B46863E6-656C-574C-DA91-23C8D30CE998}"/>
              </a:ext>
            </a:extLst>
          </p:cNvPr>
          <p:cNvSpPr/>
          <p:nvPr/>
        </p:nvSpPr>
        <p:spPr>
          <a:xfrm>
            <a:off x="1571623" y="6167558"/>
            <a:ext cx="7543799" cy="64008"/>
          </a:xfrm>
          <a:custGeom>
            <a:avLst/>
            <a:gdLst>
              <a:gd name="connsiteX0" fmla="*/ 0 w 7152036"/>
              <a:gd name="connsiteY0" fmla="*/ 0 h 64008"/>
              <a:gd name="connsiteX1" fmla="*/ 7152036 w 7152036"/>
              <a:gd name="connsiteY1" fmla="*/ 0 h 64008"/>
              <a:gd name="connsiteX2" fmla="*/ 7152036 w 7152036"/>
              <a:gd name="connsiteY2" fmla="*/ 64008 h 64008"/>
              <a:gd name="connsiteX3" fmla="*/ 0 w 7152036"/>
              <a:gd name="connsiteY3" fmla="*/ 64008 h 64008"/>
            </a:gdLst>
            <a:ahLst/>
            <a:cxnLst>
              <a:cxn ang="0">
                <a:pos x="connsiteX0" y="connsiteY0"/>
              </a:cxn>
              <a:cxn ang="0">
                <a:pos x="connsiteX1" y="connsiteY1"/>
              </a:cxn>
              <a:cxn ang="0">
                <a:pos x="connsiteX2" y="connsiteY2"/>
              </a:cxn>
              <a:cxn ang="0">
                <a:pos x="connsiteX3" y="connsiteY3"/>
              </a:cxn>
            </a:cxnLst>
            <a:rect l="l" t="t" r="r" b="b"/>
            <a:pathLst>
              <a:path w="7152036" h="64008">
                <a:moveTo>
                  <a:pt x="0" y="0"/>
                </a:moveTo>
                <a:lnTo>
                  <a:pt x="7152036" y="0"/>
                </a:lnTo>
                <a:lnTo>
                  <a:pt x="7152036" y="64008"/>
                </a:lnTo>
                <a:lnTo>
                  <a:pt x="0" y="64008"/>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rtl="0"/>
            <a:endParaRPr lang="en-US"/>
          </a:p>
        </p:txBody>
      </p:sp>
    </p:spTree>
    <p:extLst>
      <p:ext uri="{BB962C8B-B14F-4D97-AF65-F5344CB8AC3E}">
        <p14:creationId xmlns:p14="http://schemas.microsoft.com/office/powerpoint/2010/main" val="435775371"/>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abeçalho da Seção">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4336E9A-8E96-CD8C-7598-F87632CD81CF}"/>
              </a:ext>
            </a:extLst>
          </p:cNvPr>
          <p:cNvSpPr>
            <a:spLocks noGrp="1"/>
          </p:cNvSpPr>
          <p:nvPr>
            <p:ph type="ctrTitle" hasCustomPrompt="1"/>
          </p:nvPr>
        </p:nvSpPr>
        <p:spPr>
          <a:xfrm>
            <a:off x="533400" y="1143000"/>
            <a:ext cx="8576636" cy="5271008"/>
          </a:xfrm>
          <a:prstGeom prst="rect">
            <a:avLst/>
          </a:prstGeom>
        </p:spPr>
        <p:txBody>
          <a:bodyPr vert="horz" lIns="91440" tIns="45720" rIns="91440" bIns="45720" rtlCol="0" anchor="b">
            <a:normAutofit/>
          </a:bodyPr>
          <a:lstStyle>
            <a:lvl1pPr>
              <a:defRPr lang="en-US" sz="7200" cap="all" baseline="0" dirty="0">
                <a:solidFill>
                  <a:schemeClr val="bg2"/>
                </a:solidFill>
              </a:defRPr>
            </a:lvl1pPr>
          </a:lstStyle>
          <a:p>
            <a:pPr lvl="0" rtl="0"/>
            <a:r>
              <a:rPr lang="pt-br"/>
              <a:t>CABEÇALHO DA SEÇÃO</a:t>
            </a:r>
          </a:p>
        </p:txBody>
      </p:sp>
      <p:sp>
        <p:nvSpPr>
          <p:cNvPr id="5" name="Espaço Reservado para Rodapé 4">
            <a:extLst>
              <a:ext uri="{FF2B5EF4-FFF2-40B4-BE49-F238E27FC236}">
                <a16:creationId xmlns:a16="http://schemas.microsoft.com/office/drawing/2014/main" id="{5B407A58-3351-E479-1A0C-2FF49FA42707}"/>
              </a:ext>
            </a:extLst>
          </p:cNvPr>
          <p:cNvSpPr>
            <a:spLocks noGrp="1"/>
          </p:cNvSpPr>
          <p:nvPr>
            <p:ph type="ftr" sz="quarter" idx="11"/>
          </p:nvPr>
        </p:nvSpPr>
        <p:spPr>
          <a:xfrm>
            <a:off x="533400" y="6492240"/>
            <a:ext cx="8576636" cy="365760"/>
          </a:xfrm>
          <a:prstGeom prst="rect">
            <a:avLst/>
          </a:prstGeom>
        </p:spPr>
        <p:txBody>
          <a:bodyPr rtlCol="0"/>
          <a:lstStyle>
            <a:lvl1pPr>
              <a:defRPr>
                <a:solidFill>
                  <a:schemeClr val="bg2"/>
                </a:solidFill>
              </a:defRPr>
            </a:lvl1pPr>
          </a:lstStyle>
          <a:p>
            <a:pPr rtl="0"/>
            <a:r>
              <a:rPr lang="pt-br"/>
              <a:t>Título da apresentação</a:t>
            </a:r>
            <a:endParaRPr lang="en-US" dirty="0"/>
          </a:p>
        </p:txBody>
      </p:sp>
      <p:sp>
        <p:nvSpPr>
          <p:cNvPr id="4" name="Espaço Reservado para Data 3">
            <a:extLst>
              <a:ext uri="{FF2B5EF4-FFF2-40B4-BE49-F238E27FC236}">
                <a16:creationId xmlns:a16="http://schemas.microsoft.com/office/drawing/2014/main" id="{EAE2DAFA-435E-AAF9-8B67-495E5AFDCD91}"/>
              </a:ext>
            </a:extLst>
          </p:cNvPr>
          <p:cNvSpPr>
            <a:spLocks noGrp="1"/>
          </p:cNvSpPr>
          <p:nvPr>
            <p:ph type="dt" sz="half" idx="10"/>
          </p:nvPr>
        </p:nvSpPr>
        <p:spPr>
          <a:xfrm>
            <a:off x="9110041" y="6492240"/>
            <a:ext cx="1891337" cy="365760"/>
          </a:xfrm>
          <a:prstGeom prst="rect">
            <a:avLst/>
          </a:prstGeom>
        </p:spPr>
        <p:txBody>
          <a:bodyPr rtlCol="0"/>
          <a:lstStyle>
            <a:lvl1pPr>
              <a:defRPr>
                <a:solidFill>
                  <a:schemeClr val="bg2"/>
                </a:solidFill>
              </a:defRPr>
            </a:lvl1pPr>
          </a:lstStyle>
          <a:p>
            <a:pPr rtl="0"/>
            <a:r>
              <a:rPr lang="en-US"/>
              <a:t>17/09/2025</a:t>
            </a:r>
            <a:endParaRPr lang="en-US" dirty="0"/>
          </a:p>
        </p:txBody>
      </p:sp>
      <p:sp>
        <p:nvSpPr>
          <p:cNvPr id="6" name="Espaço Reservado para o Número do Slide 5">
            <a:extLst>
              <a:ext uri="{FF2B5EF4-FFF2-40B4-BE49-F238E27FC236}">
                <a16:creationId xmlns:a16="http://schemas.microsoft.com/office/drawing/2014/main" id="{81789E10-2433-2ECB-9C92-571B583A4CF1}"/>
              </a:ext>
            </a:extLst>
          </p:cNvPr>
          <p:cNvSpPr>
            <a:spLocks noGrp="1"/>
          </p:cNvSpPr>
          <p:nvPr>
            <p:ph type="sldNum" sz="quarter" idx="12"/>
          </p:nvPr>
        </p:nvSpPr>
        <p:spPr>
          <a:xfrm>
            <a:off x="11001378" y="6492240"/>
            <a:ext cx="657222" cy="365760"/>
          </a:xfrm>
          <a:prstGeom prst="rect">
            <a:avLst/>
          </a:prstGeom>
        </p:spPr>
        <p:txBody>
          <a:bodyPr rtlCol="0"/>
          <a:lstStyle>
            <a:lvl1pPr>
              <a:defRPr>
                <a:solidFill>
                  <a:schemeClr val="bg2"/>
                </a:solidFill>
              </a:defRPr>
            </a:lvl1pPr>
          </a:lstStyle>
          <a:p>
            <a:pPr rtl="0"/>
            <a:fld id="{AEAA3239-9EA4-4A65-A281-97F994456D9F}" type="slidenum">
              <a:rPr lang="en-US" smtClean="0"/>
              <a:pPr/>
              <a:t>‹#›</a:t>
            </a:fld>
            <a:endParaRPr lang="en-US" dirty="0"/>
          </a:p>
        </p:txBody>
      </p:sp>
      <p:sp>
        <p:nvSpPr>
          <p:cNvPr id="32" name="Retângulo 31">
            <a:extLst>
              <a:ext uri="{FF2B5EF4-FFF2-40B4-BE49-F238E27FC236}">
                <a16:creationId xmlns:a16="http://schemas.microsoft.com/office/drawing/2014/main" id="{15F1B314-6B95-45EC-8168-CEA297F1BD40}"/>
              </a:ext>
            </a:extLst>
          </p:cNvPr>
          <p:cNvSpPr/>
          <p:nvPr/>
        </p:nvSpPr>
        <p:spPr>
          <a:xfrm>
            <a:off x="634029" y="570037"/>
            <a:ext cx="8476007" cy="6154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33" name="Retângulo 32">
            <a:extLst>
              <a:ext uri="{FF2B5EF4-FFF2-40B4-BE49-F238E27FC236}">
                <a16:creationId xmlns:a16="http://schemas.microsoft.com/office/drawing/2014/main" id="{D4E8A7FA-CBEB-E74B-AC79-5D830DAFC993}"/>
              </a:ext>
            </a:extLst>
          </p:cNvPr>
          <p:cNvSpPr/>
          <p:nvPr/>
        </p:nvSpPr>
        <p:spPr>
          <a:xfrm>
            <a:off x="9110036" y="570037"/>
            <a:ext cx="3081964" cy="61543"/>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3943181527"/>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Agenda">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33" name="Retângulo 32">
            <a:extLst>
              <a:ext uri="{FF2B5EF4-FFF2-40B4-BE49-F238E27FC236}">
                <a16:creationId xmlns:a16="http://schemas.microsoft.com/office/drawing/2014/main" id="{BAE97C67-C2EB-5515-0FDC-A535220C9DF0}"/>
              </a:ext>
            </a:extLst>
          </p:cNvPr>
          <p:cNvSpPr/>
          <p:nvPr/>
        </p:nvSpPr>
        <p:spPr>
          <a:xfrm>
            <a:off x="9110035" y="0"/>
            <a:ext cx="308196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2" name="Título 1">
            <a:extLst>
              <a:ext uri="{FF2B5EF4-FFF2-40B4-BE49-F238E27FC236}">
                <a16:creationId xmlns:a16="http://schemas.microsoft.com/office/drawing/2014/main" id="{4E4019F8-742E-9EEF-F591-C9666AC32AF1}"/>
              </a:ext>
            </a:extLst>
          </p:cNvPr>
          <p:cNvSpPr>
            <a:spLocks noGrp="1"/>
          </p:cNvSpPr>
          <p:nvPr>
            <p:ph type="title" hasCustomPrompt="1"/>
          </p:nvPr>
        </p:nvSpPr>
        <p:spPr>
          <a:xfrm>
            <a:off x="533399" y="1016955"/>
            <a:ext cx="8195646" cy="1127758"/>
          </a:xfrm>
          <a:prstGeom prst="rect">
            <a:avLst/>
          </a:prstGeom>
        </p:spPr>
        <p:txBody>
          <a:bodyPr rtlCol="0" anchor="t">
            <a:normAutofit/>
          </a:bodyPr>
          <a:lstStyle>
            <a:lvl1pPr>
              <a:defRPr sz="7200" cap="all" baseline="0"/>
            </a:lvl1pPr>
          </a:lstStyle>
          <a:p>
            <a:pPr rtl="0"/>
            <a:r>
              <a:rPr lang="pt-br"/>
              <a:t>AGENDA</a:t>
            </a:r>
          </a:p>
        </p:txBody>
      </p:sp>
      <p:sp>
        <p:nvSpPr>
          <p:cNvPr id="7" name="Espaço Reservado para Conteúdo 6">
            <a:extLst>
              <a:ext uri="{FF2B5EF4-FFF2-40B4-BE49-F238E27FC236}">
                <a16:creationId xmlns:a16="http://schemas.microsoft.com/office/drawing/2014/main" id="{28C8B19A-6FC1-2B71-0BFB-9274CBF396B9}"/>
              </a:ext>
            </a:extLst>
          </p:cNvPr>
          <p:cNvSpPr>
            <a:spLocks noGrp="1"/>
          </p:cNvSpPr>
          <p:nvPr>
            <p:ph sz="quarter" idx="13"/>
          </p:nvPr>
        </p:nvSpPr>
        <p:spPr>
          <a:xfrm>
            <a:off x="533399" y="2510472"/>
            <a:ext cx="8190496" cy="3966527"/>
          </a:xfrm>
          <a:prstGeom prst="rect">
            <a:avLst/>
          </a:prstGeom>
        </p:spPr>
        <p:txBody>
          <a:bodyPr rtlCol="0">
            <a:normAutofit/>
          </a:bodyPr>
          <a:lstStyle>
            <a:lvl1pPr marL="457200" indent="-457200">
              <a:lnSpc>
                <a:spcPct val="150000"/>
              </a:lnSpc>
              <a:spcBef>
                <a:spcPts val="0"/>
              </a:spcBef>
              <a:buFont typeface="+mj-lt"/>
              <a:buAutoNum type="arabicPeriod"/>
              <a:defRPr sz="2000"/>
            </a:lvl1pPr>
            <a:lvl2pPr marL="685800" indent="-457200">
              <a:lnSpc>
                <a:spcPct val="150000"/>
              </a:lnSpc>
              <a:spcBef>
                <a:spcPts val="0"/>
              </a:spcBef>
              <a:buFont typeface="+mj-lt"/>
              <a:buAutoNum type="arabicPeriod"/>
              <a:defRPr sz="2000"/>
            </a:lvl2pPr>
            <a:lvl3pPr marL="800100" indent="-342900">
              <a:lnSpc>
                <a:spcPct val="150000"/>
              </a:lnSpc>
              <a:spcBef>
                <a:spcPts val="0"/>
              </a:spcBef>
              <a:buFont typeface="+mj-lt"/>
              <a:buAutoNum type="arabicPeriod"/>
              <a:defRPr sz="2000"/>
            </a:lvl3pPr>
            <a:lvl4pPr marL="1028700" indent="-342900">
              <a:lnSpc>
                <a:spcPct val="150000"/>
              </a:lnSpc>
              <a:spcBef>
                <a:spcPts val="0"/>
              </a:spcBef>
              <a:buFont typeface="+mj-lt"/>
              <a:buAutoNum type="arabicPeriod"/>
              <a:defRPr sz="2000"/>
            </a:lvl4pPr>
            <a:lvl5pPr marL="1257300" indent="-342900">
              <a:lnSpc>
                <a:spcPct val="150000"/>
              </a:lnSpc>
              <a:spcBef>
                <a:spcPts val="0"/>
              </a:spcBef>
              <a:buFont typeface="+mj-lt"/>
              <a:buAutoNum type="arabicPeriod"/>
              <a:defRPr sz="2000"/>
            </a:lvl5pPr>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4" name="Espaço Reservado para Rodapé 3">
            <a:extLst>
              <a:ext uri="{FF2B5EF4-FFF2-40B4-BE49-F238E27FC236}">
                <a16:creationId xmlns:a16="http://schemas.microsoft.com/office/drawing/2014/main" id="{0B12CFE6-D05E-5478-B3A4-81DC4DCD7410}"/>
              </a:ext>
            </a:extLst>
          </p:cNvPr>
          <p:cNvSpPr>
            <a:spLocks noGrp="1"/>
          </p:cNvSpPr>
          <p:nvPr>
            <p:ph type="ftr" sz="quarter" idx="11"/>
          </p:nvPr>
        </p:nvSpPr>
        <p:spPr>
          <a:xfrm>
            <a:off x="533399" y="6492241"/>
            <a:ext cx="5758481" cy="365760"/>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3" name="Espaço Reservado para Data 2">
            <a:extLst>
              <a:ext uri="{FF2B5EF4-FFF2-40B4-BE49-F238E27FC236}">
                <a16:creationId xmlns:a16="http://schemas.microsoft.com/office/drawing/2014/main" id="{6CC77F2D-39D2-22F7-CF0B-39D63EBF00B7}"/>
              </a:ext>
            </a:extLst>
          </p:cNvPr>
          <p:cNvSpPr>
            <a:spLocks noGrp="1"/>
          </p:cNvSpPr>
          <p:nvPr>
            <p:ph type="dt" sz="half" idx="10"/>
          </p:nvPr>
        </p:nvSpPr>
        <p:spPr>
          <a:xfrm>
            <a:off x="6291885" y="6492240"/>
            <a:ext cx="1763999" cy="365760"/>
          </a:xfrm>
          <a:prstGeom prst="rect">
            <a:avLst/>
          </a:prstGeom>
        </p:spPr>
        <p:txBody>
          <a:bodyPr rtlCol="0"/>
          <a:lstStyle>
            <a:lvl1pPr>
              <a:defRPr>
                <a:solidFill>
                  <a:schemeClr val="tx2"/>
                </a:solidFill>
              </a:defRPr>
            </a:lvl1pPr>
          </a:lstStyle>
          <a:p>
            <a:pPr rtl="0"/>
            <a:r>
              <a:rPr lang="en-US"/>
              <a:t>17/09/2025</a:t>
            </a:r>
            <a:endParaRPr lang="en-US" dirty="0"/>
          </a:p>
        </p:txBody>
      </p:sp>
      <p:sp>
        <p:nvSpPr>
          <p:cNvPr id="5" name="Espaço Reservado para o Número do Slide 4">
            <a:extLst>
              <a:ext uri="{FF2B5EF4-FFF2-40B4-BE49-F238E27FC236}">
                <a16:creationId xmlns:a16="http://schemas.microsoft.com/office/drawing/2014/main" id="{626B86D3-24E1-029E-BA22-9F17F9517D65}"/>
              </a:ext>
            </a:extLst>
          </p:cNvPr>
          <p:cNvSpPr>
            <a:spLocks noGrp="1"/>
          </p:cNvSpPr>
          <p:nvPr>
            <p:ph type="sldNum" sz="quarter" idx="12"/>
          </p:nvPr>
        </p:nvSpPr>
        <p:spPr>
          <a:xfrm>
            <a:off x="8061271" y="6492241"/>
            <a:ext cx="662624" cy="365760"/>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dirty="0"/>
          </a:p>
        </p:txBody>
      </p:sp>
      <p:sp>
        <p:nvSpPr>
          <p:cNvPr id="34" name="Retângulo 33">
            <a:extLst>
              <a:ext uri="{FF2B5EF4-FFF2-40B4-BE49-F238E27FC236}">
                <a16:creationId xmlns:a16="http://schemas.microsoft.com/office/drawing/2014/main" id="{E58CA726-6257-4F3F-9296-A3CF5DCA19DB}"/>
              </a:ext>
            </a:extLst>
          </p:cNvPr>
          <p:cNvSpPr/>
          <p:nvPr/>
        </p:nvSpPr>
        <p:spPr>
          <a:xfrm>
            <a:off x="634029" y="2144714"/>
            <a:ext cx="8476007" cy="6154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358456988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Agenda 2">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E4019F8-742E-9EEF-F591-C9666AC32AF1}"/>
              </a:ext>
            </a:extLst>
          </p:cNvPr>
          <p:cNvSpPr>
            <a:spLocks noGrp="1"/>
          </p:cNvSpPr>
          <p:nvPr>
            <p:ph type="title" hasCustomPrompt="1"/>
          </p:nvPr>
        </p:nvSpPr>
        <p:spPr>
          <a:xfrm>
            <a:off x="1571616" y="1016955"/>
            <a:ext cx="10086983" cy="1127758"/>
          </a:xfrm>
          <a:prstGeom prst="rect">
            <a:avLst/>
          </a:prstGeom>
        </p:spPr>
        <p:txBody>
          <a:bodyPr rtlCol="0" anchor="t">
            <a:normAutofit/>
          </a:bodyPr>
          <a:lstStyle>
            <a:lvl1pPr>
              <a:defRPr sz="7200" cap="all" baseline="0"/>
            </a:lvl1pPr>
          </a:lstStyle>
          <a:p>
            <a:pPr rtl="0"/>
            <a:r>
              <a:rPr lang="pt-br"/>
              <a:t>AGENDA</a:t>
            </a:r>
          </a:p>
        </p:txBody>
      </p:sp>
      <p:sp>
        <p:nvSpPr>
          <p:cNvPr id="7" name="Espaço Reservado para Conteúdo 6">
            <a:extLst>
              <a:ext uri="{FF2B5EF4-FFF2-40B4-BE49-F238E27FC236}">
                <a16:creationId xmlns:a16="http://schemas.microsoft.com/office/drawing/2014/main" id="{28C8B19A-6FC1-2B71-0BFB-9274CBF396B9}"/>
              </a:ext>
            </a:extLst>
          </p:cNvPr>
          <p:cNvSpPr>
            <a:spLocks noGrp="1"/>
          </p:cNvSpPr>
          <p:nvPr>
            <p:ph sz="quarter" idx="13"/>
          </p:nvPr>
        </p:nvSpPr>
        <p:spPr>
          <a:xfrm>
            <a:off x="3457574" y="2510472"/>
            <a:ext cx="8201025" cy="3345813"/>
          </a:xfrm>
          <a:prstGeom prst="rect">
            <a:avLst/>
          </a:prstGeom>
        </p:spPr>
        <p:txBody>
          <a:bodyPr rtlCol="0" anchor="b">
            <a:normAutofit/>
          </a:bodyPr>
          <a:lstStyle>
            <a:lvl1pPr marL="457200" indent="-457200">
              <a:lnSpc>
                <a:spcPct val="150000"/>
              </a:lnSpc>
              <a:spcBef>
                <a:spcPts val="0"/>
              </a:spcBef>
              <a:buFont typeface="+mj-lt"/>
              <a:buAutoNum type="arabicPeriod"/>
              <a:defRPr sz="1600" b="0" i="0">
                <a:latin typeface="Arial" panose="020B0604020202020204" pitchFamily="34" charset="0"/>
                <a:cs typeface="Arial" panose="020B0604020202020204" pitchFamily="34" charset="0"/>
              </a:defRPr>
            </a:lvl1pPr>
            <a:lvl2pPr marL="685800" indent="-457200">
              <a:lnSpc>
                <a:spcPct val="150000"/>
              </a:lnSpc>
              <a:spcBef>
                <a:spcPts val="0"/>
              </a:spcBef>
              <a:buFont typeface="+mj-lt"/>
              <a:buAutoNum type="arabicPeriod"/>
              <a:defRPr sz="1600" b="0" i="0">
                <a:latin typeface="Arial" panose="020B0604020202020204" pitchFamily="34" charset="0"/>
                <a:cs typeface="Arial" panose="020B0604020202020204" pitchFamily="34" charset="0"/>
              </a:defRPr>
            </a:lvl2pPr>
            <a:lvl3pPr marL="800100" indent="-342900">
              <a:lnSpc>
                <a:spcPct val="150000"/>
              </a:lnSpc>
              <a:spcBef>
                <a:spcPts val="0"/>
              </a:spcBef>
              <a:buFont typeface="+mj-lt"/>
              <a:buAutoNum type="arabicPeriod"/>
              <a:defRPr sz="1600" b="0" i="0">
                <a:latin typeface="Arial" panose="020B0604020202020204" pitchFamily="34" charset="0"/>
                <a:cs typeface="Arial" panose="020B0604020202020204" pitchFamily="34" charset="0"/>
              </a:defRPr>
            </a:lvl3pPr>
            <a:lvl4pPr marL="1028700" indent="-342900">
              <a:lnSpc>
                <a:spcPct val="150000"/>
              </a:lnSpc>
              <a:spcBef>
                <a:spcPts val="0"/>
              </a:spcBef>
              <a:buFont typeface="+mj-lt"/>
              <a:buAutoNum type="arabicPeriod"/>
              <a:defRPr sz="1600" b="0" i="0">
                <a:latin typeface="Arial" panose="020B0604020202020204" pitchFamily="34" charset="0"/>
                <a:cs typeface="Arial" panose="020B0604020202020204" pitchFamily="34" charset="0"/>
              </a:defRPr>
            </a:lvl4pPr>
            <a:lvl5pPr marL="1257300" indent="-342900">
              <a:lnSpc>
                <a:spcPct val="150000"/>
              </a:lnSpc>
              <a:spcBef>
                <a:spcPts val="0"/>
              </a:spcBef>
              <a:buFont typeface="+mj-lt"/>
              <a:buAutoNum type="arabicPeriod"/>
              <a:defRPr sz="1600" b="0" i="0">
                <a:latin typeface="Arial" panose="020B0604020202020204" pitchFamily="34" charset="0"/>
                <a:cs typeface="Arial" panose="020B0604020202020204" pitchFamily="34" charset="0"/>
              </a:defRPr>
            </a:lvl5pPr>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4" name="Espaço Reservado para Rodapé 3">
            <a:extLst>
              <a:ext uri="{FF2B5EF4-FFF2-40B4-BE49-F238E27FC236}">
                <a16:creationId xmlns:a16="http://schemas.microsoft.com/office/drawing/2014/main" id="{0B12CFE6-D05E-5478-B3A4-81DC4DCD7410}"/>
              </a:ext>
            </a:extLst>
          </p:cNvPr>
          <p:cNvSpPr>
            <a:spLocks noGrp="1"/>
          </p:cNvSpPr>
          <p:nvPr>
            <p:ph type="ftr" sz="quarter" idx="11"/>
          </p:nvPr>
        </p:nvSpPr>
        <p:spPr>
          <a:xfrm>
            <a:off x="533399" y="6477000"/>
            <a:ext cx="8582024" cy="381001"/>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3" name="Espaço Reservado para Data 2">
            <a:extLst>
              <a:ext uri="{FF2B5EF4-FFF2-40B4-BE49-F238E27FC236}">
                <a16:creationId xmlns:a16="http://schemas.microsoft.com/office/drawing/2014/main" id="{6CC77F2D-39D2-22F7-CF0B-39D63EBF00B7}"/>
              </a:ext>
            </a:extLst>
          </p:cNvPr>
          <p:cNvSpPr>
            <a:spLocks noGrp="1"/>
          </p:cNvSpPr>
          <p:nvPr>
            <p:ph type="dt" sz="half" idx="10"/>
          </p:nvPr>
        </p:nvSpPr>
        <p:spPr>
          <a:xfrm>
            <a:off x="9120810" y="6477000"/>
            <a:ext cx="1880569" cy="381001"/>
          </a:xfrm>
          <a:prstGeom prst="rect">
            <a:avLst/>
          </a:prstGeom>
        </p:spPr>
        <p:txBody>
          <a:bodyPr rtlCol="0"/>
          <a:lstStyle>
            <a:lvl1pPr>
              <a:defRPr>
                <a:solidFill>
                  <a:schemeClr val="tx2"/>
                </a:solidFill>
              </a:defRPr>
            </a:lvl1pPr>
          </a:lstStyle>
          <a:p>
            <a:pPr rtl="0"/>
            <a:r>
              <a:rPr lang="en-US"/>
              <a:t>17/09/2025</a:t>
            </a:r>
            <a:endParaRPr lang="en-US" dirty="0"/>
          </a:p>
        </p:txBody>
      </p:sp>
      <p:sp>
        <p:nvSpPr>
          <p:cNvPr id="5" name="Espaço Reservado para o Número do Slide 4">
            <a:extLst>
              <a:ext uri="{FF2B5EF4-FFF2-40B4-BE49-F238E27FC236}">
                <a16:creationId xmlns:a16="http://schemas.microsoft.com/office/drawing/2014/main" id="{626B86D3-24E1-029E-BA22-9F17F9517D65}"/>
              </a:ext>
            </a:extLst>
          </p:cNvPr>
          <p:cNvSpPr>
            <a:spLocks noGrp="1"/>
          </p:cNvSpPr>
          <p:nvPr>
            <p:ph type="sldNum" sz="quarter" idx="12"/>
          </p:nvPr>
        </p:nvSpPr>
        <p:spPr>
          <a:xfrm>
            <a:off x="11001379" y="6477000"/>
            <a:ext cx="668011" cy="381001"/>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dirty="0"/>
          </a:p>
        </p:txBody>
      </p:sp>
      <p:sp>
        <p:nvSpPr>
          <p:cNvPr id="6" name="Retângulo 5">
            <a:extLst>
              <a:ext uri="{FF2B5EF4-FFF2-40B4-BE49-F238E27FC236}">
                <a16:creationId xmlns:a16="http://schemas.microsoft.com/office/drawing/2014/main" id="{3ED80240-B3FF-301A-7873-10FB09246CCA}"/>
              </a:ext>
            </a:extLst>
          </p:cNvPr>
          <p:cNvSpPr/>
          <p:nvPr userDrawn="1"/>
        </p:nvSpPr>
        <p:spPr>
          <a:xfrm>
            <a:off x="9110040" y="6155911"/>
            <a:ext cx="3081959" cy="6400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8" name="Retângulo 7">
            <a:extLst>
              <a:ext uri="{FF2B5EF4-FFF2-40B4-BE49-F238E27FC236}">
                <a16:creationId xmlns:a16="http://schemas.microsoft.com/office/drawing/2014/main" id="{C14D47D0-4154-EDAC-8824-1648A190B7A6}"/>
              </a:ext>
            </a:extLst>
          </p:cNvPr>
          <p:cNvSpPr/>
          <p:nvPr userDrawn="1"/>
        </p:nvSpPr>
        <p:spPr>
          <a:xfrm>
            <a:off x="3467745" y="6155911"/>
            <a:ext cx="5642289" cy="6400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337107349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Agenda com Imagem">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6" name="Título 1">
            <a:extLst>
              <a:ext uri="{FF2B5EF4-FFF2-40B4-BE49-F238E27FC236}">
                <a16:creationId xmlns:a16="http://schemas.microsoft.com/office/drawing/2014/main" id="{9C713386-53DE-AEBA-6318-6C7146DE2270}"/>
              </a:ext>
            </a:extLst>
          </p:cNvPr>
          <p:cNvSpPr>
            <a:spLocks noGrp="1"/>
          </p:cNvSpPr>
          <p:nvPr>
            <p:ph type="title" hasCustomPrompt="1"/>
          </p:nvPr>
        </p:nvSpPr>
        <p:spPr>
          <a:xfrm>
            <a:off x="5343517" y="1386842"/>
            <a:ext cx="6315083" cy="1127758"/>
          </a:xfrm>
        </p:spPr>
        <p:txBody>
          <a:bodyPr rtlCol="0">
            <a:normAutofit/>
          </a:bodyPr>
          <a:lstStyle>
            <a:lvl1pPr>
              <a:defRPr sz="7200" cap="all" baseline="0"/>
            </a:lvl1pPr>
          </a:lstStyle>
          <a:p>
            <a:pPr rtl="0"/>
            <a:r>
              <a:rPr lang="pt-br"/>
              <a:t>AGENDA</a:t>
            </a:r>
          </a:p>
        </p:txBody>
      </p:sp>
      <p:sp>
        <p:nvSpPr>
          <p:cNvPr id="39" name="Espaço Reservado para Imagem 38">
            <a:extLst>
              <a:ext uri="{FF2B5EF4-FFF2-40B4-BE49-F238E27FC236}">
                <a16:creationId xmlns:a16="http://schemas.microsoft.com/office/drawing/2014/main" id="{0440984A-B82C-18F1-2933-6DF295884CE0}"/>
              </a:ext>
            </a:extLst>
          </p:cNvPr>
          <p:cNvSpPr>
            <a:spLocks noGrp="1"/>
          </p:cNvSpPr>
          <p:nvPr>
            <p:ph type="pic" sz="quarter" idx="14" hasCustomPrompt="1"/>
          </p:nvPr>
        </p:nvSpPr>
        <p:spPr>
          <a:xfrm>
            <a:off x="0" y="0"/>
            <a:ext cx="4400554" cy="6858000"/>
          </a:xfrm>
          <a:blipFill>
            <a:blip r:embed="rId2">
              <a:alphaModFix amt="60000"/>
            </a:blip>
            <a:stretch>
              <a:fillRect/>
            </a:stretch>
          </a:blipFill>
        </p:spPr>
        <p:txBody>
          <a:bodyPr rtlCol="0"/>
          <a:lstStyle>
            <a:lvl1pPr marL="0" indent="0">
              <a:buNone/>
              <a:defRPr/>
            </a:lvl1pPr>
          </a:lstStyle>
          <a:p>
            <a:pPr rtl="0"/>
            <a:r>
              <a:rPr lang="pt-br"/>
              <a:t> </a:t>
            </a:r>
          </a:p>
        </p:txBody>
      </p:sp>
      <p:sp>
        <p:nvSpPr>
          <p:cNvPr id="7" name="Espaço Reservado para Conteúdo 6">
            <a:extLst>
              <a:ext uri="{FF2B5EF4-FFF2-40B4-BE49-F238E27FC236}">
                <a16:creationId xmlns:a16="http://schemas.microsoft.com/office/drawing/2014/main" id="{28C8B19A-6FC1-2B71-0BFB-9274CBF396B9}"/>
              </a:ext>
            </a:extLst>
          </p:cNvPr>
          <p:cNvSpPr>
            <a:spLocks noGrp="1"/>
          </p:cNvSpPr>
          <p:nvPr>
            <p:ph sz="quarter" idx="13"/>
          </p:nvPr>
        </p:nvSpPr>
        <p:spPr>
          <a:xfrm>
            <a:off x="5343518" y="2886089"/>
            <a:ext cx="6315082" cy="3336911"/>
          </a:xfrm>
          <a:prstGeom prst="rect">
            <a:avLst/>
          </a:prstGeom>
        </p:spPr>
        <p:txBody>
          <a:bodyPr rtlCol="0">
            <a:normAutofit/>
          </a:bodyPr>
          <a:lstStyle>
            <a:lvl1pPr marL="457200" indent="-457200">
              <a:lnSpc>
                <a:spcPct val="150000"/>
              </a:lnSpc>
              <a:spcBef>
                <a:spcPts val="0"/>
              </a:spcBef>
              <a:buFont typeface="+mj-lt"/>
              <a:buAutoNum type="arabicPeriod"/>
              <a:defRPr sz="2000"/>
            </a:lvl1pPr>
            <a:lvl2pPr marL="571500" indent="-342900">
              <a:lnSpc>
                <a:spcPct val="150000"/>
              </a:lnSpc>
              <a:spcBef>
                <a:spcPts val="0"/>
              </a:spcBef>
              <a:buFont typeface="+mj-lt"/>
              <a:buAutoNum type="arabicPeriod"/>
              <a:defRPr sz="2000"/>
            </a:lvl2pPr>
            <a:lvl3pPr marL="800100" indent="-342900">
              <a:lnSpc>
                <a:spcPct val="150000"/>
              </a:lnSpc>
              <a:spcBef>
                <a:spcPts val="0"/>
              </a:spcBef>
              <a:buFont typeface="+mj-lt"/>
              <a:buAutoNum type="arabicPeriod"/>
              <a:defRPr sz="2000"/>
            </a:lvl3pPr>
            <a:lvl4pPr marL="1028700" indent="-342900">
              <a:lnSpc>
                <a:spcPct val="150000"/>
              </a:lnSpc>
              <a:spcBef>
                <a:spcPts val="0"/>
              </a:spcBef>
              <a:buFont typeface="+mj-lt"/>
              <a:buAutoNum type="arabicPeriod"/>
              <a:defRPr sz="2000"/>
            </a:lvl4pPr>
            <a:lvl5pPr>
              <a:lnSpc>
                <a:spcPct val="150000"/>
              </a:lnSpc>
              <a:spcBef>
                <a:spcPts val="0"/>
              </a:spcBef>
              <a:buFont typeface="+mj-lt"/>
              <a:buAutoNum type="arabicPeriod"/>
              <a:defRPr sz="2000"/>
            </a:lvl5pPr>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4" name="Espaço Reservado para Rodapé 3">
            <a:extLst>
              <a:ext uri="{FF2B5EF4-FFF2-40B4-BE49-F238E27FC236}">
                <a16:creationId xmlns:a16="http://schemas.microsoft.com/office/drawing/2014/main" id="{0B12CFE6-D05E-5478-B3A4-81DC4DCD7410}"/>
              </a:ext>
            </a:extLst>
          </p:cNvPr>
          <p:cNvSpPr>
            <a:spLocks noGrp="1"/>
          </p:cNvSpPr>
          <p:nvPr>
            <p:ph type="ftr" sz="quarter" idx="11"/>
          </p:nvPr>
        </p:nvSpPr>
        <p:spPr>
          <a:xfrm>
            <a:off x="5343518" y="6477000"/>
            <a:ext cx="3771905" cy="381001"/>
          </a:xfrm>
          <a:prstGeom prst="rect">
            <a:avLst/>
          </a:prstGeom>
        </p:spPr>
        <p:txBody>
          <a:bodyPr rtlCol="0"/>
          <a:lstStyle/>
          <a:p>
            <a:pPr rtl="0"/>
            <a:r>
              <a:rPr lang="pt-br"/>
              <a:t>Título da Apresentação</a:t>
            </a:r>
            <a:endParaRPr lang="en-US" dirty="0"/>
          </a:p>
        </p:txBody>
      </p:sp>
      <p:sp>
        <p:nvSpPr>
          <p:cNvPr id="3" name="Espaço Reservado para Data 2">
            <a:extLst>
              <a:ext uri="{FF2B5EF4-FFF2-40B4-BE49-F238E27FC236}">
                <a16:creationId xmlns:a16="http://schemas.microsoft.com/office/drawing/2014/main" id="{6CC77F2D-39D2-22F7-CF0B-39D63EBF00B7}"/>
              </a:ext>
            </a:extLst>
          </p:cNvPr>
          <p:cNvSpPr>
            <a:spLocks noGrp="1"/>
          </p:cNvSpPr>
          <p:nvPr>
            <p:ph type="dt" sz="half" idx="10"/>
          </p:nvPr>
        </p:nvSpPr>
        <p:spPr>
          <a:xfrm>
            <a:off x="9120821" y="6477000"/>
            <a:ext cx="1875160" cy="381001"/>
          </a:xfrm>
          <a:prstGeom prst="rect">
            <a:avLst/>
          </a:prstGeom>
        </p:spPr>
        <p:txBody>
          <a:bodyPr rtlCol="0"/>
          <a:lstStyle/>
          <a:p>
            <a:pPr rtl="0"/>
            <a:r>
              <a:rPr lang="en-US"/>
              <a:t>17/09/2025</a:t>
            </a:r>
            <a:endParaRPr lang="en-US" dirty="0"/>
          </a:p>
        </p:txBody>
      </p:sp>
      <p:sp>
        <p:nvSpPr>
          <p:cNvPr id="5" name="Espaço Reservado para o Número do Slide 4">
            <a:extLst>
              <a:ext uri="{FF2B5EF4-FFF2-40B4-BE49-F238E27FC236}">
                <a16:creationId xmlns:a16="http://schemas.microsoft.com/office/drawing/2014/main" id="{626B86D3-24E1-029E-BA22-9F17F9517D65}"/>
              </a:ext>
            </a:extLst>
          </p:cNvPr>
          <p:cNvSpPr>
            <a:spLocks noGrp="1"/>
          </p:cNvSpPr>
          <p:nvPr>
            <p:ph type="sldNum" sz="quarter" idx="12"/>
          </p:nvPr>
        </p:nvSpPr>
        <p:spPr>
          <a:xfrm>
            <a:off x="10995986" y="6477000"/>
            <a:ext cx="662614" cy="381001"/>
          </a:xfrm>
          <a:prstGeom prst="rect">
            <a:avLst/>
          </a:prstGeom>
        </p:spPr>
        <p:txBody>
          <a:bodyPr rtlCol="0"/>
          <a:lstStyle/>
          <a:p>
            <a:pPr rtl="0"/>
            <a:fld id="{AEAA3239-9EA4-4A65-A281-97F994456D9F}" type="slidenum">
              <a:rPr lang="en-US" smtClean="0"/>
              <a:t>‹#›</a:t>
            </a:fld>
            <a:endParaRPr lang="en-US" dirty="0"/>
          </a:p>
        </p:txBody>
      </p:sp>
      <p:sp>
        <p:nvSpPr>
          <p:cNvPr id="34" name="Retângulo 33">
            <a:extLst>
              <a:ext uri="{FF2B5EF4-FFF2-40B4-BE49-F238E27FC236}">
                <a16:creationId xmlns:a16="http://schemas.microsoft.com/office/drawing/2014/main" id="{98E5CA23-2176-4B29-AB27-EDD9AC417271}"/>
              </a:ext>
            </a:extLst>
          </p:cNvPr>
          <p:cNvSpPr/>
          <p:nvPr/>
        </p:nvSpPr>
        <p:spPr>
          <a:xfrm>
            <a:off x="4400554" y="2496190"/>
            <a:ext cx="7791446" cy="6400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348859712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údo 2">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7" name="Título 6">
            <a:extLst>
              <a:ext uri="{FF2B5EF4-FFF2-40B4-BE49-F238E27FC236}">
                <a16:creationId xmlns:a16="http://schemas.microsoft.com/office/drawing/2014/main" id="{A56B3EE4-062C-F433-E634-3A18DC144881}"/>
              </a:ext>
            </a:extLst>
          </p:cNvPr>
          <p:cNvSpPr>
            <a:spLocks noGrp="1"/>
          </p:cNvSpPr>
          <p:nvPr>
            <p:ph type="title"/>
          </p:nvPr>
        </p:nvSpPr>
        <p:spPr>
          <a:xfrm>
            <a:off x="533399" y="1016955"/>
            <a:ext cx="8190252" cy="1064665"/>
          </a:xfrm>
        </p:spPr>
        <p:txBody>
          <a:bodyPr rtlCol="0"/>
          <a:lstStyle>
            <a:lvl1pPr>
              <a:defRPr cap="all" baseline="0"/>
            </a:lvl1pPr>
          </a:lstStyle>
          <a:p>
            <a:pPr rtl="0"/>
            <a:r>
              <a:rPr lang="pt-br"/>
              <a:t>Clique para editar o estilo de título Mestre</a:t>
            </a:r>
          </a:p>
        </p:txBody>
      </p:sp>
      <p:sp>
        <p:nvSpPr>
          <p:cNvPr id="33" name="Retângulo 32">
            <a:extLst>
              <a:ext uri="{FF2B5EF4-FFF2-40B4-BE49-F238E27FC236}">
                <a16:creationId xmlns:a16="http://schemas.microsoft.com/office/drawing/2014/main" id="{47E7D5E3-074F-6FA6-6315-6EB342D2C2D0}"/>
              </a:ext>
            </a:extLst>
          </p:cNvPr>
          <p:cNvSpPr/>
          <p:nvPr userDrawn="1"/>
        </p:nvSpPr>
        <p:spPr>
          <a:xfrm>
            <a:off x="9110035" y="0"/>
            <a:ext cx="308196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34" name="Retângulo 33">
            <a:extLst>
              <a:ext uri="{FF2B5EF4-FFF2-40B4-BE49-F238E27FC236}">
                <a16:creationId xmlns:a16="http://schemas.microsoft.com/office/drawing/2014/main" id="{5A2BF4CD-78B4-D70F-8781-6C00B2CEA066}"/>
              </a:ext>
            </a:extLst>
          </p:cNvPr>
          <p:cNvSpPr/>
          <p:nvPr/>
        </p:nvSpPr>
        <p:spPr>
          <a:xfrm>
            <a:off x="634029" y="2144714"/>
            <a:ext cx="8476007" cy="6154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12" name="Espaço Reservado para Conteúdo 11">
            <a:extLst>
              <a:ext uri="{FF2B5EF4-FFF2-40B4-BE49-F238E27FC236}">
                <a16:creationId xmlns:a16="http://schemas.microsoft.com/office/drawing/2014/main" id="{8447EC38-FC2B-37AD-5285-1B51B7FA258B}"/>
              </a:ext>
            </a:extLst>
          </p:cNvPr>
          <p:cNvSpPr>
            <a:spLocks noGrp="1"/>
          </p:cNvSpPr>
          <p:nvPr>
            <p:ph sz="quarter" idx="14"/>
          </p:nvPr>
        </p:nvSpPr>
        <p:spPr>
          <a:xfrm>
            <a:off x="533400" y="2495232"/>
            <a:ext cx="4659313" cy="1644650"/>
          </a:xfrm>
        </p:spPr>
        <p:txBody>
          <a:bodyPr rtlCol="0">
            <a:normAutofit/>
          </a:bodyPr>
          <a:lstStyle>
            <a:lvl1pPr marL="0" indent="0">
              <a:spcBef>
                <a:spcPts val="0"/>
              </a:spcBef>
              <a:buNone/>
              <a:defRPr sz="1400"/>
            </a:lvl1pPr>
            <a:lvl2pPr marL="228600" indent="0">
              <a:spcBef>
                <a:spcPts val="0"/>
              </a:spcBef>
              <a:buNone/>
              <a:defRPr sz="1400"/>
            </a:lvl2pPr>
            <a:lvl3pPr marL="457200" indent="0">
              <a:spcBef>
                <a:spcPts val="0"/>
              </a:spcBef>
              <a:buNone/>
              <a:defRPr sz="1400"/>
            </a:lvl3pPr>
            <a:lvl4pPr marL="685800" indent="0">
              <a:spcBef>
                <a:spcPts val="0"/>
              </a:spcBef>
              <a:buNone/>
              <a:defRPr sz="1400"/>
            </a:lvl4pPr>
            <a:lvl5pPr marL="914400" indent="0">
              <a:spcBef>
                <a:spcPts val="0"/>
              </a:spcBef>
              <a:buNone/>
              <a:defRPr sz="1400"/>
            </a:lvl5pPr>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p>
        </p:txBody>
      </p:sp>
      <p:sp>
        <p:nvSpPr>
          <p:cNvPr id="5" name="Espaço Reservado para Rodapé 4">
            <a:extLst>
              <a:ext uri="{FF2B5EF4-FFF2-40B4-BE49-F238E27FC236}">
                <a16:creationId xmlns:a16="http://schemas.microsoft.com/office/drawing/2014/main" id="{B17E6B5E-6174-FD5C-41E8-FFC44C650D7E}"/>
              </a:ext>
            </a:extLst>
          </p:cNvPr>
          <p:cNvSpPr>
            <a:spLocks noGrp="1"/>
          </p:cNvSpPr>
          <p:nvPr>
            <p:ph type="ftr" sz="quarter" idx="11"/>
          </p:nvPr>
        </p:nvSpPr>
        <p:spPr>
          <a:xfrm>
            <a:off x="533399" y="6477000"/>
            <a:ext cx="6304302" cy="381001"/>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4" name="Espaço Reservado para Data 3">
            <a:extLst>
              <a:ext uri="{FF2B5EF4-FFF2-40B4-BE49-F238E27FC236}">
                <a16:creationId xmlns:a16="http://schemas.microsoft.com/office/drawing/2014/main" id="{0B9485D1-E172-8F0A-A425-3097B3ABCFB4}"/>
              </a:ext>
            </a:extLst>
          </p:cNvPr>
          <p:cNvSpPr>
            <a:spLocks noGrp="1"/>
          </p:cNvSpPr>
          <p:nvPr>
            <p:ph type="dt" sz="half" idx="10"/>
          </p:nvPr>
        </p:nvSpPr>
        <p:spPr>
          <a:xfrm>
            <a:off x="6843095" y="6477000"/>
            <a:ext cx="1223330" cy="381001"/>
          </a:xfrm>
          <a:prstGeom prst="rect">
            <a:avLst/>
          </a:prstGeom>
        </p:spPr>
        <p:txBody>
          <a:bodyPr rtlCol="0"/>
          <a:lstStyle>
            <a:lvl1pPr>
              <a:defRPr>
                <a:solidFill>
                  <a:schemeClr val="tx2"/>
                </a:solidFill>
              </a:defRPr>
            </a:lvl1pPr>
          </a:lstStyle>
          <a:p>
            <a:pPr rtl="0"/>
            <a:r>
              <a:rPr lang="en-US"/>
              <a:t>17/09/2025</a:t>
            </a:r>
          </a:p>
        </p:txBody>
      </p:sp>
      <p:sp>
        <p:nvSpPr>
          <p:cNvPr id="6" name="Espaço Reservado para o Número do Slide 5">
            <a:extLst>
              <a:ext uri="{FF2B5EF4-FFF2-40B4-BE49-F238E27FC236}">
                <a16:creationId xmlns:a16="http://schemas.microsoft.com/office/drawing/2014/main" id="{4BF72154-F85B-E301-DA57-E314D7315916}"/>
              </a:ext>
            </a:extLst>
          </p:cNvPr>
          <p:cNvSpPr>
            <a:spLocks noGrp="1"/>
          </p:cNvSpPr>
          <p:nvPr>
            <p:ph type="sldNum" sz="quarter" idx="12"/>
          </p:nvPr>
        </p:nvSpPr>
        <p:spPr>
          <a:xfrm>
            <a:off x="8066425" y="6477000"/>
            <a:ext cx="657226" cy="381001"/>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a:p>
        </p:txBody>
      </p:sp>
      <p:sp>
        <p:nvSpPr>
          <p:cNvPr id="9" name="Forma Livre 8">
            <a:extLst>
              <a:ext uri="{FF2B5EF4-FFF2-40B4-BE49-F238E27FC236}">
                <a16:creationId xmlns:a16="http://schemas.microsoft.com/office/drawing/2014/main" id="{37ECC57E-F626-26BF-F554-362A80454818}"/>
              </a:ext>
            </a:extLst>
          </p:cNvPr>
          <p:cNvSpPr/>
          <p:nvPr userDrawn="1"/>
        </p:nvSpPr>
        <p:spPr>
          <a:xfrm>
            <a:off x="9110042" y="2144714"/>
            <a:ext cx="3085896" cy="64006"/>
          </a:xfrm>
          <a:custGeom>
            <a:avLst/>
            <a:gdLst>
              <a:gd name="connsiteX0" fmla="*/ 0 w 7152036"/>
              <a:gd name="connsiteY0" fmla="*/ 0 h 64008"/>
              <a:gd name="connsiteX1" fmla="*/ 7152036 w 7152036"/>
              <a:gd name="connsiteY1" fmla="*/ 0 h 64008"/>
              <a:gd name="connsiteX2" fmla="*/ 7152036 w 7152036"/>
              <a:gd name="connsiteY2" fmla="*/ 64008 h 64008"/>
              <a:gd name="connsiteX3" fmla="*/ 0 w 7152036"/>
              <a:gd name="connsiteY3" fmla="*/ 64008 h 64008"/>
            </a:gdLst>
            <a:ahLst/>
            <a:cxnLst>
              <a:cxn ang="0">
                <a:pos x="connsiteX0" y="connsiteY0"/>
              </a:cxn>
              <a:cxn ang="0">
                <a:pos x="connsiteX1" y="connsiteY1"/>
              </a:cxn>
              <a:cxn ang="0">
                <a:pos x="connsiteX2" y="connsiteY2"/>
              </a:cxn>
              <a:cxn ang="0">
                <a:pos x="connsiteX3" y="connsiteY3"/>
              </a:cxn>
            </a:cxnLst>
            <a:rect l="l" t="t" r="r" b="b"/>
            <a:pathLst>
              <a:path w="7152036" h="64008">
                <a:moveTo>
                  <a:pt x="0" y="0"/>
                </a:moveTo>
                <a:lnTo>
                  <a:pt x="7152036" y="0"/>
                </a:lnTo>
                <a:lnTo>
                  <a:pt x="7152036" y="64008"/>
                </a:lnTo>
                <a:lnTo>
                  <a:pt x="0" y="64008"/>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rtl="0"/>
            <a:endParaRPr lang="en-US"/>
          </a:p>
        </p:txBody>
      </p:sp>
    </p:spTree>
    <p:extLst>
      <p:ext uri="{BB962C8B-B14F-4D97-AF65-F5344CB8AC3E}">
        <p14:creationId xmlns:p14="http://schemas.microsoft.com/office/powerpoint/2010/main" val="155019601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údo 3">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433D9-FD02-59E2-0F81-A0B7201D2DA0}"/>
              </a:ext>
            </a:extLst>
          </p:cNvPr>
          <p:cNvSpPr>
            <a:spLocks noGrp="1"/>
          </p:cNvSpPr>
          <p:nvPr>
            <p:ph type="title"/>
          </p:nvPr>
        </p:nvSpPr>
        <p:spPr>
          <a:xfrm>
            <a:off x="533398" y="1016955"/>
            <a:ext cx="3493859" cy="3456894"/>
          </a:xfrm>
          <a:prstGeom prst="rect">
            <a:avLst/>
          </a:prstGeom>
        </p:spPr>
        <p:txBody>
          <a:bodyPr rtlCol="0" anchor="t">
            <a:normAutofit/>
          </a:bodyPr>
          <a:lstStyle>
            <a:lvl1pPr>
              <a:defRPr sz="3600" cap="all" baseline="0"/>
            </a:lvl1pPr>
          </a:lstStyle>
          <a:p>
            <a:pPr rtl="0"/>
            <a:r>
              <a:rPr lang="pt-br"/>
              <a:t>Clique para editar o estilo de título Mestre</a:t>
            </a:r>
          </a:p>
        </p:txBody>
      </p:sp>
      <p:sp>
        <p:nvSpPr>
          <p:cNvPr id="8" name="Espaço Reservado para Conteúdo 7">
            <a:extLst>
              <a:ext uri="{FF2B5EF4-FFF2-40B4-BE49-F238E27FC236}">
                <a16:creationId xmlns:a16="http://schemas.microsoft.com/office/drawing/2014/main" id="{D42D62A0-8127-CE86-0633-0D65E1E136F7}"/>
              </a:ext>
            </a:extLst>
          </p:cNvPr>
          <p:cNvSpPr>
            <a:spLocks noGrp="1"/>
          </p:cNvSpPr>
          <p:nvPr>
            <p:ph sz="quarter" idx="13"/>
          </p:nvPr>
        </p:nvSpPr>
        <p:spPr>
          <a:xfrm>
            <a:off x="4962527" y="1016955"/>
            <a:ext cx="6696073" cy="3461212"/>
          </a:xfrm>
          <a:prstGeom prst="rect">
            <a:avLst/>
          </a:prstGeom>
        </p:spPr>
        <p:txBody>
          <a:bodyPr rtlCol="0"/>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5" name="Espaço Reservado para Rodapé 4">
            <a:extLst>
              <a:ext uri="{FF2B5EF4-FFF2-40B4-BE49-F238E27FC236}">
                <a16:creationId xmlns:a16="http://schemas.microsoft.com/office/drawing/2014/main" id="{B17E6B5E-6174-FD5C-41E8-FFC44C650D7E}"/>
              </a:ext>
            </a:extLst>
          </p:cNvPr>
          <p:cNvSpPr>
            <a:spLocks noGrp="1"/>
          </p:cNvSpPr>
          <p:nvPr>
            <p:ph type="ftr" sz="quarter" idx="11"/>
          </p:nvPr>
        </p:nvSpPr>
        <p:spPr>
          <a:xfrm>
            <a:off x="533399" y="6477000"/>
            <a:ext cx="8576637" cy="381001"/>
          </a:xfrm>
          <a:prstGeom prst="rect">
            <a:avLst/>
          </a:prstGeom>
        </p:spPr>
        <p:txBody>
          <a:bodyPr rtlCol="0"/>
          <a:lstStyle/>
          <a:p>
            <a:pPr rtl="0"/>
            <a:r>
              <a:rPr lang="pt-br"/>
              <a:t>Título da apresentação</a:t>
            </a:r>
            <a:endParaRPr lang="en-US" dirty="0"/>
          </a:p>
        </p:txBody>
      </p:sp>
      <p:sp>
        <p:nvSpPr>
          <p:cNvPr id="4" name="Espaço Reservado para Data 3">
            <a:extLst>
              <a:ext uri="{FF2B5EF4-FFF2-40B4-BE49-F238E27FC236}">
                <a16:creationId xmlns:a16="http://schemas.microsoft.com/office/drawing/2014/main" id="{0B9485D1-E172-8F0A-A425-3097B3ABCFB4}"/>
              </a:ext>
            </a:extLst>
          </p:cNvPr>
          <p:cNvSpPr>
            <a:spLocks noGrp="1"/>
          </p:cNvSpPr>
          <p:nvPr>
            <p:ph type="dt" sz="half" idx="10"/>
          </p:nvPr>
        </p:nvSpPr>
        <p:spPr>
          <a:xfrm>
            <a:off x="9110036" y="6477000"/>
            <a:ext cx="1891338" cy="381001"/>
          </a:xfrm>
          <a:prstGeom prst="rect">
            <a:avLst/>
          </a:prstGeom>
        </p:spPr>
        <p:txBody>
          <a:bodyPr rtlCol="0"/>
          <a:lstStyle/>
          <a:p>
            <a:pPr rtl="0"/>
            <a:r>
              <a:rPr lang="en-US"/>
              <a:t>17/09/2025</a:t>
            </a:r>
            <a:endParaRPr lang="en-US" dirty="0"/>
          </a:p>
        </p:txBody>
      </p:sp>
      <p:sp>
        <p:nvSpPr>
          <p:cNvPr id="6" name="Espaço Reservado para o Número do Slide 5">
            <a:extLst>
              <a:ext uri="{FF2B5EF4-FFF2-40B4-BE49-F238E27FC236}">
                <a16:creationId xmlns:a16="http://schemas.microsoft.com/office/drawing/2014/main" id="{4BF72154-F85B-E301-DA57-E314D7315916}"/>
              </a:ext>
            </a:extLst>
          </p:cNvPr>
          <p:cNvSpPr>
            <a:spLocks noGrp="1"/>
          </p:cNvSpPr>
          <p:nvPr>
            <p:ph type="sldNum" sz="quarter" idx="12"/>
          </p:nvPr>
        </p:nvSpPr>
        <p:spPr>
          <a:xfrm>
            <a:off x="10995976" y="6477000"/>
            <a:ext cx="662624" cy="381001"/>
          </a:xfrm>
          <a:prstGeom prst="rect">
            <a:avLst/>
          </a:prstGeom>
        </p:spPr>
        <p:txBody>
          <a:bodyPr rtlCol="0"/>
          <a:lstStyle/>
          <a:p>
            <a:pPr rtl="0"/>
            <a:fld id="{AEAA3239-9EA4-4A65-A281-97F994456D9F}" type="slidenum">
              <a:rPr lang="en-US" smtClean="0"/>
              <a:t>‹#›</a:t>
            </a:fld>
            <a:endParaRPr lang="en-US" dirty="0"/>
          </a:p>
        </p:txBody>
      </p:sp>
      <p:sp>
        <p:nvSpPr>
          <p:cNvPr id="3" name="Retângulo 2">
            <a:extLst>
              <a:ext uri="{FF2B5EF4-FFF2-40B4-BE49-F238E27FC236}">
                <a16:creationId xmlns:a16="http://schemas.microsoft.com/office/drawing/2014/main" id="{318A2D93-E48C-9CE8-FF5E-7230586A29D9}"/>
              </a:ext>
            </a:extLst>
          </p:cNvPr>
          <p:cNvSpPr/>
          <p:nvPr userDrawn="1"/>
        </p:nvSpPr>
        <p:spPr>
          <a:xfrm>
            <a:off x="4019552" y="570037"/>
            <a:ext cx="8172448" cy="5957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9" name="Retângulo 8">
            <a:extLst>
              <a:ext uri="{FF2B5EF4-FFF2-40B4-BE49-F238E27FC236}">
                <a16:creationId xmlns:a16="http://schemas.microsoft.com/office/drawing/2014/main" id="{23FA3421-FB3F-747A-9D40-EB149BBDD6FA}"/>
              </a:ext>
            </a:extLst>
          </p:cNvPr>
          <p:cNvSpPr/>
          <p:nvPr userDrawn="1"/>
        </p:nvSpPr>
        <p:spPr>
          <a:xfrm>
            <a:off x="634030" y="570037"/>
            <a:ext cx="3390908" cy="595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289530669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údo 4">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433D9-FD02-59E2-0F81-A0B7201D2DA0}"/>
              </a:ext>
            </a:extLst>
          </p:cNvPr>
          <p:cNvSpPr>
            <a:spLocks noGrp="1"/>
          </p:cNvSpPr>
          <p:nvPr>
            <p:ph type="title"/>
          </p:nvPr>
        </p:nvSpPr>
        <p:spPr>
          <a:xfrm>
            <a:off x="533399" y="1016955"/>
            <a:ext cx="3491539" cy="4083580"/>
          </a:xfrm>
          <a:prstGeom prst="rect">
            <a:avLst/>
          </a:prstGeom>
        </p:spPr>
        <p:txBody>
          <a:bodyPr rtlCol="0" anchor="t">
            <a:normAutofit/>
          </a:bodyPr>
          <a:lstStyle>
            <a:lvl1pPr>
              <a:defRPr sz="3600" cap="all" baseline="0"/>
            </a:lvl1pPr>
          </a:lstStyle>
          <a:p>
            <a:pPr rtl="0"/>
            <a:r>
              <a:rPr lang="pt-br"/>
              <a:t>Clique para editar o estilo de título Mestre</a:t>
            </a:r>
          </a:p>
        </p:txBody>
      </p:sp>
      <p:sp>
        <p:nvSpPr>
          <p:cNvPr id="8" name="Espaço Reservado para Conteúdo 7">
            <a:extLst>
              <a:ext uri="{FF2B5EF4-FFF2-40B4-BE49-F238E27FC236}">
                <a16:creationId xmlns:a16="http://schemas.microsoft.com/office/drawing/2014/main" id="{FFB4667A-FE47-8556-FD3A-55FDBA801D76}"/>
              </a:ext>
            </a:extLst>
          </p:cNvPr>
          <p:cNvSpPr>
            <a:spLocks noGrp="1"/>
          </p:cNvSpPr>
          <p:nvPr>
            <p:ph sz="quarter" idx="13"/>
          </p:nvPr>
        </p:nvSpPr>
        <p:spPr>
          <a:xfrm>
            <a:off x="4962526" y="1016955"/>
            <a:ext cx="6696073" cy="4083579"/>
          </a:xfrm>
          <a:prstGeom prst="rect">
            <a:avLst/>
          </a:prstGeom>
        </p:spPr>
        <p:txBody>
          <a:bodyPr rtlCol="0"/>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5" name="Espaço Reservado para Rodapé 4">
            <a:extLst>
              <a:ext uri="{FF2B5EF4-FFF2-40B4-BE49-F238E27FC236}">
                <a16:creationId xmlns:a16="http://schemas.microsoft.com/office/drawing/2014/main" id="{B17E6B5E-6174-FD5C-41E8-FFC44C650D7E}"/>
              </a:ext>
            </a:extLst>
          </p:cNvPr>
          <p:cNvSpPr>
            <a:spLocks noGrp="1"/>
          </p:cNvSpPr>
          <p:nvPr>
            <p:ph type="ftr" sz="quarter" idx="11"/>
          </p:nvPr>
        </p:nvSpPr>
        <p:spPr>
          <a:xfrm>
            <a:off x="533399" y="6477000"/>
            <a:ext cx="8576637" cy="381001"/>
          </a:xfrm>
          <a:prstGeom prst="rect">
            <a:avLst/>
          </a:prstGeom>
        </p:spPr>
        <p:txBody>
          <a:bodyPr rtlCol="0"/>
          <a:lstStyle/>
          <a:p>
            <a:pPr rtl="0"/>
            <a:r>
              <a:rPr lang="pt-br"/>
              <a:t>Título da apresentação</a:t>
            </a:r>
          </a:p>
        </p:txBody>
      </p:sp>
      <p:sp>
        <p:nvSpPr>
          <p:cNvPr id="4" name="Espaço Reservado para Data 3">
            <a:extLst>
              <a:ext uri="{FF2B5EF4-FFF2-40B4-BE49-F238E27FC236}">
                <a16:creationId xmlns:a16="http://schemas.microsoft.com/office/drawing/2014/main" id="{0B9485D1-E172-8F0A-A425-3097B3ABCFB4}"/>
              </a:ext>
            </a:extLst>
          </p:cNvPr>
          <p:cNvSpPr>
            <a:spLocks noGrp="1"/>
          </p:cNvSpPr>
          <p:nvPr>
            <p:ph type="dt" sz="half" idx="10"/>
          </p:nvPr>
        </p:nvSpPr>
        <p:spPr>
          <a:xfrm>
            <a:off x="9110036" y="6477000"/>
            <a:ext cx="1891338" cy="381001"/>
          </a:xfrm>
          <a:prstGeom prst="rect">
            <a:avLst/>
          </a:prstGeom>
        </p:spPr>
        <p:txBody>
          <a:bodyPr rtlCol="0"/>
          <a:lstStyle/>
          <a:p>
            <a:pPr rtl="0"/>
            <a:r>
              <a:rPr lang="en-US"/>
              <a:t>17/09/2025</a:t>
            </a:r>
            <a:endParaRPr lang="en-US" dirty="0"/>
          </a:p>
        </p:txBody>
      </p:sp>
      <p:sp>
        <p:nvSpPr>
          <p:cNvPr id="6" name="Espaço Reservado para o Número do Slide 5">
            <a:extLst>
              <a:ext uri="{FF2B5EF4-FFF2-40B4-BE49-F238E27FC236}">
                <a16:creationId xmlns:a16="http://schemas.microsoft.com/office/drawing/2014/main" id="{4BF72154-F85B-E301-DA57-E314D7315916}"/>
              </a:ext>
            </a:extLst>
          </p:cNvPr>
          <p:cNvSpPr>
            <a:spLocks noGrp="1"/>
          </p:cNvSpPr>
          <p:nvPr>
            <p:ph type="sldNum" sz="quarter" idx="12"/>
          </p:nvPr>
        </p:nvSpPr>
        <p:spPr>
          <a:xfrm>
            <a:off x="11001374" y="6477000"/>
            <a:ext cx="657226" cy="381001"/>
          </a:xfrm>
          <a:prstGeom prst="rect">
            <a:avLst/>
          </a:prstGeom>
        </p:spPr>
        <p:txBody>
          <a:bodyPr rtlCol="0"/>
          <a:lstStyle/>
          <a:p>
            <a:pPr rtl="0"/>
            <a:fld id="{AEAA3239-9EA4-4A65-A281-97F994456D9F}" type="slidenum">
              <a:rPr lang="en-US" smtClean="0"/>
              <a:t>‹#›</a:t>
            </a:fld>
            <a:endParaRPr lang="en-US" dirty="0"/>
          </a:p>
        </p:txBody>
      </p:sp>
      <p:sp>
        <p:nvSpPr>
          <p:cNvPr id="34" name="Retângulo 33">
            <a:extLst>
              <a:ext uri="{FF2B5EF4-FFF2-40B4-BE49-F238E27FC236}">
                <a16:creationId xmlns:a16="http://schemas.microsoft.com/office/drawing/2014/main" id="{9AE531BB-71E1-57EF-0879-5979B0C95458}"/>
              </a:ext>
            </a:extLst>
          </p:cNvPr>
          <p:cNvSpPr/>
          <p:nvPr userDrawn="1"/>
        </p:nvSpPr>
        <p:spPr>
          <a:xfrm>
            <a:off x="4024938" y="570037"/>
            <a:ext cx="8167062" cy="5957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9" name="Retângulo 8">
            <a:extLst>
              <a:ext uri="{FF2B5EF4-FFF2-40B4-BE49-F238E27FC236}">
                <a16:creationId xmlns:a16="http://schemas.microsoft.com/office/drawing/2014/main" id="{731FD272-0797-A5C1-BAB9-E68F518B8158}"/>
              </a:ext>
            </a:extLst>
          </p:cNvPr>
          <p:cNvSpPr/>
          <p:nvPr userDrawn="1"/>
        </p:nvSpPr>
        <p:spPr>
          <a:xfrm>
            <a:off x="634030" y="570037"/>
            <a:ext cx="3390908" cy="595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419861741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Conteúdo 5">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433D9-FD02-59E2-0F81-A0B7201D2DA0}"/>
              </a:ext>
            </a:extLst>
          </p:cNvPr>
          <p:cNvSpPr>
            <a:spLocks noGrp="1"/>
          </p:cNvSpPr>
          <p:nvPr>
            <p:ph type="title"/>
          </p:nvPr>
        </p:nvSpPr>
        <p:spPr>
          <a:xfrm>
            <a:off x="533399" y="1016955"/>
            <a:ext cx="3496147" cy="4940661"/>
          </a:xfrm>
          <a:prstGeom prst="rect">
            <a:avLst/>
          </a:prstGeom>
        </p:spPr>
        <p:txBody>
          <a:bodyPr rtlCol="0" anchor="t">
            <a:normAutofit/>
          </a:bodyPr>
          <a:lstStyle>
            <a:lvl1pPr>
              <a:defRPr sz="3600" cap="all" baseline="0"/>
            </a:lvl1pPr>
          </a:lstStyle>
          <a:p>
            <a:pPr rtl="0"/>
            <a:r>
              <a:rPr lang="pt-br"/>
              <a:t>Clique para editar o estilo de título Mestre</a:t>
            </a:r>
          </a:p>
        </p:txBody>
      </p:sp>
      <p:sp>
        <p:nvSpPr>
          <p:cNvPr id="8" name="Espaço Reservado para Conteúdo 7">
            <a:extLst>
              <a:ext uri="{FF2B5EF4-FFF2-40B4-BE49-F238E27FC236}">
                <a16:creationId xmlns:a16="http://schemas.microsoft.com/office/drawing/2014/main" id="{C6F072A2-EBC7-B7EA-DA98-BAC0AA46E7A4}"/>
              </a:ext>
            </a:extLst>
          </p:cNvPr>
          <p:cNvSpPr>
            <a:spLocks noGrp="1"/>
          </p:cNvSpPr>
          <p:nvPr>
            <p:ph sz="quarter" idx="13"/>
          </p:nvPr>
        </p:nvSpPr>
        <p:spPr>
          <a:xfrm>
            <a:off x="4962526" y="1016955"/>
            <a:ext cx="6696074" cy="4940661"/>
          </a:xfrm>
          <a:prstGeom prst="rect">
            <a:avLst/>
          </a:prstGeom>
        </p:spPr>
        <p:txBody>
          <a:bodyPr rtlCol="0"/>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5" name="Espaço Reservado para Rodapé 4">
            <a:extLst>
              <a:ext uri="{FF2B5EF4-FFF2-40B4-BE49-F238E27FC236}">
                <a16:creationId xmlns:a16="http://schemas.microsoft.com/office/drawing/2014/main" id="{B17E6B5E-6174-FD5C-41E8-FFC44C650D7E}"/>
              </a:ext>
            </a:extLst>
          </p:cNvPr>
          <p:cNvSpPr>
            <a:spLocks noGrp="1"/>
          </p:cNvSpPr>
          <p:nvPr>
            <p:ph type="ftr" sz="quarter" idx="11"/>
          </p:nvPr>
        </p:nvSpPr>
        <p:spPr>
          <a:xfrm>
            <a:off x="533399" y="6477000"/>
            <a:ext cx="8576637" cy="381001"/>
          </a:xfrm>
          <a:prstGeom prst="rect">
            <a:avLst/>
          </a:prstGeom>
        </p:spPr>
        <p:txBody>
          <a:bodyPr rtlCol="0"/>
          <a:lstStyle/>
          <a:p>
            <a:pPr rtl="0"/>
            <a:r>
              <a:rPr lang="pt-br"/>
              <a:t>Título da apresentação</a:t>
            </a:r>
            <a:endParaRPr lang="en-US" dirty="0"/>
          </a:p>
        </p:txBody>
      </p:sp>
      <p:sp>
        <p:nvSpPr>
          <p:cNvPr id="4" name="Espaço Reservado para Data 3">
            <a:extLst>
              <a:ext uri="{FF2B5EF4-FFF2-40B4-BE49-F238E27FC236}">
                <a16:creationId xmlns:a16="http://schemas.microsoft.com/office/drawing/2014/main" id="{0B9485D1-E172-8F0A-A425-3097B3ABCFB4}"/>
              </a:ext>
            </a:extLst>
          </p:cNvPr>
          <p:cNvSpPr>
            <a:spLocks noGrp="1"/>
          </p:cNvSpPr>
          <p:nvPr>
            <p:ph type="dt" sz="half" idx="10"/>
          </p:nvPr>
        </p:nvSpPr>
        <p:spPr>
          <a:xfrm>
            <a:off x="9110036" y="6477000"/>
            <a:ext cx="1891338" cy="381001"/>
          </a:xfrm>
          <a:prstGeom prst="rect">
            <a:avLst/>
          </a:prstGeom>
        </p:spPr>
        <p:txBody>
          <a:bodyPr rtlCol="0"/>
          <a:lstStyle/>
          <a:p>
            <a:pPr rtl="0"/>
            <a:r>
              <a:rPr lang="en-US"/>
              <a:t>17/09/2025</a:t>
            </a:r>
            <a:endParaRPr lang="en-US" dirty="0"/>
          </a:p>
        </p:txBody>
      </p:sp>
      <p:sp>
        <p:nvSpPr>
          <p:cNvPr id="6" name="Espaço Reservado para o Número do Slide 5">
            <a:extLst>
              <a:ext uri="{FF2B5EF4-FFF2-40B4-BE49-F238E27FC236}">
                <a16:creationId xmlns:a16="http://schemas.microsoft.com/office/drawing/2014/main" id="{4BF72154-F85B-E301-DA57-E314D7315916}"/>
              </a:ext>
            </a:extLst>
          </p:cNvPr>
          <p:cNvSpPr>
            <a:spLocks noGrp="1"/>
          </p:cNvSpPr>
          <p:nvPr>
            <p:ph type="sldNum" sz="quarter" idx="12"/>
          </p:nvPr>
        </p:nvSpPr>
        <p:spPr>
          <a:xfrm>
            <a:off x="11001374" y="6477000"/>
            <a:ext cx="657226" cy="381001"/>
          </a:xfrm>
          <a:prstGeom prst="rect">
            <a:avLst/>
          </a:prstGeom>
        </p:spPr>
        <p:txBody>
          <a:bodyPr rtlCol="0"/>
          <a:lstStyle/>
          <a:p>
            <a:pPr rtl="0"/>
            <a:fld id="{AEAA3239-9EA4-4A65-A281-97F994456D9F}" type="slidenum">
              <a:rPr lang="en-US" smtClean="0"/>
              <a:t>‹#›</a:t>
            </a:fld>
            <a:endParaRPr lang="en-US" dirty="0"/>
          </a:p>
        </p:txBody>
      </p:sp>
      <p:sp>
        <p:nvSpPr>
          <p:cNvPr id="3" name="Retângulo 2">
            <a:extLst>
              <a:ext uri="{FF2B5EF4-FFF2-40B4-BE49-F238E27FC236}">
                <a16:creationId xmlns:a16="http://schemas.microsoft.com/office/drawing/2014/main" id="{E5C1B67F-B248-B2D5-AE0D-B9A93FFB6061}"/>
              </a:ext>
            </a:extLst>
          </p:cNvPr>
          <p:cNvSpPr/>
          <p:nvPr userDrawn="1"/>
        </p:nvSpPr>
        <p:spPr>
          <a:xfrm>
            <a:off x="634030" y="570037"/>
            <a:ext cx="3390908" cy="595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7" name="Retângulo 6">
            <a:extLst>
              <a:ext uri="{FF2B5EF4-FFF2-40B4-BE49-F238E27FC236}">
                <a16:creationId xmlns:a16="http://schemas.microsoft.com/office/drawing/2014/main" id="{F98DF7F2-59F5-C597-5370-B00D427EA660}"/>
              </a:ext>
            </a:extLst>
          </p:cNvPr>
          <p:cNvSpPr/>
          <p:nvPr userDrawn="1"/>
        </p:nvSpPr>
        <p:spPr>
          <a:xfrm>
            <a:off x="4019547" y="570037"/>
            <a:ext cx="8172453" cy="5957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23072801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Conteúdo 6">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433D9-FD02-59E2-0F81-A0B7201D2DA0}"/>
              </a:ext>
            </a:extLst>
          </p:cNvPr>
          <p:cNvSpPr>
            <a:spLocks noGrp="1"/>
          </p:cNvSpPr>
          <p:nvPr>
            <p:ph type="title"/>
          </p:nvPr>
        </p:nvSpPr>
        <p:spPr>
          <a:xfrm>
            <a:off x="533398" y="1016955"/>
            <a:ext cx="3486153" cy="2721451"/>
          </a:xfrm>
          <a:prstGeom prst="rect">
            <a:avLst/>
          </a:prstGeom>
        </p:spPr>
        <p:txBody>
          <a:bodyPr rtlCol="0" anchor="t">
            <a:normAutofit/>
          </a:bodyPr>
          <a:lstStyle>
            <a:lvl1pPr>
              <a:defRPr sz="3600" cap="all" baseline="0">
                <a:latin typeface="+mj-lt"/>
              </a:defRPr>
            </a:lvl1pPr>
          </a:lstStyle>
          <a:p>
            <a:pPr rtl="0"/>
            <a:r>
              <a:rPr lang="pt-br"/>
              <a:t>Clique para editar o estilo de título Mestre</a:t>
            </a:r>
          </a:p>
        </p:txBody>
      </p:sp>
      <p:sp>
        <p:nvSpPr>
          <p:cNvPr id="8" name="Espaço Reservado para Conteúdo 7">
            <a:extLst>
              <a:ext uri="{FF2B5EF4-FFF2-40B4-BE49-F238E27FC236}">
                <a16:creationId xmlns:a16="http://schemas.microsoft.com/office/drawing/2014/main" id="{8C71126E-AEFA-B45A-CD39-AC1315E03339}"/>
              </a:ext>
            </a:extLst>
          </p:cNvPr>
          <p:cNvSpPr>
            <a:spLocks noGrp="1"/>
          </p:cNvSpPr>
          <p:nvPr>
            <p:ph sz="quarter" idx="13"/>
          </p:nvPr>
        </p:nvSpPr>
        <p:spPr>
          <a:xfrm>
            <a:off x="4962526" y="1016955"/>
            <a:ext cx="6696074" cy="5490524"/>
          </a:xfrm>
          <a:prstGeom prst="rect">
            <a:avLst/>
          </a:prstGeom>
        </p:spPr>
        <p:txBody>
          <a:bodyPr rtlCol="0"/>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5" name="Espaço Reservado para Rodapé 4">
            <a:extLst>
              <a:ext uri="{FF2B5EF4-FFF2-40B4-BE49-F238E27FC236}">
                <a16:creationId xmlns:a16="http://schemas.microsoft.com/office/drawing/2014/main" id="{B17E6B5E-6174-FD5C-41E8-FFC44C650D7E}"/>
              </a:ext>
            </a:extLst>
          </p:cNvPr>
          <p:cNvSpPr>
            <a:spLocks noGrp="1"/>
          </p:cNvSpPr>
          <p:nvPr>
            <p:ph type="ftr" sz="quarter" idx="11"/>
          </p:nvPr>
        </p:nvSpPr>
        <p:spPr>
          <a:xfrm>
            <a:off x="533399" y="6477000"/>
            <a:ext cx="8576637" cy="381001"/>
          </a:xfrm>
          <a:prstGeom prst="rect">
            <a:avLst/>
          </a:prstGeom>
        </p:spPr>
        <p:txBody>
          <a:bodyPr rtlCol="0"/>
          <a:lstStyle/>
          <a:p>
            <a:pPr rtl="0"/>
            <a:r>
              <a:rPr lang="pt-br"/>
              <a:t>Título da apresentação</a:t>
            </a:r>
            <a:endParaRPr lang="en-US" dirty="0"/>
          </a:p>
        </p:txBody>
      </p:sp>
      <p:sp>
        <p:nvSpPr>
          <p:cNvPr id="4" name="Espaço Reservado para Data 3">
            <a:extLst>
              <a:ext uri="{FF2B5EF4-FFF2-40B4-BE49-F238E27FC236}">
                <a16:creationId xmlns:a16="http://schemas.microsoft.com/office/drawing/2014/main" id="{0B9485D1-E172-8F0A-A425-3097B3ABCFB4}"/>
              </a:ext>
            </a:extLst>
          </p:cNvPr>
          <p:cNvSpPr>
            <a:spLocks noGrp="1"/>
          </p:cNvSpPr>
          <p:nvPr>
            <p:ph type="dt" sz="half" idx="10"/>
          </p:nvPr>
        </p:nvSpPr>
        <p:spPr>
          <a:xfrm>
            <a:off x="9110036" y="6477000"/>
            <a:ext cx="1891338" cy="381001"/>
          </a:xfrm>
          <a:prstGeom prst="rect">
            <a:avLst/>
          </a:prstGeom>
        </p:spPr>
        <p:txBody>
          <a:bodyPr rtlCol="0"/>
          <a:lstStyle/>
          <a:p>
            <a:pPr rtl="0"/>
            <a:r>
              <a:rPr lang="en-US"/>
              <a:t>17/09/2025</a:t>
            </a:r>
            <a:endParaRPr lang="en-US" dirty="0"/>
          </a:p>
        </p:txBody>
      </p:sp>
      <p:sp>
        <p:nvSpPr>
          <p:cNvPr id="6" name="Espaço Reservado para o Número do Slide 5">
            <a:extLst>
              <a:ext uri="{FF2B5EF4-FFF2-40B4-BE49-F238E27FC236}">
                <a16:creationId xmlns:a16="http://schemas.microsoft.com/office/drawing/2014/main" id="{4BF72154-F85B-E301-DA57-E314D7315916}"/>
              </a:ext>
            </a:extLst>
          </p:cNvPr>
          <p:cNvSpPr>
            <a:spLocks noGrp="1"/>
          </p:cNvSpPr>
          <p:nvPr>
            <p:ph type="sldNum" sz="quarter" idx="12"/>
          </p:nvPr>
        </p:nvSpPr>
        <p:spPr>
          <a:xfrm>
            <a:off x="11001374" y="6477000"/>
            <a:ext cx="657226" cy="381001"/>
          </a:xfrm>
          <a:prstGeom prst="rect">
            <a:avLst/>
          </a:prstGeom>
        </p:spPr>
        <p:txBody>
          <a:bodyPr rtlCol="0"/>
          <a:lstStyle/>
          <a:p>
            <a:pPr rtl="0"/>
            <a:fld id="{AEAA3239-9EA4-4A65-A281-97F994456D9F}" type="slidenum">
              <a:rPr lang="en-US" smtClean="0"/>
              <a:t>‹#›</a:t>
            </a:fld>
            <a:endParaRPr lang="en-US" dirty="0"/>
          </a:p>
        </p:txBody>
      </p:sp>
      <p:sp>
        <p:nvSpPr>
          <p:cNvPr id="7" name="Retângulo 6">
            <a:extLst>
              <a:ext uri="{FF2B5EF4-FFF2-40B4-BE49-F238E27FC236}">
                <a16:creationId xmlns:a16="http://schemas.microsoft.com/office/drawing/2014/main" id="{CB922775-D819-CE59-81DF-9A22F9309472}"/>
              </a:ext>
            </a:extLst>
          </p:cNvPr>
          <p:cNvSpPr/>
          <p:nvPr/>
        </p:nvSpPr>
        <p:spPr>
          <a:xfrm>
            <a:off x="4017310" y="565607"/>
            <a:ext cx="8174690" cy="640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10" name="Retângulo 9">
            <a:extLst>
              <a:ext uri="{FF2B5EF4-FFF2-40B4-BE49-F238E27FC236}">
                <a16:creationId xmlns:a16="http://schemas.microsoft.com/office/drawing/2014/main" id="{7E1D59CA-78A2-7B8F-A9C7-E86B47BEAE5E}"/>
              </a:ext>
            </a:extLst>
          </p:cNvPr>
          <p:cNvSpPr/>
          <p:nvPr userDrawn="1"/>
        </p:nvSpPr>
        <p:spPr>
          <a:xfrm>
            <a:off x="634030" y="570037"/>
            <a:ext cx="3390908" cy="595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315687159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nteúdo com Imagem">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AF3BB49-A328-F121-7F27-DEB7C3CC2B0F}"/>
              </a:ext>
            </a:extLst>
          </p:cNvPr>
          <p:cNvSpPr>
            <a:spLocks noGrp="1"/>
          </p:cNvSpPr>
          <p:nvPr>
            <p:ph type="title"/>
          </p:nvPr>
        </p:nvSpPr>
        <p:spPr>
          <a:xfrm>
            <a:off x="4962523" y="1016956"/>
            <a:ext cx="6696076" cy="731520"/>
          </a:xfrm>
          <a:prstGeom prst="rect">
            <a:avLst/>
          </a:prstGeom>
        </p:spPr>
        <p:txBody>
          <a:bodyPr rtlCol="0" anchor="t"/>
          <a:lstStyle>
            <a:lvl1pPr>
              <a:defRPr cap="all" baseline="0"/>
            </a:lvl1pPr>
          </a:lstStyle>
          <a:p>
            <a:pPr rtl="0"/>
            <a:r>
              <a:rPr lang="pt-br"/>
              <a:t>Clique para editar o estilo de título Mestre</a:t>
            </a:r>
          </a:p>
        </p:txBody>
      </p:sp>
      <p:sp>
        <p:nvSpPr>
          <p:cNvPr id="38" name="Espaço Reservado para Imagem 37">
            <a:extLst>
              <a:ext uri="{FF2B5EF4-FFF2-40B4-BE49-F238E27FC236}">
                <a16:creationId xmlns:a16="http://schemas.microsoft.com/office/drawing/2014/main" id="{99EF452C-FB1E-E93B-DCC5-1D98DE017953}"/>
              </a:ext>
            </a:extLst>
          </p:cNvPr>
          <p:cNvSpPr>
            <a:spLocks noGrp="1"/>
          </p:cNvSpPr>
          <p:nvPr>
            <p:ph type="pic" sz="quarter" idx="13" hasCustomPrompt="1"/>
          </p:nvPr>
        </p:nvSpPr>
        <p:spPr>
          <a:xfrm>
            <a:off x="0" y="0"/>
            <a:ext cx="4400554" cy="6858000"/>
          </a:xfrm>
          <a:custGeom>
            <a:avLst/>
            <a:gdLst>
              <a:gd name="connsiteX0" fmla="*/ 0 w 4400554"/>
              <a:gd name="connsiteY0" fmla="*/ 634999 h 6858000"/>
              <a:gd name="connsiteX1" fmla="*/ 4400554 w 4400554"/>
              <a:gd name="connsiteY1" fmla="*/ 634999 h 6858000"/>
              <a:gd name="connsiteX2" fmla="*/ 4400554 w 4400554"/>
              <a:gd name="connsiteY2" fmla="*/ 6858000 h 6858000"/>
              <a:gd name="connsiteX3" fmla="*/ 0 w 4400554"/>
              <a:gd name="connsiteY3" fmla="*/ 6858000 h 6858000"/>
              <a:gd name="connsiteX4" fmla="*/ 0 w 4400554"/>
              <a:gd name="connsiteY4" fmla="*/ 0 h 6858000"/>
              <a:gd name="connsiteX5" fmla="*/ 4400554 w 4400554"/>
              <a:gd name="connsiteY5" fmla="*/ 0 h 6858000"/>
              <a:gd name="connsiteX6" fmla="*/ 4400554 w 4400554"/>
              <a:gd name="connsiteY6" fmla="*/ 570991 h 6858000"/>
              <a:gd name="connsiteX7" fmla="*/ 0 w 4400554"/>
              <a:gd name="connsiteY7" fmla="*/ 570991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400554" h="6858000">
                <a:moveTo>
                  <a:pt x="0" y="634999"/>
                </a:moveTo>
                <a:lnTo>
                  <a:pt x="4400554" y="634999"/>
                </a:lnTo>
                <a:lnTo>
                  <a:pt x="4400554" y="6858000"/>
                </a:lnTo>
                <a:lnTo>
                  <a:pt x="0" y="6858000"/>
                </a:lnTo>
                <a:close/>
                <a:moveTo>
                  <a:pt x="0" y="0"/>
                </a:moveTo>
                <a:lnTo>
                  <a:pt x="4400554" y="0"/>
                </a:lnTo>
                <a:lnTo>
                  <a:pt x="4400554" y="570991"/>
                </a:lnTo>
                <a:lnTo>
                  <a:pt x="0" y="570991"/>
                </a:lnTo>
                <a:close/>
              </a:path>
            </a:pathLst>
          </a:custGeom>
          <a:blipFill dpi="0" rotWithShape="1">
            <a:blip r:embed="rId2">
              <a:alphaModFix amt="60000"/>
            </a:blip>
            <a:srcRect/>
            <a:stretch>
              <a:fillRect/>
            </a:stretch>
          </a:blipFill>
        </p:spPr>
        <p:txBody>
          <a:bodyPr wrap="square" rtlCol="0">
            <a:noAutofit/>
          </a:bodyPr>
          <a:lstStyle>
            <a:lvl1pPr marL="0" indent="0">
              <a:buNone/>
              <a:defRPr/>
            </a:lvl1pPr>
          </a:lstStyle>
          <a:p>
            <a:pPr rtl="0"/>
            <a:r>
              <a:rPr lang="pt-br"/>
              <a:t> </a:t>
            </a:r>
          </a:p>
        </p:txBody>
      </p:sp>
      <p:sp>
        <p:nvSpPr>
          <p:cNvPr id="8" name="Espaço Reservado para Conteúdo 7">
            <a:extLst>
              <a:ext uri="{FF2B5EF4-FFF2-40B4-BE49-F238E27FC236}">
                <a16:creationId xmlns:a16="http://schemas.microsoft.com/office/drawing/2014/main" id="{818B74D6-CD72-B859-C229-60DB988B25E3}"/>
              </a:ext>
            </a:extLst>
          </p:cNvPr>
          <p:cNvSpPr>
            <a:spLocks noGrp="1"/>
          </p:cNvSpPr>
          <p:nvPr>
            <p:ph sz="quarter" idx="14"/>
          </p:nvPr>
        </p:nvSpPr>
        <p:spPr>
          <a:xfrm>
            <a:off x="4962523" y="2145668"/>
            <a:ext cx="6689892" cy="4118399"/>
          </a:xfrm>
          <a:prstGeom prst="rect">
            <a:avLst/>
          </a:prstGeom>
        </p:spPr>
        <p:txBody>
          <a:bodyPr rtlCol="0"/>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9" name="Espaço Reservado para Rodapé 8">
            <a:extLst>
              <a:ext uri="{FF2B5EF4-FFF2-40B4-BE49-F238E27FC236}">
                <a16:creationId xmlns:a16="http://schemas.microsoft.com/office/drawing/2014/main" id="{C65BFCB1-FAA8-D03A-3B62-DCB2CF1CA112}"/>
              </a:ext>
            </a:extLst>
          </p:cNvPr>
          <p:cNvSpPr>
            <a:spLocks noGrp="1"/>
          </p:cNvSpPr>
          <p:nvPr>
            <p:ph type="ftr" sz="quarter" idx="16"/>
          </p:nvPr>
        </p:nvSpPr>
        <p:spPr>
          <a:xfrm>
            <a:off x="4964103" y="6477000"/>
            <a:ext cx="4707905" cy="381000"/>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4" name="Espaço Reservado para Data 3">
            <a:extLst>
              <a:ext uri="{FF2B5EF4-FFF2-40B4-BE49-F238E27FC236}">
                <a16:creationId xmlns:a16="http://schemas.microsoft.com/office/drawing/2014/main" id="{1E742B5C-5438-96A4-4A2A-AE939906F8A4}"/>
              </a:ext>
            </a:extLst>
          </p:cNvPr>
          <p:cNvSpPr>
            <a:spLocks noGrp="1"/>
          </p:cNvSpPr>
          <p:nvPr>
            <p:ph type="dt" sz="half" idx="15"/>
          </p:nvPr>
        </p:nvSpPr>
        <p:spPr>
          <a:xfrm>
            <a:off x="9672013" y="6477000"/>
            <a:ext cx="1329365" cy="381000"/>
          </a:xfrm>
          <a:prstGeom prst="rect">
            <a:avLst/>
          </a:prstGeom>
        </p:spPr>
        <p:txBody>
          <a:bodyPr rtlCol="0"/>
          <a:lstStyle>
            <a:lvl1pPr>
              <a:defRPr>
                <a:solidFill>
                  <a:schemeClr val="tx2"/>
                </a:solidFill>
              </a:defRPr>
            </a:lvl1pPr>
          </a:lstStyle>
          <a:p>
            <a:pPr rtl="0"/>
            <a:r>
              <a:rPr lang="en-US"/>
              <a:t>17/09/2025</a:t>
            </a:r>
            <a:endParaRPr lang="en-US" dirty="0"/>
          </a:p>
        </p:txBody>
      </p:sp>
      <p:sp>
        <p:nvSpPr>
          <p:cNvPr id="10" name="Espaço Reservado para o Número do Slide 9">
            <a:extLst>
              <a:ext uri="{FF2B5EF4-FFF2-40B4-BE49-F238E27FC236}">
                <a16:creationId xmlns:a16="http://schemas.microsoft.com/office/drawing/2014/main" id="{0A608994-46CD-AAE0-DCC4-A59D26254D84}"/>
              </a:ext>
            </a:extLst>
          </p:cNvPr>
          <p:cNvSpPr>
            <a:spLocks noGrp="1"/>
          </p:cNvSpPr>
          <p:nvPr>
            <p:ph type="sldNum" sz="quarter" idx="17"/>
          </p:nvPr>
        </p:nvSpPr>
        <p:spPr>
          <a:xfrm>
            <a:off x="11001379" y="6477000"/>
            <a:ext cx="657221" cy="381000"/>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dirty="0"/>
          </a:p>
        </p:txBody>
      </p:sp>
      <p:sp>
        <p:nvSpPr>
          <p:cNvPr id="3" name="Forma Livre 2">
            <a:extLst>
              <a:ext uri="{FF2B5EF4-FFF2-40B4-BE49-F238E27FC236}">
                <a16:creationId xmlns:a16="http://schemas.microsoft.com/office/drawing/2014/main" id="{EC16BEA9-7D3A-E34B-4442-F0BFB853F3F8}"/>
              </a:ext>
            </a:extLst>
          </p:cNvPr>
          <p:cNvSpPr/>
          <p:nvPr userDrawn="1"/>
        </p:nvSpPr>
        <p:spPr>
          <a:xfrm>
            <a:off x="4408228" y="570993"/>
            <a:ext cx="7142064" cy="64006"/>
          </a:xfrm>
          <a:custGeom>
            <a:avLst/>
            <a:gdLst>
              <a:gd name="connsiteX0" fmla="*/ 0 w 7152036"/>
              <a:gd name="connsiteY0" fmla="*/ 0 h 64008"/>
              <a:gd name="connsiteX1" fmla="*/ 7152036 w 7152036"/>
              <a:gd name="connsiteY1" fmla="*/ 0 h 64008"/>
              <a:gd name="connsiteX2" fmla="*/ 7152036 w 7152036"/>
              <a:gd name="connsiteY2" fmla="*/ 64008 h 64008"/>
              <a:gd name="connsiteX3" fmla="*/ 0 w 7152036"/>
              <a:gd name="connsiteY3" fmla="*/ 64008 h 64008"/>
            </a:gdLst>
            <a:ahLst/>
            <a:cxnLst>
              <a:cxn ang="0">
                <a:pos x="connsiteX0" y="connsiteY0"/>
              </a:cxn>
              <a:cxn ang="0">
                <a:pos x="connsiteX1" y="connsiteY1"/>
              </a:cxn>
              <a:cxn ang="0">
                <a:pos x="connsiteX2" y="connsiteY2"/>
              </a:cxn>
              <a:cxn ang="0">
                <a:pos x="connsiteX3" y="connsiteY3"/>
              </a:cxn>
            </a:cxnLst>
            <a:rect l="l" t="t" r="r" b="b"/>
            <a:pathLst>
              <a:path w="7152036" h="64008">
                <a:moveTo>
                  <a:pt x="0" y="0"/>
                </a:moveTo>
                <a:lnTo>
                  <a:pt x="7152036" y="0"/>
                </a:lnTo>
                <a:lnTo>
                  <a:pt x="7152036" y="64008"/>
                </a:lnTo>
                <a:lnTo>
                  <a:pt x="0" y="64008"/>
                </a:ln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rtl="0"/>
            <a:endParaRPr lang="en-US"/>
          </a:p>
        </p:txBody>
      </p:sp>
      <p:sp>
        <p:nvSpPr>
          <p:cNvPr id="5" name="Retângulo 4">
            <a:extLst>
              <a:ext uri="{FF2B5EF4-FFF2-40B4-BE49-F238E27FC236}">
                <a16:creationId xmlns:a16="http://schemas.microsoft.com/office/drawing/2014/main" id="{A3462211-E1BA-E90A-00F8-E717C7293E42}"/>
              </a:ext>
            </a:extLst>
          </p:cNvPr>
          <p:cNvSpPr/>
          <p:nvPr userDrawn="1"/>
        </p:nvSpPr>
        <p:spPr>
          <a:xfrm>
            <a:off x="-2282" y="570991"/>
            <a:ext cx="4410510" cy="640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157778861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nteúdo com Imagem 2">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AF3BB49-A328-F121-7F27-DEB7C3CC2B0F}"/>
              </a:ext>
            </a:extLst>
          </p:cNvPr>
          <p:cNvSpPr>
            <a:spLocks noGrp="1"/>
          </p:cNvSpPr>
          <p:nvPr>
            <p:ph type="title"/>
          </p:nvPr>
        </p:nvSpPr>
        <p:spPr>
          <a:xfrm>
            <a:off x="533400" y="1016955"/>
            <a:ext cx="6309821" cy="731520"/>
          </a:xfrm>
          <a:prstGeom prst="rect">
            <a:avLst/>
          </a:prstGeom>
        </p:spPr>
        <p:txBody>
          <a:bodyPr rtlCol="0" anchor="t"/>
          <a:lstStyle>
            <a:lvl1pPr>
              <a:defRPr cap="all" baseline="0"/>
            </a:lvl1pPr>
          </a:lstStyle>
          <a:p>
            <a:pPr rtl="0"/>
            <a:r>
              <a:rPr lang="pt-br"/>
              <a:t>Clique para editar o estilo de título Mestre</a:t>
            </a:r>
          </a:p>
        </p:txBody>
      </p:sp>
      <p:sp>
        <p:nvSpPr>
          <p:cNvPr id="8" name="Espaço Reservado para Conteúdo 7">
            <a:extLst>
              <a:ext uri="{FF2B5EF4-FFF2-40B4-BE49-F238E27FC236}">
                <a16:creationId xmlns:a16="http://schemas.microsoft.com/office/drawing/2014/main" id="{07755DB3-9272-8E5E-039F-AC14A2C07898}"/>
              </a:ext>
            </a:extLst>
          </p:cNvPr>
          <p:cNvSpPr>
            <a:spLocks noGrp="1"/>
          </p:cNvSpPr>
          <p:nvPr>
            <p:ph sz="quarter" idx="14"/>
          </p:nvPr>
        </p:nvSpPr>
        <p:spPr>
          <a:xfrm>
            <a:off x="533400" y="2145668"/>
            <a:ext cx="6309695" cy="4058432"/>
          </a:xfrm>
          <a:prstGeom prst="rect">
            <a:avLst/>
          </a:prstGeom>
        </p:spPr>
        <p:txBody>
          <a:bodyPr rtlCol="0"/>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10" name="Espaço Reservado para Rodapé 9">
            <a:extLst>
              <a:ext uri="{FF2B5EF4-FFF2-40B4-BE49-F238E27FC236}">
                <a16:creationId xmlns:a16="http://schemas.microsoft.com/office/drawing/2014/main" id="{4515DEC4-C967-ABFB-73CF-0A90335332A4}"/>
              </a:ext>
            </a:extLst>
          </p:cNvPr>
          <p:cNvSpPr>
            <a:spLocks noGrp="1"/>
          </p:cNvSpPr>
          <p:nvPr>
            <p:ph type="ftr" sz="quarter" idx="16"/>
          </p:nvPr>
        </p:nvSpPr>
        <p:spPr>
          <a:xfrm>
            <a:off x="533400" y="6477000"/>
            <a:ext cx="4809999" cy="381000"/>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9" name="Espaço Reservado para Data 8">
            <a:extLst>
              <a:ext uri="{FF2B5EF4-FFF2-40B4-BE49-F238E27FC236}">
                <a16:creationId xmlns:a16="http://schemas.microsoft.com/office/drawing/2014/main" id="{81177663-FC76-DF36-EEB7-5BE4C6C82F3A}"/>
              </a:ext>
            </a:extLst>
          </p:cNvPr>
          <p:cNvSpPr>
            <a:spLocks noGrp="1"/>
          </p:cNvSpPr>
          <p:nvPr>
            <p:ph type="dt" sz="half" idx="15"/>
          </p:nvPr>
        </p:nvSpPr>
        <p:spPr>
          <a:xfrm>
            <a:off x="5343525" y="6492875"/>
            <a:ext cx="1033596" cy="381001"/>
          </a:xfrm>
          <a:prstGeom prst="rect">
            <a:avLst/>
          </a:prstGeom>
        </p:spPr>
        <p:txBody>
          <a:bodyPr rtlCol="0"/>
          <a:lstStyle>
            <a:lvl1pPr>
              <a:defRPr>
                <a:solidFill>
                  <a:schemeClr val="tx2"/>
                </a:solidFill>
              </a:defRPr>
            </a:lvl1pPr>
          </a:lstStyle>
          <a:p>
            <a:pPr rtl="0"/>
            <a:r>
              <a:rPr lang="en-US"/>
              <a:t>17/09/2025</a:t>
            </a:r>
            <a:endParaRPr lang="en-US" dirty="0"/>
          </a:p>
        </p:txBody>
      </p:sp>
      <p:sp>
        <p:nvSpPr>
          <p:cNvPr id="12" name="Espaço Reservado para o Número do Slide 11">
            <a:extLst>
              <a:ext uri="{FF2B5EF4-FFF2-40B4-BE49-F238E27FC236}">
                <a16:creationId xmlns:a16="http://schemas.microsoft.com/office/drawing/2014/main" id="{A5A5085F-BE80-B110-AA1F-9DD0919E27D7}"/>
              </a:ext>
            </a:extLst>
          </p:cNvPr>
          <p:cNvSpPr>
            <a:spLocks noGrp="1"/>
          </p:cNvSpPr>
          <p:nvPr>
            <p:ph type="sldNum" sz="quarter" idx="17"/>
          </p:nvPr>
        </p:nvSpPr>
        <p:spPr>
          <a:xfrm>
            <a:off x="6413888" y="6476999"/>
            <a:ext cx="429207" cy="381001"/>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dirty="0"/>
          </a:p>
        </p:txBody>
      </p:sp>
      <p:sp>
        <p:nvSpPr>
          <p:cNvPr id="3" name="Espaço Reservado para Imagem 2">
            <a:extLst>
              <a:ext uri="{FF2B5EF4-FFF2-40B4-BE49-F238E27FC236}">
                <a16:creationId xmlns:a16="http://schemas.microsoft.com/office/drawing/2014/main" id="{F5064846-7F19-1A60-FFA5-393438EE39E9}"/>
              </a:ext>
            </a:extLst>
          </p:cNvPr>
          <p:cNvSpPr>
            <a:spLocks noGrp="1"/>
          </p:cNvSpPr>
          <p:nvPr>
            <p:ph type="pic" sz="quarter" idx="13" hasCustomPrompt="1"/>
          </p:nvPr>
        </p:nvSpPr>
        <p:spPr>
          <a:xfrm>
            <a:off x="7791446" y="0"/>
            <a:ext cx="4400554" cy="6858000"/>
          </a:xfrm>
          <a:custGeom>
            <a:avLst/>
            <a:gdLst>
              <a:gd name="connsiteX0" fmla="*/ 0 w 4400554"/>
              <a:gd name="connsiteY0" fmla="*/ 634999 h 6858000"/>
              <a:gd name="connsiteX1" fmla="*/ 4400554 w 4400554"/>
              <a:gd name="connsiteY1" fmla="*/ 634999 h 6858000"/>
              <a:gd name="connsiteX2" fmla="*/ 4400554 w 4400554"/>
              <a:gd name="connsiteY2" fmla="*/ 6858000 h 6858000"/>
              <a:gd name="connsiteX3" fmla="*/ 0 w 4400554"/>
              <a:gd name="connsiteY3" fmla="*/ 6858000 h 6858000"/>
              <a:gd name="connsiteX4" fmla="*/ 0 w 4400554"/>
              <a:gd name="connsiteY4" fmla="*/ 0 h 6858000"/>
              <a:gd name="connsiteX5" fmla="*/ 4400554 w 4400554"/>
              <a:gd name="connsiteY5" fmla="*/ 0 h 6858000"/>
              <a:gd name="connsiteX6" fmla="*/ 4400554 w 4400554"/>
              <a:gd name="connsiteY6" fmla="*/ 570991 h 6858000"/>
              <a:gd name="connsiteX7" fmla="*/ 0 w 4400554"/>
              <a:gd name="connsiteY7" fmla="*/ 570991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400554" h="6858000">
                <a:moveTo>
                  <a:pt x="0" y="634999"/>
                </a:moveTo>
                <a:lnTo>
                  <a:pt x="4400554" y="634999"/>
                </a:lnTo>
                <a:lnTo>
                  <a:pt x="4400554" y="6858000"/>
                </a:lnTo>
                <a:lnTo>
                  <a:pt x="0" y="6858000"/>
                </a:lnTo>
                <a:close/>
                <a:moveTo>
                  <a:pt x="0" y="0"/>
                </a:moveTo>
                <a:lnTo>
                  <a:pt x="4400554" y="0"/>
                </a:lnTo>
                <a:lnTo>
                  <a:pt x="4400554" y="570991"/>
                </a:lnTo>
                <a:lnTo>
                  <a:pt x="0" y="570991"/>
                </a:lnTo>
                <a:close/>
              </a:path>
            </a:pathLst>
          </a:custGeom>
          <a:blipFill dpi="0" rotWithShape="1">
            <a:blip r:embed="rId2">
              <a:alphaModFix amt="60000"/>
            </a:blip>
            <a:srcRect/>
            <a:stretch>
              <a:fillRect/>
            </a:stretch>
          </a:blipFill>
        </p:spPr>
        <p:txBody>
          <a:bodyPr wrap="square" rtlCol="0">
            <a:noAutofit/>
          </a:bodyPr>
          <a:lstStyle>
            <a:lvl1pPr marL="0" indent="0">
              <a:buNone/>
              <a:defRPr/>
            </a:lvl1pPr>
          </a:lstStyle>
          <a:p>
            <a:pPr rtl="0"/>
            <a:r>
              <a:rPr lang="pt-br"/>
              <a:t> </a:t>
            </a:r>
          </a:p>
        </p:txBody>
      </p:sp>
      <p:sp>
        <p:nvSpPr>
          <p:cNvPr id="6" name="Retângulo 5">
            <a:extLst>
              <a:ext uri="{FF2B5EF4-FFF2-40B4-BE49-F238E27FC236}">
                <a16:creationId xmlns:a16="http://schemas.microsoft.com/office/drawing/2014/main" id="{B87C63CE-38F9-6D67-7C23-42944811492E}"/>
              </a:ext>
            </a:extLst>
          </p:cNvPr>
          <p:cNvSpPr/>
          <p:nvPr userDrawn="1"/>
        </p:nvSpPr>
        <p:spPr>
          <a:xfrm>
            <a:off x="7789164" y="570991"/>
            <a:ext cx="4410510" cy="640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7" name="Forma Livre 6">
            <a:extLst>
              <a:ext uri="{FF2B5EF4-FFF2-40B4-BE49-F238E27FC236}">
                <a16:creationId xmlns:a16="http://schemas.microsoft.com/office/drawing/2014/main" id="{E209D7E2-AB21-4057-B204-85F36DA5484C}"/>
              </a:ext>
            </a:extLst>
          </p:cNvPr>
          <p:cNvSpPr/>
          <p:nvPr userDrawn="1"/>
        </p:nvSpPr>
        <p:spPr>
          <a:xfrm>
            <a:off x="645959" y="570993"/>
            <a:ext cx="7142064" cy="64006"/>
          </a:xfrm>
          <a:custGeom>
            <a:avLst/>
            <a:gdLst>
              <a:gd name="connsiteX0" fmla="*/ 0 w 7152036"/>
              <a:gd name="connsiteY0" fmla="*/ 0 h 64008"/>
              <a:gd name="connsiteX1" fmla="*/ 7152036 w 7152036"/>
              <a:gd name="connsiteY1" fmla="*/ 0 h 64008"/>
              <a:gd name="connsiteX2" fmla="*/ 7152036 w 7152036"/>
              <a:gd name="connsiteY2" fmla="*/ 64008 h 64008"/>
              <a:gd name="connsiteX3" fmla="*/ 0 w 7152036"/>
              <a:gd name="connsiteY3" fmla="*/ 64008 h 64008"/>
            </a:gdLst>
            <a:ahLst/>
            <a:cxnLst>
              <a:cxn ang="0">
                <a:pos x="connsiteX0" y="connsiteY0"/>
              </a:cxn>
              <a:cxn ang="0">
                <a:pos x="connsiteX1" y="connsiteY1"/>
              </a:cxn>
              <a:cxn ang="0">
                <a:pos x="connsiteX2" y="connsiteY2"/>
              </a:cxn>
              <a:cxn ang="0">
                <a:pos x="connsiteX3" y="connsiteY3"/>
              </a:cxn>
            </a:cxnLst>
            <a:rect l="l" t="t" r="r" b="b"/>
            <a:pathLst>
              <a:path w="7152036" h="64008">
                <a:moveTo>
                  <a:pt x="0" y="0"/>
                </a:moveTo>
                <a:lnTo>
                  <a:pt x="7152036" y="0"/>
                </a:lnTo>
                <a:lnTo>
                  <a:pt x="7152036" y="64008"/>
                </a:lnTo>
                <a:lnTo>
                  <a:pt x="0" y="64008"/>
                </a:ln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rtl="0"/>
            <a:endParaRPr lang="en-US"/>
          </a:p>
        </p:txBody>
      </p:sp>
    </p:spTree>
    <p:extLst>
      <p:ext uri="{BB962C8B-B14F-4D97-AF65-F5344CB8AC3E}">
        <p14:creationId xmlns:p14="http://schemas.microsoft.com/office/powerpoint/2010/main" val="336104138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nteúdo com Imagem 3">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AF3BB49-A328-F121-7F27-DEB7C3CC2B0F}"/>
              </a:ext>
            </a:extLst>
          </p:cNvPr>
          <p:cNvSpPr>
            <a:spLocks noGrp="1"/>
          </p:cNvSpPr>
          <p:nvPr>
            <p:ph type="title"/>
          </p:nvPr>
        </p:nvSpPr>
        <p:spPr>
          <a:xfrm>
            <a:off x="4632163" y="1016955"/>
            <a:ext cx="7026437" cy="731520"/>
          </a:xfrm>
          <a:prstGeom prst="rect">
            <a:avLst/>
          </a:prstGeom>
        </p:spPr>
        <p:txBody>
          <a:bodyPr rtlCol="0" anchor="t"/>
          <a:lstStyle>
            <a:lvl1pPr>
              <a:defRPr cap="all" baseline="0"/>
            </a:lvl1pPr>
          </a:lstStyle>
          <a:p>
            <a:pPr rtl="0"/>
            <a:r>
              <a:rPr lang="pt-br"/>
              <a:t>Clique para editar o estilo de título Mestre</a:t>
            </a:r>
          </a:p>
        </p:txBody>
      </p:sp>
      <p:sp>
        <p:nvSpPr>
          <p:cNvPr id="38" name="Espaço Reservado para Imagem 37">
            <a:extLst>
              <a:ext uri="{FF2B5EF4-FFF2-40B4-BE49-F238E27FC236}">
                <a16:creationId xmlns:a16="http://schemas.microsoft.com/office/drawing/2014/main" id="{87476243-EB8F-9EFF-F789-0088ABBB0FBF}"/>
              </a:ext>
            </a:extLst>
          </p:cNvPr>
          <p:cNvSpPr>
            <a:spLocks noGrp="1"/>
          </p:cNvSpPr>
          <p:nvPr>
            <p:ph type="pic" sz="quarter" idx="13" hasCustomPrompt="1"/>
          </p:nvPr>
        </p:nvSpPr>
        <p:spPr>
          <a:xfrm>
            <a:off x="0" y="1"/>
            <a:ext cx="3998133" cy="6858000"/>
          </a:xfrm>
          <a:custGeom>
            <a:avLst/>
            <a:gdLst>
              <a:gd name="connsiteX0" fmla="*/ 0 w 3998133"/>
              <a:gd name="connsiteY0" fmla="*/ 634999 h 6858000"/>
              <a:gd name="connsiteX1" fmla="*/ 3998133 w 3998133"/>
              <a:gd name="connsiteY1" fmla="*/ 634999 h 6858000"/>
              <a:gd name="connsiteX2" fmla="*/ 3998133 w 3998133"/>
              <a:gd name="connsiteY2" fmla="*/ 6858000 h 6858000"/>
              <a:gd name="connsiteX3" fmla="*/ 0 w 3998133"/>
              <a:gd name="connsiteY3" fmla="*/ 6858000 h 6858000"/>
              <a:gd name="connsiteX4" fmla="*/ 0 w 3998133"/>
              <a:gd name="connsiteY4" fmla="*/ 0 h 6858000"/>
              <a:gd name="connsiteX5" fmla="*/ 3998133 w 3998133"/>
              <a:gd name="connsiteY5" fmla="*/ 0 h 6858000"/>
              <a:gd name="connsiteX6" fmla="*/ 3998133 w 3998133"/>
              <a:gd name="connsiteY6" fmla="*/ 570991 h 6858000"/>
              <a:gd name="connsiteX7" fmla="*/ 0 w 3998133"/>
              <a:gd name="connsiteY7" fmla="*/ 570991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998133" h="6858000">
                <a:moveTo>
                  <a:pt x="0" y="634999"/>
                </a:moveTo>
                <a:lnTo>
                  <a:pt x="3998133" y="634999"/>
                </a:lnTo>
                <a:lnTo>
                  <a:pt x="3998133" y="6858000"/>
                </a:lnTo>
                <a:lnTo>
                  <a:pt x="0" y="6858000"/>
                </a:lnTo>
                <a:close/>
                <a:moveTo>
                  <a:pt x="0" y="0"/>
                </a:moveTo>
                <a:lnTo>
                  <a:pt x="3998133" y="0"/>
                </a:lnTo>
                <a:lnTo>
                  <a:pt x="3998133" y="570991"/>
                </a:lnTo>
                <a:lnTo>
                  <a:pt x="0" y="570991"/>
                </a:lnTo>
                <a:close/>
              </a:path>
            </a:pathLst>
          </a:custGeom>
          <a:blipFill dpi="0" rotWithShape="1">
            <a:blip r:embed="rId2">
              <a:alphaModFix amt="60000"/>
            </a:blip>
            <a:srcRect/>
            <a:stretch>
              <a:fillRect/>
            </a:stretch>
          </a:blipFill>
        </p:spPr>
        <p:txBody>
          <a:bodyPr wrap="square" rtlCol="0">
            <a:noAutofit/>
          </a:bodyPr>
          <a:lstStyle>
            <a:lvl1pPr marL="0" indent="0">
              <a:buNone/>
              <a:defRPr/>
            </a:lvl1pPr>
          </a:lstStyle>
          <a:p>
            <a:pPr rtl="0"/>
            <a:r>
              <a:rPr lang="pt-br"/>
              <a:t> </a:t>
            </a:r>
          </a:p>
        </p:txBody>
      </p:sp>
      <p:sp>
        <p:nvSpPr>
          <p:cNvPr id="8" name="Espaço Reservado para Conteúdo 7">
            <a:extLst>
              <a:ext uri="{FF2B5EF4-FFF2-40B4-BE49-F238E27FC236}">
                <a16:creationId xmlns:a16="http://schemas.microsoft.com/office/drawing/2014/main" id="{818B74D6-CD72-B859-C229-60DB988B25E3}"/>
              </a:ext>
            </a:extLst>
          </p:cNvPr>
          <p:cNvSpPr>
            <a:spLocks noGrp="1"/>
          </p:cNvSpPr>
          <p:nvPr>
            <p:ph sz="quarter" idx="14"/>
          </p:nvPr>
        </p:nvSpPr>
        <p:spPr>
          <a:xfrm>
            <a:off x="4632168" y="2145668"/>
            <a:ext cx="7026432" cy="4077331"/>
          </a:xfrm>
          <a:prstGeom prst="rect">
            <a:avLst/>
          </a:prstGeom>
        </p:spPr>
        <p:txBody>
          <a:bodyPr rtlCol="0"/>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4" name="Espaço Reservado para Rodapé 3">
            <a:extLst>
              <a:ext uri="{FF2B5EF4-FFF2-40B4-BE49-F238E27FC236}">
                <a16:creationId xmlns:a16="http://schemas.microsoft.com/office/drawing/2014/main" id="{5446E4B5-B423-4137-0255-D68BAC85BE95}"/>
              </a:ext>
            </a:extLst>
          </p:cNvPr>
          <p:cNvSpPr>
            <a:spLocks noGrp="1"/>
          </p:cNvSpPr>
          <p:nvPr>
            <p:ph type="ftr" sz="quarter" idx="16"/>
          </p:nvPr>
        </p:nvSpPr>
        <p:spPr>
          <a:xfrm>
            <a:off x="4632167" y="6477000"/>
            <a:ext cx="5426231" cy="381000"/>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3" name="Espaço Reservado para Data 2">
            <a:extLst>
              <a:ext uri="{FF2B5EF4-FFF2-40B4-BE49-F238E27FC236}">
                <a16:creationId xmlns:a16="http://schemas.microsoft.com/office/drawing/2014/main" id="{F0BFB53A-8FDF-F131-DCF2-D7BECE95381F}"/>
              </a:ext>
            </a:extLst>
          </p:cNvPr>
          <p:cNvSpPr>
            <a:spLocks noGrp="1"/>
          </p:cNvSpPr>
          <p:nvPr>
            <p:ph type="dt" sz="half" idx="15"/>
          </p:nvPr>
        </p:nvSpPr>
        <p:spPr>
          <a:xfrm>
            <a:off x="10058404" y="6477000"/>
            <a:ext cx="942970" cy="381000"/>
          </a:xfrm>
          <a:prstGeom prst="rect">
            <a:avLst/>
          </a:prstGeom>
        </p:spPr>
        <p:txBody>
          <a:bodyPr rtlCol="0"/>
          <a:lstStyle>
            <a:lvl1pPr>
              <a:defRPr>
                <a:solidFill>
                  <a:schemeClr val="tx2"/>
                </a:solidFill>
              </a:defRPr>
            </a:lvl1pPr>
          </a:lstStyle>
          <a:p>
            <a:pPr rtl="0"/>
            <a:r>
              <a:rPr lang="en-US"/>
              <a:t>17/09/2025</a:t>
            </a:r>
            <a:endParaRPr lang="en-US" dirty="0"/>
          </a:p>
        </p:txBody>
      </p:sp>
      <p:sp>
        <p:nvSpPr>
          <p:cNvPr id="9" name="Espaço Reservado para o Número do Slide 8">
            <a:extLst>
              <a:ext uri="{FF2B5EF4-FFF2-40B4-BE49-F238E27FC236}">
                <a16:creationId xmlns:a16="http://schemas.microsoft.com/office/drawing/2014/main" id="{79FEC5A8-0DCB-9EEB-83E2-0411804C543D}"/>
              </a:ext>
            </a:extLst>
          </p:cNvPr>
          <p:cNvSpPr>
            <a:spLocks noGrp="1"/>
          </p:cNvSpPr>
          <p:nvPr>
            <p:ph type="sldNum" sz="quarter" idx="17"/>
          </p:nvPr>
        </p:nvSpPr>
        <p:spPr>
          <a:xfrm>
            <a:off x="11001374" y="6477000"/>
            <a:ext cx="657226" cy="381000"/>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dirty="0"/>
          </a:p>
        </p:txBody>
      </p:sp>
      <p:sp>
        <p:nvSpPr>
          <p:cNvPr id="5" name="Forma Livre 4">
            <a:extLst>
              <a:ext uri="{FF2B5EF4-FFF2-40B4-BE49-F238E27FC236}">
                <a16:creationId xmlns:a16="http://schemas.microsoft.com/office/drawing/2014/main" id="{ECF4FA5C-D406-8202-9143-DAEA62C5C872}"/>
              </a:ext>
            </a:extLst>
          </p:cNvPr>
          <p:cNvSpPr/>
          <p:nvPr userDrawn="1"/>
        </p:nvSpPr>
        <p:spPr>
          <a:xfrm>
            <a:off x="0" y="570992"/>
            <a:ext cx="4019552" cy="64008"/>
          </a:xfrm>
          <a:custGeom>
            <a:avLst/>
            <a:gdLst>
              <a:gd name="connsiteX0" fmla="*/ 0 w 7152036"/>
              <a:gd name="connsiteY0" fmla="*/ 0 h 64008"/>
              <a:gd name="connsiteX1" fmla="*/ 7152036 w 7152036"/>
              <a:gd name="connsiteY1" fmla="*/ 0 h 64008"/>
              <a:gd name="connsiteX2" fmla="*/ 7152036 w 7152036"/>
              <a:gd name="connsiteY2" fmla="*/ 64008 h 64008"/>
              <a:gd name="connsiteX3" fmla="*/ 0 w 7152036"/>
              <a:gd name="connsiteY3" fmla="*/ 64008 h 64008"/>
            </a:gdLst>
            <a:ahLst/>
            <a:cxnLst>
              <a:cxn ang="0">
                <a:pos x="connsiteX0" y="connsiteY0"/>
              </a:cxn>
              <a:cxn ang="0">
                <a:pos x="connsiteX1" y="connsiteY1"/>
              </a:cxn>
              <a:cxn ang="0">
                <a:pos x="connsiteX2" y="connsiteY2"/>
              </a:cxn>
              <a:cxn ang="0">
                <a:pos x="connsiteX3" y="connsiteY3"/>
              </a:cxn>
            </a:cxnLst>
            <a:rect l="l" t="t" r="r" b="b"/>
            <a:pathLst>
              <a:path w="7152036" h="64008">
                <a:moveTo>
                  <a:pt x="0" y="0"/>
                </a:moveTo>
                <a:lnTo>
                  <a:pt x="7152036" y="0"/>
                </a:lnTo>
                <a:lnTo>
                  <a:pt x="7152036" y="64008"/>
                </a:lnTo>
                <a:lnTo>
                  <a:pt x="0" y="64008"/>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rtl="0"/>
            <a:endParaRPr lang="en-US"/>
          </a:p>
        </p:txBody>
      </p:sp>
      <p:sp>
        <p:nvSpPr>
          <p:cNvPr id="6" name="Forma Livre 5">
            <a:extLst>
              <a:ext uri="{FF2B5EF4-FFF2-40B4-BE49-F238E27FC236}">
                <a16:creationId xmlns:a16="http://schemas.microsoft.com/office/drawing/2014/main" id="{082645EB-0315-BBF0-B28C-6A31158DE8D1}"/>
              </a:ext>
            </a:extLst>
          </p:cNvPr>
          <p:cNvSpPr/>
          <p:nvPr userDrawn="1"/>
        </p:nvSpPr>
        <p:spPr>
          <a:xfrm>
            <a:off x="3997235" y="570992"/>
            <a:ext cx="7560729" cy="64008"/>
          </a:xfrm>
          <a:custGeom>
            <a:avLst/>
            <a:gdLst>
              <a:gd name="connsiteX0" fmla="*/ 0 w 7152036"/>
              <a:gd name="connsiteY0" fmla="*/ 0 h 64008"/>
              <a:gd name="connsiteX1" fmla="*/ 7152036 w 7152036"/>
              <a:gd name="connsiteY1" fmla="*/ 0 h 64008"/>
              <a:gd name="connsiteX2" fmla="*/ 7152036 w 7152036"/>
              <a:gd name="connsiteY2" fmla="*/ 64008 h 64008"/>
              <a:gd name="connsiteX3" fmla="*/ 0 w 7152036"/>
              <a:gd name="connsiteY3" fmla="*/ 64008 h 64008"/>
            </a:gdLst>
            <a:ahLst/>
            <a:cxnLst>
              <a:cxn ang="0">
                <a:pos x="connsiteX0" y="connsiteY0"/>
              </a:cxn>
              <a:cxn ang="0">
                <a:pos x="connsiteX1" y="connsiteY1"/>
              </a:cxn>
              <a:cxn ang="0">
                <a:pos x="connsiteX2" y="connsiteY2"/>
              </a:cxn>
              <a:cxn ang="0">
                <a:pos x="connsiteX3" y="connsiteY3"/>
              </a:cxn>
            </a:cxnLst>
            <a:rect l="l" t="t" r="r" b="b"/>
            <a:pathLst>
              <a:path w="7152036" h="64008">
                <a:moveTo>
                  <a:pt x="0" y="0"/>
                </a:moveTo>
                <a:lnTo>
                  <a:pt x="7152036" y="0"/>
                </a:lnTo>
                <a:lnTo>
                  <a:pt x="7152036" y="64008"/>
                </a:lnTo>
                <a:lnTo>
                  <a:pt x="0" y="64008"/>
                </a:ln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rtl="0"/>
            <a:endParaRPr lang="en-US"/>
          </a:p>
        </p:txBody>
      </p:sp>
    </p:spTree>
    <p:extLst>
      <p:ext uri="{BB962C8B-B14F-4D97-AF65-F5344CB8AC3E}">
        <p14:creationId xmlns:p14="http://schemas.microsoft.com/office/powerpoint/2010/main" val="321005710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nteúdo com Imagem 4">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AF3BB49-A328-F121-7F27-DEB7C3CC2B0F}"/>
              </a:ext>
            </a:extLst>
          </p:cNvPr>
          <p:cNvSpPr>
            <a:spLocks noGrp="1"/>
          </p:cNvSpPr>
          <p:nvPr>
            <p:ph type="title"/>
          </p:nvPr>
        </p:nvSpPr>
        <p:spPr>
          <a:xfrm>
            <a:off x="533401" y="1016955"/>
            <a:ext cx="6858000" cy="731519"/>
          </a:xfrm>
          <a:prstGeom prst="rect">
            <a:avLst/>
          </a:prstGeom>
        </p:spPr>
        <p:txBody>
          <a:bodyPr rtlCol="0" anchor="t"/>
          <a:lstStyle>
            <a:lvl1pPr>
              <a:defRPr cap="all" baseline="0"/>
            </a:lvl1pPr>
          </a:lstStyle>
          <a:p>
            <a:pPr rtl="0"/>
            <a:r>
              <a:rPr lang="pt-br"/>
              <a:t>Clique para editar o estilo de título Mestre</a:t>
            </a:r>
          </a:p>
        </p:txBody>
      </p:sp>
      <p:sp>
        <p:nvSpPr>
          <p:cNvPr id="8" name="Espaço Reservado para Conteúdo 7">
            <a:extLst>
              <a:ext uri="{FF2B5EF4-FFF2-40B4-BE49-F238E27FC236}">
                <a16:creationId xmlns:a16="http://schemas.microsoft.com/office/drawing/2014/main" id="{07755DB3-9272-8E5E-039F-AC14A2C07898}"/>
              </a:ext>
            </a:extLst>
          </p:cNvPr>
          <p:cNvSpPr>
            <a:spLocks noGrp="1"/>
          </p:cNvSpPr>
          <p:nvPr>
            <p:ph sz="quarter" idx="14"/>
          </p:nvPr>
        </p:nvSpPr>
        <p:spPr>
          <a:xfrm>
            <a:off x="533401" y="2145668"/>
            <a:ext cx="6858000" cy="4093526"/>
          </a:xfrm>
          <a:prstGeom prst="rect">
            <a:avLst/>
          </a:prstGeom>
        </p:spPr>
        <p:txBody>
          <a:bodyPr rtlCol="0"/>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9" name="Espaço Reservado para Rodapé 8">
            <a:extLst>
              <a:ext uri="{FF2B5EF4-FFF2-40B4-BE49-F238E27FC236}">
                <a16:creationId xmlns:a16="http://schemas.microsoft.com/office/drawing/2014/main" id="{820916D3-99FA-E971-607F-14E290E58854}"/>
              </a:ext>
            </a:extLst>
          </p:cNvPr>
          <p:cNvSpPr>
            <a:spLocks noGrp="1"/>
          </p:cNvSpPr>
          <p:nvPr>
            <p:ph type="ftr" sz="quarter" idx="16"/>
          </p:nvPr>
        </p:nvSpPr>
        <p:spPr>
          <a:xfrm>
            <a:off x="533401" y="6464300"/>
            <a:ext cx="5366715" cy="399514"/>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4" name="Espaço Reservado para Data 3">
            <a:extLst>
              <a:ext uri="{FF2B5EF4-FFF2-40B4-BE49-F238E27FC236}">
                <a16:creationId xmlns:a16="http://schemas.microsoft.com/office/drawing/2014/main" id="{9F3CAD5B-18BB-E21E-3A4C-7BAACB8519A4}"/>
              </a:ext>
            </a:extLst>
          </p:cNvPr>
          <p:cNvSpPr>
            <a:spLocks noGrp="1"/>
          </p:cNvSpPr>
          <p:nvPr>
            <p:ph type="dt" sz="half" idx="15"/>
          </p:nvPr>
        </p:nvSpPr>
        <p:spPr>
          <a:xfrm>
            <a:off x="5900115" y="6464300"/>
            <a:ext cx="929303" cy="399514"/>
          </a:xfrm>
          <a:prstGeom prst="rect">
            <a:avLst/>
          </a:prstGeom>
        </p:spPr>
        <p:txBody>
          <a:bodyPr rtlCol="0"/>
          <a:lstStyle>
            <a:lvl1pPr>
              <a:defRPr>
                <a:solidFill>
                  <a:schemeClr val="tx2"/>
                </a:solidFill>
              </a:defRPr>
            </a:lvl1pPr>
          </a:lstStyle>
          <a:p>
            <a:pPr rtl="0"/>
            <a:r>
              <a:rPr lang="en-US"/>
              <a:t>17/09/2025</a:t>
            </a:r>
            <a:endParaRPr lang="en-US" dirty="0"/>
          </a:p>
        </p:txBody>
      </p:sp>
      <p:sp>
        <p:nvSpPr>
          <p:cNvPr id="10" name="Espaço Reservado para o Número do Slide 9">
            <a:extLst>
              <a:ext uri="{FF2B5EF4-FFF2-40B4-BE49-F238E27FC236}">
                <a16:creationId xmlns:a16="http://schemas.microsoft.com/office/drawing/2014/main" id="{BBDEAB8E-8806-A459-E320-4CA2B455BFD7}"/>
              </a:ext>
            </a:extLst>
          </p:cNvPr>
          <p:cNvSpPr>
            <a:spLocks noGrp="1"/>
          </p:cNvSpPr>
          <p:nvPr>
            <p:ph type="sldNum" sz="quarter" idx="17"/>
          </p:nvPr>
        </p:nvSpPr>
        <p:spPr>
          <a:xfrm>
            <a:off x="6829424" y="6464300"/>
            <a:ext cx="561977" cy="399514"/>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dirty="0"/>
          </a:p>
        </p:txBody>
      </p:sp>
      <p:sp>
        <p:nvSpPr>
          <p:cNvPr id="6" name="Espaço Reservado para Imagem 5">
            <a:extLst>
              <a:ext uri="{FF2B5EF4-FFF2-40B4-BE49-F238E27FC236}">
                <a16:creationId xmlns:a16="http://schemas.microsoft.com/office/drawing/2014/main" id="{070CE66A-15FE-D8FB-D711-D3BB0755F0D1}"/>
              </a:ext>
            </a:extLst>
          </p:cNvPr>
          <p:cNvSpPr>
            <a:spLocks noGrp="1"/>
          </p:cNvSpPr>
          <p:nvPr>
            <p:ph type="pic" sz="quarter" idx="18" hasCustomPrompt="1"/>
          </p:nvPr>
        </p:nvSpPr>
        <p:spPr>
          <a:xfrm>
            <a:off x="8193866" y="1"/>
            <a:ext cx="3998133" cy="6858000"/>
          </a:xfrm>
          <a:custGeom>
            <a:avLst/>
            <a:gdLst>
              <a:gd name="connsiteX0" fmla="*/ 0 w 3998133"/>
              <a:gd name="connsiteY0" fmla="*/ 634999 h 6858000"/>
              <a:gd name="connsiteX1" fmla="*/ 3998133 w 3998133"/>
              <a:gd name="connsiteY1" fmla="*/ 634999 h 6858000"/>
              <a:gd name="connsiteX2" fmla="*/ 3998133 w 3998133"/>
              <a:gd name="connsiteY2" fmla="*/ 6858000 h 6858000"/>
              <a:gd name="connsiteX3" fmla="*/ 0 w 3998133"/>
              <a:gd name="connsiteY3" fmla="*/ 6858000 h 6858000"/>
              <a:gd name="connsiteX4" fmla="*/ 0 w 3998133"/>
              <a:gd name="connsiteY4" fmla="*/ 0 h 6858000"/>
              <a:gd name="connsiteX5" fmla="*/ 3998133 w 3998133"/>
              <a:gd name="connsiteY5" fmla="*/ 0 h 6858000"/>
              <a:gd name="connsiteX6" fmla="*/ 3998133 w 3998133"/>
              <a:gd name="connsiteY6" fmla="*/ 570991 h 6858000"/>
              <a:gd name="connsiteX7" fmla="*/ 0 w 3998133"/>
              <a:gd name="connsiteY7" fmla="*/ 570991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998133" h="6858000">
                <a:moveTo>
                  <a:pt x="0" y="634999"/>
                </a:moveTo>
                <a:lnTo>
                  <a:pt x="3998133" y="634999"/>
                </a:lnTo>
                <a:lnTo>
                  <a:pt x="3998133" y="6858000"/>
                </a:lnTo>
                <a:lnTo>
                  <a:pt x="0" y="6858000"/>
                </a:lnTo>
                <a:close/>
                <a:moveTo>
                  <a:pt x="0" y="0"/>
                </a:moveTo>
                <a:lnTo>
                  <a:pt x="3998133" y="0"/>
                </a:lnTo>
                <a:lnTo>
                  <a:pt x="3998133" y="570991"/>
                </a:lnTo>
                <a:lnTo>
                  <a:pt x="0" y="570991"/>
                </a:lnTo>
                <a:close/>
              </a:path>
            </a:pathLst>
          </a:custGeom>
          <a:blipFill dpi="0" rotWithShape="1">
            <a:blip r:embed="rId2">
              <a:alphaModFix amt="60000"/>
            </a:blip>
            <a:srcRect/>
            <a:stretch>
              <a:fillRect/>
            </a:stretch>
          </a:blipFill>
        </p:spPr>
        <p:txBody>
          <a:bodyPr wrap="square" rtlCol="0">
            <a:noAutofit/>
          </a:bodyPr>
          <a:lstStyle>
            <a:lvl1pPr marL="0" indent="0">
              <a:buNone/>
              <a:defRPr/>
            </a:lvl1pPr>
          </a:lstStyle>
          <a:p>
            <a:pPr rtl="0"/>
            <a:r>
              <a:rPr lang="pt-br"/>
              <a:t> </a:t>
            </a:r>
          </a:p>
        </p:txBody>
      </p:sp>
      <p:sp>
        <p:nvSpPr>
          <p:cNvPr id="3" name="Forma Livre 2">
            <a:extLst>
              <a:ext uri="{FF2B5EF4-FFF2-40B4-BE49-F238E27FC236}">
                <a16:creationId xmlns:a16="http://schemas.microsoft.com/office/drawing/2014/main" id="{E19B021D-A5A3-D515-C491-988160E0708C}"/>
              </a:ext>
            </a:extLst>
          </p:cNvPr>
          <p:cNvSpPr/>
          <p:nvPr userDrawn="1"/>
        </p:nvSpPr>
        <p:spPr>
          <a:xfrm>
            <a:off x="8172447" y="570992"/>
            <a:ext cx="4019552" cy="64008"/>
          </a:xfrm>
          <a:custGeom>
            <a:avLst/>
            <a:gdLst>
              <a:gd name="connsiteX0" fmla="*/ 0 w 7152036"/>
              <a:gd name="connsiteY0" fmla="*/ 0 h 64008"/>
              <a:gd name="connsiteX1" fmla="*/ 7152036 w 7152036"/>
              <a:gd name="connsiteY1" fmla="*/ 0 h 64008"/>
              <a:gd name="connsiteX2" fmla="*/ 7152036 w 7152036"/>
              <a:gd name="connsiteY2" fmla="*/ 64008 h 64008"/>
              <a:gd name="connsiteX3" fmla="*/ 0 w 7152036"/>
              <a:gd name="connsiteY3" fmla="*/ 64008 h 64008"/>
            </a:gdLst>
            <a:ahLst/>
            <a:cxnLst>
              <a:cxn ang="0">
                <a:pos x="connsiteX0" y="connsiteY0"/>
              </a:cxn>
              <a:cxn ang="0">
                <a:pos x="connsiteX1" y="connsiteY1"/>
              </a:cxn>
              <a:cxn ang="0">
                <a:pos x="connsiteX2" y="connsiteY2"/>
              </a:cxn>
              <a:cxn ang="0">
                <a:pos x="connsiteX3" y="connsiteY3"/>
              </a:cxn>
            </a:cxnLst>
            <a:rect l="l" t="t" r="r" b="b"/>
            <a:pathLst>
              <a:path w="7152036" h="64008">
                <a:moveTo>
                  <a:pt x="0" y="0"/>
                </a:moveTo>
                <a:lnTo>
                  <a:pt x="7152036" y="0"/>
                </a:lnTo>
                <a:lnTo>
                  <a:pt x="7152036" y="64008"/>
                </a:lnTo>
                <a:lnTo>
                  <a:pt x="0" y="64008"/>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rtl="0"/>
            <a:endParaRPr lang="en-US"/>
          </a:p>
        </p:txBody>
      </p:sp>
      <p:sp>
        <p:nvSpPr>
          <p:cNvPr id="5" name="Forma Livre 4">
            <a:extLst>
              <a:ext uri="{FF2B5EF4-FFF2-40B4-BE49-F238E27FC236}">
                <a16:creationId xmlns:a16="http://schemas.microsoft.com/office/drawing/2014/main" id="{F6879252-7B61-583A-CF4D-92BF27416ADC}"/>
              </a:ext>
            </a:extLst>
          </p:cNvPr>
          <p:cNvSpPr/>
          <p:nvPr userDrawn="1"/>
        </p:nvSpPr>
        <p:spPr>
          <a:xfrm>
            <a:off x="633137" y="570992"/>
            <a:ext cx="7560729" cy="64008"/>
          </a:xfrm>
          <a:custGeom>
            <a:avLst/>
            <a:gdLst>
              <a:gd name="connsiteX0" fmla="*/ 0 w 7152036"/>
              <a:gd name="connsiteY0" fmla="*/ 0 h 64008"/>
              <a:gd name="connsiteX1" fmla="*/ 7152036 w 7152036"/>
              <a:gd name="connsiteY1" fmla="*/ 0 h 64008"/>
              <a:gd name="connsiteX2" fmla="*/ 7152036 w 7152036"/>
              <a:gd name="connsiteY2" fmla="*/ 64008 h 64008"/>
              <a:gd name="connsiteX3" fmla="*/ 0 w 7152036"/>
              <a:gd name="connsiteY3" fmla="*/ 64008 h 64008"/>
            </a:gdLst>
            <a:ahLst/>
            <a:cxnLst>
              <a:cxn ang="0">
                <a:pos x="connsiteX0" y="connsiteY0"/>
              </a:cxn>
              <a:cxn ang="0">
                <a:pos x="connsiteX1" y="connsiteY1"/>
              </a:cxn>
              <a:cxn ang="0">
                <a:pos x="connsiteX2" y="connsiteY2"/>
              </a:cxn>
              <a:cxn ang="0">
                <a:pos x="connsiteX3" y="connsiteY3"/>
              </a:cxn>
            </a:cxnLst>
            <a:rect l="l" t="t" r="r" b="b"/>
            <a:pathLst>
              <a:path w="7152036" h="64008">
                <a:moveTo>
                  <a:pt x="0" y="0"/>
                </a:moveTo>
                <a:lnTo>
                  <a:pt x="7152036" y="0"/>
                </a:lnTo>
                <a:lnTo>
                  <a:pt x="7152036" y="64008"/>
                </a:lnTo>
                <a:lnTo>
                  <a:pt x="0" y="64008"/>
                </a:ln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rtl="0"/>
            <a:endParaRPr lang="en-US"/>
          </a:p>
        </p:txBody>
      </p:sp>
    </p:spTree>
    <p:extLst>
      <p:ext uri="{BB962C8B-B14F-4D97-AF65-F5344CB8AC3E}">
        <p14:creationId xmlns:p14="http://schemas.microsoft.com/office/powerpoint/2010/main" val="205145543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Conteúdo com Imagem 5">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AF3BB49-A328-F121-7F27-DEB7C3CC2B0F}"/>
              </a:ext>
            </a:extLst>
          </p:cNvPr>
          <p:cNvSpPr>
            <a:spLocks noGrp="1"/>
          </p:cNvSpPr>
          <p:nvPr>
            <p:ph type="title"/>
          </p:nvPr>
        </p:nvSpPr>
        <p:spPr>
          <a:xfrm>
            <a:off x="7229478" y="1016955"/>
            <a:ext cx="4429122" cy="1328932"/>
          </a:xfrm>
          <a:prstGeom prst="rect">
            <a:avLst/>
          </a:prstGeom>
        </p:spPr>
        <p:txBody>
          <a:bodyPr rtlCol="0" anchor="b">
            <a:normAutofit/>
          </a:bodyPr>
          <a:lstStyle>
            <a:lvl1pPr>
              <a:defRPr sz="3600" cap="all" baseline="0"/>
            </a:lvl1pPr>
          </a:lstStyle>
          <a:p>
            <a:pPr rtl="0"/>
            <a:r>
              <a:rPr lang="pt-br"/>
              <a:t>Clique para editar o estilo de título Mestre</a:t>
            </a:r>
          </a:p>
        </p:txBody>
      </p:sp>
      <p:sp>
        <p:nvSpPr>
          <p:cNvPr id="11" name="Espaço Reservado para Imagem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0" y="16383"/>
            <a:ext cx="6492240" cy="6858000"/>
          </a:xfrm>
          <a:prstGeom prst="rect">
            <a:avLst/>
          </a:prstGeom>
          <a:blipFill dpi="0" rotWithShape="1">
            <a:blip r:embed="rId2">
              <a:alphaModFix amt="60000"/>
            </a:blip>
            <a:srcRect/>
            <a:stretch>
              <a:fillRect/>
            </a:stretch>
          </a:blipFill>
        </p:spPr>
        <p:txBody>
          <a:bodyPr rtlCol="0"/>
          <a:lstStyle>
            <a:lvl1pPr marL="0" indent="0">
              <a:buNone/>
              <a:defRPr/>
            </a:lvl1pPr>
          </a:lstStyle>
          <a:p>
            <a:pPr rtl="0"/>
            <a:r>
              <a:rPr lang="pt-br"/>
              <a:t> </a:t>
            </a:r>
          </a:p>
        </p:txBody>
      </p:sp>
      <p:sp>
        <p:nvSpPr>
          <p:cNvPr id="8" name="Espaço Reservado para Conteúdo 7">
            <a:extLst>
              <a:ext uri="{FF2B5EF4-FFF2-40B4-BE49-F238E27FC236}">
                <a16:creationId xmlns:a16="http://schemas.microsoft.com/office/drawing/2014/main" id="{7FF0220E-48F8-B4D9-19DE-7B457C3C221C}"/>
              </a:ext>
            </a:extLst>
          </p:cNvPr>
          <p:cNvSpPr>
            <a:spLocks noGrp="1"/>
          </p:cNvSpPr>
          <p:nvPr>
            <p:ph sz="quarter" idx="14"/>
          </p:nvPr>
        </p:nvSpPr>
        <p:spPr>
          <a:xfrm>
            <a:off x="7229478" y="2495233"/>
            <a:ext cx="4429121" cy="3727767"/>
          </a:xfrm>
          <a:prstGeom prst="rect">
            <a:avLst/>
          </a:prstGeom>
        </p:spPr>
        <p:txBody>
          <a:bodyPr rtlCol="0"/>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6" name="Espaço Reservado para Rodapé 5">
            <a:extLst>
              <a:ext uri="{FF2B5EF4-FFF2-40B4-BE49-F238E27FC236}">
                <a16:creationId xmlns:a16="http://schemas.microsoft.com/office/drawing/2014/main" id="{C2BDD5A2-CE3E-3215-6DAA-F75C0D1229DA}"/>
              </a:ext>
            </a:extLst>
          </p:cNvPr>
          <p:cNvSpPr>
            <a:spLocks noGrp="1"/>
          </p:cNvSpPr>
          <p:nvPr>
            <p:ph type="ftr" sz="quarter" idx="11"/>
          </p:nvPr>
        </p:nvSpPr>
        <p:spPr>
          <a:xfrm>
            <a:off x="7229479" y="6477000"/>
            <a:ext cx="2828920" cy="381000"/>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5" name="Espaço Reservado para Data 4">
            <a:extLst>
              <a:ext uri="{FF2B5EF4-FFF2-40B4-BE49-F238E27FC236}">
                <a16:creationId xmlns:a16="http://schemas.microsoft.com/office/drawing/2014/main" id="{897D0B7E-1A60-DA52-6965-92412B1C2F9F}"/>
              </a:ext>
            </a:extLst>
          </p:cNvPr>
          <p:cNvSpPr>
            <a:spLocks noGrp="1"/>
          </p:cNvSpPr>
          <p:nvPr>
            <p:ph type="dt" sz="half" idx="10"/>
          </p:nvPr>
        </p:nvSpPr>
        <p:spPr>
          <a:xfrm>
            <a:off x="10058404" y="6477000"/>
            <a:ext cx="942976" cy="381000"/>
          </a:xfrm>
          <a:prstGeom prst="rect">
            <a:avLst/>
          </a:prstGeom>
        </p:spPr>
        <p:txBody>
          <a:bodyPr rtlCol="0"/>
          <a:lstStyle>
            <a:lvl1pPr>
              <a:defRPr>
                <a:solidFill>
                  <a:schemeClr val="tx2"/>
                </a:solidFill>
                <a:effectLst/>
              </a:defRPr>
            </a:lvl1pPr>
          </a:lstStyle>
          <a:p>
            <a:pPr rtl="0"/>
            <a:r>
              <a:rPr lang="en-US"/>
              <a:t>17/09/2025</a:t>
            </a:r>
            <a:endParaRPr lang="en-US" dirty="0"/>
          </a:p>
        </p:txBody>
      </p:sp>
      <p:sp>
        <p:nvSpPr>
          <p:cNvPr id="7" name="Espaço Reservado para o Número do Slide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01379" y="6477000"/>
            <a:ext cx="657221" cy="381000"/>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dirty="0"/>
          </a:p>
        </p:txBody>
      </p:sp>
      <p:sp>
        <p:nvSpPr>
          <p:cNvPr id="63" name="Forma Livre 62">
            <a:extLst>
              <a:ext uri="{FF2B5EF4-FFF2-40B4-BE49-F238E27FC236}">
                <a16:creationId xmlns:a16="http://schemas.microsoft.com/office/drawing/2014/main" id="{7A28C34C-6E29-8131-3040-4DAF8132CA12}"/>
              </a:ext>
            </a:extLst>
          </p:cNvPr>
          <p:cNvSpPr/>
          <p:nvPr/>
        </p:nvSpPr>
        <p:spPr>
          <a:xfrm>
            <a:off x="6487084" y="570990"/>
            <a:ext cx="5024894" cy="64008"/>
          </a:xfrm>
          <a:custGeom>
            <a:avLst/>
            <a:gdLst>
              <a:gd name="connsiteX0" fmla="*/ 0 w 7152036"/>
              <a:gd name="connsiteY0" fmla="*/ 0 h 64008"/>
              <a:gd name="connsiteX1" fmla="*/ 7152036 w 7152036"/>
              <a:gd name="connsiteY1" fmla="*/ 0 h 64008"/>
              <a:gd name="connsiteX2" fmla="*/ 7152036 w 7152036"/>
              <a:gd name="connsiteY2" fmla="*/ 64008 h 64008"/>
              <a:gd name="connsiteX3" fmla="*/ 0 w 7152036"/>
              <a:gd name="connsiteY3" fmla="*/ 64008 h 64008"/>
            </a:gdLst>
            <a:ahLst/>
            <a:cxnLst>
              <a:cxn ang="0">
                <a:pos x="connsiteX0" y="connsiteY0"/>
              </a:cxn>
              <a:cxn ang="0">
                <a:pos x="connsiteX1" y="connsiteY1"/>
              </a:cxn>
              <a:cxn ang="0">
                <a:pos x="connsiteX2" y="connsiteY2"/>
              </a:cxn>
              <a:cxn ang="0">
                <a:pos x="connsiteX3" y="connsiteY3"/>
              </a:cxn>
            </a:cxnLst>
            <a:rect l="l" t="t" r="r" b="b"/>
            <a:pathLst>
              <a:path w="7152036" h="64008">
                <a:moveTo>
                  <a:pt x="0" y="0"/>
                </a:moveTo>
                <a:lnTo>
                  <a:pt x="7152036" y="0"/>
                </a:lnTo>
                <a:lnTo>
                  <a:pt x="7152036" y="64008"/>
                </a:lnTo>
                <a:lnTo>
                  <a:pt x="0" y="64008"/>
                </a:ln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rtl="0"/>
            <a:endParaRPr lang="en-US"/>
          </a:p>
        </p:txBody>
      </p:sp>
    </p:spTree>
    <p:extLst>
      <p:ext uri="{BB962C8B-B14F-4D97-AF65-F5344CB8AC3E}">
        <p14:creationId xmlns:p14="http://schemas.microsoft.com/office/powerpoint/2010/main" val="2188982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teúdo com Imagem 6">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AF3BB49-A328-F121-7F27-DEB7C3CC2B0F}"/>
              </a:ext>
            </a:extLst>
          </p:cNvPr>
          <p:cNvSpPr>
            <a:spLocks noGrp="1"/>
          </p:cNvSpPr>
          <p:nvPr>
            <p:ph type="title"/>
          </p:nvPr>
        </p:nvSpPr>
        <p:spPr>
          <a:xfrm>
            <a:off x="533401" y="1016955"/>
            <a:ext cx="4573438" cy="1328932"/>
          </a:xfrm>
          <a:prstGeom prst="rect">
            <a:avLst/>
          </a:prstGeom>
        </p:spPr>
        <p:txBody>
          <a:bodyPr rtlCol="0" anchor="t">
            <a:noAutofit/>
          </a:bodyPr>
          <a:lstStyle>
            <a:lvl1pPr>
              <a:defRPr sz="3600" cap="all" baseline="0">
                <a:solidFill>
                  <a:schemeClr val="tx2"/>
                </a:solidFill>
              </a:defRPr>
            </a:lvl1pPr>
          </a:lstStyle>
          <a:p>
            <a:pPr rtl="0"/>
            <a:r>
              <a:rPr lang="pt-br"/>
              <a:t>Clique para editar o estilo de título Mestre</a:t>
            </a:r>
          </a:p>
        </p:txBody>
      </p:sp>
      <p:sp>
        <p:nvSpPr>
          <p:cNvPr id="8" name="Espaço Reservado para Conteúdo 7">
            <a:extLst>
              <a:ext uri="{FF2B5EF4-FFF2-40B4-BE49-F238E27FC236}">
                <a16:creationId xmlns:a16="http://schemas.microsoft.com/office/drawing/2014/main" id="{747AED59-1A26-9C13-8482-7857E7DEFE52}"/>
              </a:ext>
            </a:extLst>
          </p:cNvPr>
          <p:cNvSpPr>
            <a:spLocks noGrp="1"/>
          </p:cNvSpPr>
          <p:nvPr>
            <p:ph sz="quarter" idx="14"/>
          </p:nvPr>
        </p:nvSpPr>
        <p:spPr>
          <a:xfrm>
            <a:off x="533401" y="2495232"/>
            <a:ext cx="4573438" cy="3727767"/>
          </a:xfrm>
          <a:prstGeom prst="rect">
            <a:avLst/>
          </a:prstGeom>
        </p:spPr>
        <p:txBody>
          <a:bodyPr rtlCol="0"/>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6" name="Espaço Reservado para Rodapé 5">
            <a:extLst>
              <a:ext uri="{FF2B5EF4-FFF2-40B4-BE49-F238E27FC236}">
                <a16:creationId xmlns:a16="http://schemas.microsoft.com/office/drawing/2014/main" id="{C2BDD5A2-CE3E-3215-6DAA-F75C0D1229DA}"/>
              </a:ext>
            </a:extLst>
          </p:cNvPr>
          <p:cNvSpPr>
            <a:spLocks noGrp="1"/>
          </p:cNvSpPr>
          <p:nvPr>
            <p:ph type="ftr" sz="quarter" idx="11"/>
          </p:nvPr>
        </p:nvSpPr>
        <p:spPr>
          <a:xfrm>
            <a:off x="533400" y="6477000"/>
            <a:ext cx="2921550" cy="381000"/>
          </a:xfrm>
          <a:prstGeom prst="rect">
            <a:avLst/>
          </a:prstGeom>
        </p:spPr>
        <p:txBody>
          <a:bodyPr rtlCol="0"/>
          <a:lstStyle>
            <a:lvl1pPr>
              <a:defRPr>
                <a:solidFill>
                  <a:schemeClr val="tx2"/>
                </a:solidFill>
                <a:effectLst/>
              </a:defRPr>
            </a:lvl1pPr>
          </a:lstStyle>
          <a:p>
            <a:pPr rtl="0"/>
            <a:r>
              <a:rPr lang="pt-br"/>
              <a:t>Título da apresentação</a:t>
            </a:r>
            <a:endParaRPr lang="en-US" dirty="0"/>
          </a:p>
        </p:txBody>
      </p:sp>
      <p:sp>
        <p:nvSpPr>
          <p:cNvPr id="5" name="Espaço Reservado para Data 4">
            <a:extLst>
              <a:ext uri="{FF2B5EF4-FFF2-40B4-BE49-F238E27FC236}">
                <a16:creationId xmlns:a16="http://schemas.microsoft.com/office/drawing/2014/main" id="{897D0B7E-1A60-DA52-6965-92412B1C2F9F}"/>
              </a:ext>
            </a:extLst>
          </p:cNvPr>
          <p:cNvSpPr>
            <a:spLocks noGrp="1"/>
          </p:cNvSpPr>
          <p:nvPr>
            <p:ph type="dt" sz="half" idx="10"/>
          </p:nvPr>
        </p:nvSpPr>
        <p:spPr>
          <a:xfrm>
            <a:off x="3454946" y="6477000"/>
            <a:ext cx="1100995" cy="381000"/>
          </a:xfrm>
          <a:prstGeom prst="rect">
            <a:avLst/>
          </a:prstGeom>
        </p:spPr>
        <p:txBody>
          <a:bodyPr rtlCol="0"/>
          <a:lstStyle>
            <a:lvl1pPr>
              <a:defRPr>
                <a:solidFill>
                  <a:schemeClr val="tx2"/>
                </a:solidFill>
              </a:defRPr>
            </a:lvl1pPr>
          </a:lstStyle>
          <a:p>
            <a:pPr rtl="0"/>
            <a:r>
              <a:rPr lang="en-US"/>
              <a:t>17/09/2025</a:t>
            </a:r>
            <a:endParaRPr lang="en-US" dirty="0"/>
          </a:p>
        </p:txBody>
      </p:sp>
      <p:sp>
        <p:nvSpPr>
          <p:cNvPr id="7" name="Espaço Reservado para o Número do Slide 6">
            <a:extLst>
              <a:ext uri="{FF2B5EF4-FFF2-40B4-BE49-F238E27FC236}">
                <a16:creationId xmlns:a16="http://schemas.microsoft.com/office/drawing/2014/main" id="{B1B822F1-284A-1786-FAF2-72129E2FE64D}"/>
              </a:ext>
            </a:extLst>
          </p:cNvPr>
          <p:cNvSpPr>
            <a:spLocks noGrp="1"/>
          </p:cNvSpPr>
          <p:nvPr>
            <p:ph type="sldNum" sz="quarter" idx="12"/>
          </p:nvPr>
        </p:nvSpPr>
        <p:spPr>
          <a:xfrm>
            <a:off x="4553312" y="6477000"/>
            <a:ext cx="552253" cy="381000"/>
          </a:xfrm>
          <a:prstGeom prst="rect">
            <a:avLst/>
          </a:prstGeom>
        </p:spPr>
        <p:txBody>
          <a:bodyPr rtlCol="0"/>
          <a:lstStyle>
            <a:lvl1pPr>
              <a:defRPr>
                <a:solidFill>
                  <a:schemeClr val="tx2"/>
                </a:solidFill>
                <a:effectLst/>
              </a:defRPr>
            </a:lvl1pPr>
          </a:lstStyle>
          <a:p>
            <a:pPr rtl="0"/>
            <a:fld id="{AEAA3239-9EA4-4A65-A281-97F994456D9F}" type="slidenum">
              <a:rPr lang="en-US" smtClean="0"/>
              <a:pPr/>
              <a:t>‹#›</a:t>
            </a:fld>
            <a:endParaRPr lang="en-US" dirty="0"/>
          </a:p>
        </p:txBody>
      </p:sp>
      <p:sp>
        <p:nvSpPr>
          <p:cNvPr id="11" name="Espaço Reservado para Imagem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5658928" y="0"/>
            <a:ext cx="6533072" cy="6858000"/>
          </a:xfrm>
          <a:prstGeom prst="rect">
            <a:avLst/>
          </a:prstGeom>
          <a:blipFill dpi="0" rotWithShape="1">
            <a:blip r:embed="rId2">
              <a:alphaModFix amt="60000"/>
            </a:blip>
            <a:srcRect/>
            <a:stretch>
              <a:fillRect/>
            </a:stretch>
          </a:blipFill>
        </p:spPr>
        <p:txBody>
          <a:bodyPr rtlCol="0"/>
          <a:lstStyle>
            <a:lvl1pPr marL="0" indent="0">
              <a:buNone/>
              <a:defRPr/>
            </a:lvl1pPr>
          </a:lstStyle>
          <a:p>
            <a:pPr rtl="0"/>
            <a:r>
              <a:rPr lang="pt-br"/>
              <a:t> </a:t>
            </a:r>
          </a:p>
        </p:txBody>
      </p:sp>
      <p:sp>
        <p:nvSpPr>
          <p:cNvPr id="3" name="Forma Livre 2">
            <a:extLst>
              <a:ext uri="{FF2B5EF4-FFF2-40B4-BE49-F238E27FC236}">
                <a16:creationId xmlns:a16="http://schemas.microsoft.com/office/drawing/2014/main" id="{103B3571-8BEB-7B5F-5141-60BE7E4F2B98}"/>
              </a:ext>
            </a:extLst>
          </p:cNvPr>
          <p:cNvSpPr/>
          <p:nvPr userDrawn="1"/>
        </p:nvSpPr>
        <p:spPr>
          <a:xfrm>
            <a:off x="631405" y="570990"/>
            <a:ext cx="5024894" cy="64008"/>
          </a:xfrm>
          <a:custGeom>
            <a:avLst/>
            <a:gdLst>
              <a:gd name="connsiteX0" fmla="*/ 0 w 7152036"/>
              <a:gd name="connsiteY0" fmla="*/ 0 h 64008"/>
              <a:gd name="connsiteX1" fmla="*/ 7152036 w 7152036"/>
              <a:gd name="connsiteY1" fmla="*/ 0 h 64008"/>
              <a:gd name="connsiteX2" fmla="*/ 7152036 w 7152036"/>
              <a:gd name="connsiteY2" fmla="*/ 64008 h 64008"/>
              <a:gd name="connsiteX3" fmla="*/ 0 w 7152036"/>
              <a:gd name="connsiteY3" fmla="*/ 64008 h 64008"/>
            </a:gdLst>
            <a:ahLst/>
            <a:cxnLst>
              <a:cxn ang="0">
                <a:pos x="connsiteX0" y="connsiteY0"/>
              </a:cxn>
              <a:cxn ang="0">
                <a:pos x="connsiteX1" y="connsiteY1"/>
              </a:cxn>
              <a:cxn ang="0">
                <a:pos x="connsiteX2" y="connsiteY2"/>
              </a:cxn>
              <a:cxn ang="0">
                <a:pos x="connsiteX3" y="connsiteY3"/>
              </a:cxn>
            </a:cxnLst>
            <a:rect l="l" t="t" r="r" b="b"/>
            <a:pathLst>
              <a:path w="7152036" h="64008">
                <a:moveTo>
                  <a:pt x="0" y="0"/>
                </a:moveTo>
                <a:lnTo>
                  <a:pt x="7152036" y="0"/>
                </a:lnTo>
                <a:lnTo>
                  <a:pt x="7152036" y="64008"/>
                </a:lnTo>
                <a:lnTo>
                  <a:pt x="0" y="64008"/>
                </a:ln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rtl="0"/>
            <a:endParaRPr lang="en-US"/>
          </a:p>
        </p:txBody>
      </p:sp>
    </p:spTree>
    <p:extLst>
      <p:ext uri="{BB962C8B-B14F-4D97-AF65-F5344CB8AC3E}">
        <p14:creationId xmlns:p14="http://schemas.microsoft.com/office/powerpoint/2010/main" val="159596156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teúdo com Imagem 7">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AF3BB49-A328-F121-7F27-DEB7C3CC2B0F}"/>
              </a:ext>
            </a:extLst>
          </p:cNvPr>
          <p:cNvSpPr>
            <a:spLocks noGrp="1"/>
          </p:cNvSpPr>
          <p:nvPr>
            <p:ph type="title"/>
          </p:nvPr>
        </p:nvSpPr>
        <p:spPr>
          <a:xfrm>
            <a:off x="8212662" y="1016955"/>
            <a:ext cx="3445937" cy="1328932"/>
          </a:xfrm>
          <a:prstGeom prst="rect">
            <a:avLst/>
          </a:prstGeom>
        </p:spPr>
        <p:txBody>
          <a:bodyPr rtlCol="0" anchor="t">
            <a:normAutofit/>
          </a:bodyPr>
          <a:lstStyle>
            <a:lvl1pPr>
              <a:defRPr sz="3600" cap="all" baseline="0"/>
            </a:lvl1pPr>
          </a:lstStyle>
          <a:p>
            <a:pPr rtl="0"/>
            <a:r>
              <a:rPr lang="pt-br"/>
              <a:t>Clique para editar o estilo de título Mestre</a:t>
            </a:r>
          </a:p>
        </p:txBody>
      </p:sp>
      <p:sp>
        <p:nvSpPr>
          <p:cNvPr id="11" name="Espaço Reservado para Imagem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0" y="0"/>
            <a:ext cx="7584144" cy="6858000"/>
          </a:xfrm>
          <a:prstGeom prst="rect">
            <a:avLst/>
          </a:prstGeom>
          <a:blipFill dpi="0" rotWithShape="1">
            <a:blip r:embed="rId2">
              <a:alphaModFix amt="60000"/>
            </a:blip>
            <a:srcRect/>
            <a:stretch>
              <a:fillRect/>
            </a:stretch>
          </a:blipFill>
        </p:spPr>
        <p:txBody>
          <a:bodyPr rtlCol="0"/>
          <a:lstStyle>
            <a:lvl1pPr marL="0" indent="0">
              <a:buNone/>
              <a:defRPr/>
            </a:lvl1pPr>
          </a:lstStyle>
          <a:p>
            <a:pPr rtl="0"/>
            <a:r>
              <a:rPr lang="pt-br"/>
              <a:t> </a:t>
            </a:r>
          </a:p>
        </p:txBody>
      </p:sp>
      <p:sp>
        <p:nvSpPr>
          <p:cNvPr id="5" name="Espaço Reservado para Conteúdo 7">
            <a:extLst>
              <a:ext uri="{FF2B5EF4-FFF2-40B4-BE49-F238E27FC236}">
                <a16:creationId xmlns:a16="http://schemas.microsoft.com/office/drawing/2014/main" id="{8851C855-D5E5-B064-989B-863B11B75D0B}"/>
              </a:ext>
            </a:extLst>
          </p:cNvPr>
          <p:cNvSpPr>
            <a:spLocks noGrp="1"/>
          </p:cNvSpPr>
          <p:nvPr>
            <p:ph sz="quarter" idx="18"/>
          </p:nvPr>
        </p:nvSpPr>
        <p:spPr>
          <a:xfrm>
            <a:off x="8212663" y="2495232"/>
            <a:ext cx="3445936" cy="3727767"/>
          </a:xfrm>
          <a:prstGeom prst="rect">
            <a:avLst/>
          </a:prstGeom>
        </p:spPr>
        <p:txBody>
          <a:bodyPr rtlCol="0"/>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9" name="Espaço Reservado para Rodapé 8">
            <a:extLst>
              <a:ext uri="{FF2B5EF4-FFF2-40B4-BE49-F238E27FC236}">
                <a16:creationId xmlns:a16="http://schemas.microsoft.com/office/drawing/2014/main" id="{B09198F5-FF38-389C-E060-120AC6301809}"/>
              </a:ext>
            </a:extLst>
          </p:cNvPr>
          <p:cNvSpPr>
            <a:spLocks noGrp="1"/>
          </p:cNvSpPr>
          <p:nvPr>
            <p:ph type="ftr" sz="quarter" idx="16"/>
          </p:nvPr>
        </p:nvSpPr>
        <p:spPr>
          <a:xfrm>
            <a:off x="8212663" y="6477000"/>
            <a:ext cx="2012061" cy="381000"/>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4" name="Espaço Reservado para Data 3">
            <a:extLst>
              <a:ext uri="{FF2B5EF4-FFF2-40B4-BE49-F238E27FC236}">
                <a16:creationId xmlns:a16="http://schemas.microsoft.com/office/drawing/2014/main" id="{15305F20-8340-4F06-2EA5-4D05FFED4587}"/>
              </a:ext>
            </a:extLst>
          </p:cNvPr>
          <p:cNvSpPr>
            <a:spLocks noGrp="1"/>
          </p:cNvSpPr>
          <p:nvPr>
            <p:ph type="dt" sz="half" idx="15"/>
          </p:nvPr>
        </p:nvSpPr>
        <p:spPr>
          <a:xfrm>
            <a:off x="10224724" y="6477000"/>
            <a:ext cx="922372" cy="381000"/>
          </a:xfrm>
          <a:prstGeom prst="rect">
            <a:avLst/>
          </a:prstGeom>
        </p:spPr>
        <p:txBody>
          <a:bodyPr rtlCol="0"/>
          <a:lstStyle>
            <a:lvl1pPr>
              <a:defRPr>
                <a:solidFill>
                  <a:schemeClr val="tx2"/>
                </a:solidFill>
              </a:defRPr>
            </a:lvl1pPr>
          </a:lstStyle>
          <a:p>
            <a:pPr rtl="0"/>
            <a:r>
              <a:rPr lang="en-US"/>
              <a:t>17/09/2025</a:t>
            </a:r>
            <a:endParaRPr lang="en-US" dirty="0"/>
          </a:p>
        </p:txBody>
      </p:sp>
      <p:sp>
        <p:nvSpPr>
          <p:cNvPr id="10" name="Espaço Reservado para o Número do Slide 9">
            <a:extLst>
              <a:ext uri="{FF2B5EF4-FFF2-40B4-BE49-F238E27FC236}">
                <a16:creationId xmlns:a16="http://schemas.microsoft.com/office/drawing/2014/main" id="{4963CA08-6B63-DC1E-8CB3-C323C9040122}"/>
              </a:ext>
            </a:extLst>
          </p:cNvPr>
          <p:cNvSpPr>
            <a:spLocks noGrp="1"/>
          </p:cNvSpPr>
          <p:nvPr>
            <p:ph type="sldNum" sz="quarter" idx="17"/>
          </p:nvPr>
        </p:nvSpPr>
        <p:spPr>
          <a:xfrm>
            <a:off x="11147096" y="6477000"/>
            <a:ext cx="511504" cy="381000"/>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a:p>
        </p:txBody>
      </p:sp>
      <p:sp>
        <p:nvSpPr>
          <p:cNvPr id="6" name="Forma Livre 5">
            <a:extLst>
              <a:ext uri="{FF2B5EF4-FFF2-40B4-BE49-F238E27FC236}">
                <a16:creationId xmlns:a16="http://schemas.microsoft.com/office/drawing/2014/main" id="{7B50E9EA-081E-416A-00DA-0B2838C4BC29}"/>
              </a:ext>
            </a:extLst>
          </p:cNvPr>
          <p:cNvSpPr/>
          <p:nvPr/>
        </p:nvSpPr>
        <p:spPr>
          <a:xfrm>
            <a:off x="7584144" y="570989"/>
            <a:ext cx="4074456" cy="64011"/>
          </a:xfrm>
          <a:custGeom>
            <a:avLst/>
            <a:gdLst>
              <a:gd name="connsiteX0" fmla="*/ 0 w 7152036"/>
              <a:gd name="connsiteY0" fmla="*/ 0 h 64008"/>
              <a:gd name="connsiteX1" fmla="*/ 7152036 w 7152036"/>
              <a:gd name="connsiteY1" fmla="*/ 0 h 64008"/>
              <a:gd name="connsiteX2" fmla="*/ 7152036 w 7152036"/>
              <a:gd name="connsiteY2" fmla="*/ 64008 h 64008"/>
              <a:gd name="connsiteX3" fmla="*/ 0 w 7152036"/>
              <a:gd name="connsiteY3" fmla="*/ 64008 h 64008"/>
            </a:gdLst>
            <a:ahLst/>
            <a:cxnLst>
              <a:cxn ang="0">
                <a:pos x="connsiteX0" y="connsiteY0"/>
              </a:cxn>
              <a:cxn ang="0">
                <a:pos x="connsiteX1" y="connsiteY1"/>
              </a:cxn>
              <a:cxn ang="0">
                <a:pos x="connsiteX2" y="connsiteY2"/>
              </a:cxn>
              <a:cxn ang="0">
                <a:pos x="connsiteX3" y="connsiteY3"/>
              </a:cxn>
            </a:cxnLst>
            <a:rect l="l" t="t" r="r" b="b"/>
            <a:pathLst>
              <a:path w="7152036" h="64008">
                <a:moveTo>
                  <a:pt x="0" y="0"/>
                </a:moveTo>
                <a:lnTo>
                  <a:pt x="7152036" y="0"/>
                </a:lnTo>
                <a:lnTo>
                  <a:pt x="7152036" y="64008"/>
                </a:lnTo>
                <a:lnTo>
                  <a:pt x="0" y="64008"/>
                </a:ln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rtl="0"/>
            <a:endParaRPr lang="en-US"/>
          </a:p>
        </p:txBody>
      </p:sp>
    </p:spTree>
    <p:extLst>
      <p:ext uri="{BB962C8B-B14F-4D97-AF65-F5344CB8AC3E}">
        <p14:creationId xmlns:p14="http://schemas.microsoft.com/office/powerpoint/2010/main" val="383500371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nteúdo com Imagem 8">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AF3BB49-A328-F121-7F27-DEB7C3CC2B0F}"/>
              </a:ext>
            </a:extLst>
          </p:cNvPr>
          <p:cNvSpPr>
            <a:spLocks noGrp="1"/>
          </p:cNvSpPr>
          <p:nvPr>
            <p:ph type="title"/>
          </p:nvPr>
        </p:nvSpPr>
        <p:spPr>
          <a:xfrm>
            <a:off x="533275" y="1016955"/>
            <a:ext cx="3445936" cy="1328932"/>
          </a:xfrm>
          <a:prstGeom prst="rect">
            <a:avLst/>
          </a:prstGeom>
        </p:spPr>
        <p:txBody>
          <a:bodyPr rtlCol="0" anchor="t">
            <a:normAutofit/>
          </a:bodyPr>
          <a:lstStyle>
            <a:lvl1pPr>
              <a:defRPr sz="3600" cap="all" baseline="0">
                <a:solidFill>
                  <a:schemeClr val="tx2"/>
                </a:solidFill>
              </a:defRPr>
            </a:lvl1pPr>
          </a:lstStyle>
          <a:p>
            <a:pPr rtl="0"/>
            <a:r>
              <a:rPr lang="pt-br"/>
              <a:t>Clique para editar o estilo de título Mestre</a:t>
            </a:r>
          </a:p>
        </p:txBody>
      </p:sp>
      <p:sp>
        <p:nvSpPr>
          <p:cNvPr id="6" name="Espaço Reservado para Conteúdo 7">
            <a:extLst>
              <a:ext uri="{FF2B5EF4-FFF2-40B4-BE49-F238E27FC236}">
                <a16:creationId xmlns:a16="http://schemas.microsoft.com/office/drawing/2014/main" id="{7056A831-274A-4E01-51DC-29FC50834A4F}"/>
              </a:ext>
            </a:extLst>
          </p:cNvPr>
          <p:cNvSpPr>
            <a:spLocks noGrp="1"/>
          </p:cNvSpPr>
          <p:nvPr>
            <p:ph sz="quarter" idx="18"/>
          </p:nvPr>
        </p:nvSpPr>
        <p:spPr>
          <a:xfrm>
            <a:off x="533400" y="2495232"/>
            <a:ext cx="3445936" cy="3727767"/>
          </a:xfrm>
          <a:prstGeom prst="rect">
            <a:avLst/>
          </a:prstGeom>
        </p:spPr>
        <p:txBody>
          <a:bodyPr rtlCol="0"/>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9" name="Espaço Reservado para Rodapé 8">
            <a:extLst>
              <a:ext uri="{FF2B5EF4-FFF2-40B4-BE49-F238E27FC236}">
                <a16:creationId xmlns:a16="http://schemas.microsoft.com/office/drawing/2014/main" id="{B09198F5-FF38-389C-E060-120AC6301809}"/>
              </a:ext>
            </a:extLst>
          </p:cNvPr>
          <p:cNvSpPr>
            <a:spLocks noGrp="1"/>
          </p:cNvSpPr>
          <p:nvPr>
            <p:ph type="ftr" sz="quarter" idx="16"/>
          </p:nvPr>
        </p:nvSpPr>
        <p:spPr>
          <a:xfrm>
            <a:off x="533400" y="6477000"/>
            <a:ext cx="2076777" cy="381000"/>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4" name="Espaço Reservado para Data 3">
            <a:extLst>
              <a:ext uri="{FF2B5EF4-FFF2-40B4-BE49-F238E27FC236}">
                <a16:creationId xmlns:a16="http://schemas.microsoft.com/office/drawing/2014/main" id="{15305F20-8340-4F06-2EA5-4D05FFED4587}"/>
              </a:ext>
            </a:extLst>
          </p:cNvPr>
          <p:cNvSpPr>
            <a:spLocks noGrp="1"/>
          </p:cNvSpPr>
          <p:nvPr>
            <p:ph type="dt" sz="half" idx="15"/>
          </p:nvPr>
        </p:nvSpPr>
        <p:spPr>
          <a:xfrm>
            <a:off x="2610177" y="6477000"/>
            <a:ext cx="949766" cy="381000"/>
          </a:xfrm>
          <a:prstGeom prst="rect">
            <a:avLst/>
          </a:prstGeom>
        </p:spPr>
        <p:txBody>
          <a:bodyPr rtlCol="0"/>
          <a:lstStyle>
            <a:lvl1pPr>
              <a:defRPr>
                <a:solidFill>
                  <a:schemeClr val="tx2"/>
                </a:solidFill>
              </a:defRPr>
            </a:lvl1pPr>
          </a:lstStyle>
          <a:p>
            <a:pPr rtl="0"/>
            <a:r>
              <a:rPr lang="en-US"/>
              <a:t>17/09/2025</a:t>
            </a:r>
            <a:endParaRPr lang="en-US" dirty="0"/>
          </a:p>
        </p:txBody>
      </p:sp>
      <p:sp>
        <p:nvSpPr>
          <p:cNvPr id="10" name="Espaço Reservado para o Número do Slide 9">
            <a:extLst>
              <a:ext uri="{FF2B5EF4-FFF2-40B4-BE49-F238E27FC236}">
                <a16:creationId xmlns:a16="http://schemas.microsoft.com/office/drawing/2014/main" id="{4963CA08-6B63-DC1E-8CB3-C323C9040122}"/>
              </a:ext>
            </a:extLst>
          </p:cNvPr>
          <p:cNvSpPr>
            <a:spLocks noGrp="1"/>
          </p:cNvSpPr>
          <p:nvPr>
            <p:ph type="sldNum" sz="quarter" idx="17"/>
          </p:nvPr>
        </p:nvSpPr>
        <p:spPr>
          <a:xfrm>
            <a:off x="3559943" y="6477000"/>
            <a:ext cx="429207" cy="381000"/>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a:p>
        </p:txBody>
      </p:sp>
      <p:sp>
        <p:nvSpPr>
          <p:cNvPr id="7" name="Espaço Reservado para Imagem 10">
            <a:extLst>
              <a:ext uri="{FF2B5EF4-FFF2-40B4-BE49-F238E27FC236}">
                <a16:creationId xmlns:a16="http://schemas.microsoft.com/office/drawing/2014/main" id="{0BBEF0D8-DF37-CB82-D6FC-4B18E864B26C}"/>
              </a:ext>
            </a:extLst>
          </p:cNvPr>
          <p:cNvSpPr>
            <a:spLocks noGrp="1"/>
          </p:cNvSpPr>
          <p:nvPr>
            <p:ph type="pic" sz="quarter" idx="13" hasCustomPrompt="1"/>
          </p:nvPr>
        </p:nvSpPr>
        <p:spPr>
          <a:xfrm>
            <a:off x="4602979" y="0"/>
            <a:ext cx="7584144" cy="6858000"/>
          </a:xfrm>
          <a:prstGeom prst="rect">
            <a:avLst/>
          </a:prstGeom>
          <a:blipFill dpi="0" rotWithShape="1">
            <a:blip r:embed="rId2">
              <a:alphaModFix amt="60000"/>
            </a:blip>
            <a:srcRect/>
            <a:stretch>
              <a:fillRect/>
            </a:stretch>
          </a:blipFill>
        </p:spPr>
        <p:txBody>
          <a:bodyPr rtlCol="0"/>
          <a:lstStyle>
            <a:lvl1pPr marL="0" indent="0">
              <a:buNone/>
              <a:defRPr/>
            </a:lvl1pPr>
          </a:lstStyle>
          <a:p>
            <a:pPr rtl="0"/>
            <a:r>
              <a:rPr lang="pt-br"/>
              <a:t> </a:t>
            </a:r>
          </a:p>
        </p:txBody>
      </p:sp>
      <p:sp>
        <p:nvSpPr>
          <p:cNvPr id="3" name="Forma Livre 2">
            <a:extLst>
              <a:ext uri="{FF2B5EF4-FFF2-40B4-BE49-F238E27FC236}">
                <a16:creationId xmlns:a16="http://schemas.microsoft.com/office/drawing/2014/main" id="{8DC2254B-5D42-9D5B-16C8-9FAF562F458A}"/>
              </a:ext>
            </a:extLst>
          </p:cNvPr>
          <p:cNvSpPr/>
          <p:nvPr userDrawn="1"/>
        </p:nvSpPr>
        <p:spPr>
          <a:xfrm>
            <a:off x="615697" y="570989"/>
            <a:ext cx="3987282" cy="64012"/>
          </a:xfrm>
          <a:custGeom>
            <a:avLst/>
            <a:gdLst>
              <a:gd name="connsiteX0" fmla="*/ 0 w 7152036"/>
              <a:gd name="connsiteY0" fmla="*/ 0 h 64008"/>
              <a:gd name="connsiteX1" fmla="*/ 7152036 w 7152036"/>
              <a:gd name="connsiteY1" fmla="*/ 0 h 64008"/>
              <a:gd name="connsiteX2" fmla="*/ 7152036 w 7152036"/>
              <a:gd name="connsiteY2" fmla="*/ 64008 h 64008"/>
              <a:gd name="connsiteX3" fmla="*/ 0 w 7152036"/>
              <a:gd name="connsiteY3" fmla="*/ 64008 h 64008"/>
            </a:gdLst>
            <a:ahLst/>
            <a:cxnLst>
              <a:cxn ang="0">
                <a:pos x="connsiteX0" y="connsiteY0"/>
              </a:cxn>
              <a:cxn ang="0">
                <a:pos x="connsiteX1" y="connsiteY1"/>
              </a:cxn>
              <a:cxn ang="0">
                <a:pos x="connsiteX2" y="connsiteY2"/>
              </a:cxn>
              <a:cxn ang="0">
                <a:pos x="connsiteX3" y="connsiteY3"/>
              </a:cxn>
            </a:cxnLst>
            <a:rect l="l" t="t" r="r" b="b"/>
            <a:pathLst>
              <a:path w="7152036" h="64008">
                <a:moveTo>
                  <a:pt x="0" y="0"/>
                </a:moveTo>
                <a:lnTo>
                  <a:pt x="7152036" y="0"/>
                </a:lnTo>
                <a:lnTo>
                  <a:pt x="7152036" y="64008"/>
                </a:lnTo>
                <a:lnTo>
                  <a:pt x="0" y="64008"/>
                </a:ln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rtl="0"/>
            <a:endParaRPr lang="en-US"/>
          </a:p>
        </p:txBody>
      </p:sp>
    </p:spTree>
    <p:extLst>
      <p:ext uri="{BB962C8B-B14F-4D97-AF65-F5344CB8AC3E}">
        <p14:creationId xmlns:p14="http://schemas.microsoft.com/office/powerpoint/2010/main" val="223650666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onteúdo com Imagem 9">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AF3BB49-A328-F121-7F27-DEB7C3CC2B0F}"/>
              </a:ext>
            </a:extLst>
          </p:cNvPr>
          <p:cNvSpPr>
            <a:spLocks noGrp="1"/>
          </p:cNvSpPr>
          <p:nvPr>
            <p:ph type="title"/>
          </p:nvPr>
        </p:nvSpPr>
        <p:spPr>
          <a:xfrm>
            <a:off x="8888060" y="1016955"/>
            <a:ext cx="2770539" cy="1875475"/>
          </a:xfrm>
          <a:prstGeom prst="rect">
            <a:avLst/>
          </a:prstGeom>
        </p:spPr>
        <p:txBody>
          <a:bodyPr rtlCol="0" anchor="t"/>
          <a:lstStyle>
            <a:lvl1pPr>
              <a:defRPr cap="all" baseline="0">
                <a:solidFill>
                  <a:schemeClr val="tx2"/>
                </a:solidFill>
              </a:defRPr>
            </a:lvl1pPr>
          </a:lstStyle>
          <a:p>
            <a:pPr rtl="0"/>
            <a:r>
              <a:rPr lang="pt-br"/>
              <a:t>Clique para editar o estilo de título Mestre</a:t>
            </a:r>
          </a:p>
        </p:txBody>
      </p:sp>
      <p:sp>
        <p:nvSpPr>
          <p:cNvPr id="10" name="Espaço Reservado para Imagem 9">
            <a:extLst>
              <a:ext uri="{FF2B5EF4-FFF2-40B4-BE49-F238E27FC236}">
                <a16:creationId xmlns:a16="http://schemas.microsoft.com/office/drawing/2014/main" id="{3CA946DA-5AE8-39E2-3ADD-B8F06308C1C6}"/>
              </a:ext>
            </a:extLst>
          </p:cNvPr>
          <p:cNvSpPr>
            <a:spLocks noGrp="1"/>
          </p:cNvSpPr>
          <p:nvPr>
            <p:ph type="pic" sz="quarter" idx="13" hasCustomPrompt="1"/>
          </p:nvPr>
        </p:nvSpPr>
        <p:spPr>
          <a:xfrm>
            <a:off x="0" y="0"/>
            <a:ext cx="8326323" cy="6858000"/>
          </a:xfrm>
          <a:custGeom>
            <a:avLst/>
            <a:gdLst>
              <a:gd name="connsiteX0" fmla="*/ 0 w 8326323"/>
              <a:gd name="connsiteY0" fmla="*/ 0 h 6858000"/>
              <a:gd name="connsiteX1" fmla="*/ 8326323 w 8326323"/>
              <a:gd name="connsiteY1" fmla="*/ 0 h 6858000"/>
              <a:gd name="connsiteX2" fmla="*/ 8326323 w 8326323"/>
              <a:gd name="connsiteY2" fmla="*/ 6858000 h 6858000"/>
              <a:gd name="connsiteX3" fmla="*/ 0 w 8326323"/>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8326323" h="6858000">
                <a:moveTo>
                  <a:pt x="0" y="0"/>
                </a:moveTo>
                <a:lnTo>
                  <a:pt x="8326323" y="0"/>
                </a:lnTo>
                <a:lnTo>
                  <a:pt x="8326323" y="6858000"/>
                </a:lnTo>
                <a:lnTo>
                  <a:pt x="0" y="6858000"/>
                </a:lnTo>
                <a:close/>
              </a:path>
            </a:pathLst>
          </a:custGeom>
          <a:blipFill dpi="0" rotWithShape="1">
            <a:blip r:embed="rId2">
              <a:alphaModFix amt="60000"/>
            </a:blip>
            <a:srcRect/>
            <a:stretch>
              <a:fillRect/>
            </a:stretch>
          </a:blipFill>
        </p:spPr>
        <p:txBody>
          <a:bodyPr wrap="square" rtlCol="0">
            <a:noAutofit/>
          </a:bodyPr>
          <a:lstStyle>
            <a:lvl1pPr marL="0" indent="0">
              <a:buNone/>
              <a:defRPr/>
            </a:lvl1pPr>
          </a:lstStyle>
          <a:p>
            <a:pPr rtl="0"/>
            <a:r>
              <a:rPr lang="pt-br"/>
              <a:t> </a:t>
            </a:r>
          </a:p>
        </p:txBody>
      </p:sp>
      <p:sp>
        <p:nvSpPr>
          <p:cNvPr id="8" name="Espaço Reservado para Conteúdo 7">
            <a:extLst>
              <a:ext uri="{FF2B5EF4-FFF2-40B4-BE49-F238E27FC236}">
                <a16:creationId xmlns:a16="http://schemas.microsoft.com/office/drawing/2014/main" id="{6E0D00CE-C191-6DE5-9D82-7EFB59BC3739}"/>
              </a:ext>
            </a:extLst>
          </p:cNvPr>
          <p:cNvSpPr>
            <a:spLocks noGrp="1"/>
          </p:cNvSpPr>
          <p:nvPr>
            <p:ph sz="quarter" idx="14"/>
          </p:nvPr>
        </p:nvSpPr>
        <p:spPr>
          <a:xfrm>
            <a:off x="8889055" y="3011335"/>
            <a:ext cx="2769544" cy="2844950"/>
          </a:xfrm>
          <a:prstGeom prst="rect">
            <a:avLst/>
          </a:prstGeom>
        </p:spPr>
        <p:txBody>
          <a:bodyPr vert="horz" lIns="91440" tIns="45720" rIns="91440" bIns="45720" rtlCol="0">
            <a:normAutofit/>
          </a:bodyPr>
          <a:lstStyle>
            <a:lvl1pPr marL="0" indent="0">
              <a:buNone/>
              <a:defRPr lang="en-US" dirty="0">
                <a:solidFill>
                  <a:schemeClr val="tx2"/>
                </a:solidFill>
              </a:defRPr>
            </a:lvl1pPr>
            <a:lvl2pPr marL="228600" indent="0">
              <a:buNone/>
              <a:defRPr lang="en-US" dirty="0">
                <a:solidFill>
                  <a:schemeClr val="tx2"/>
                </a:solidFill>
              </a:defRPr>
            </a:lvl2pPr>
            <a:lvl3pPr marL="457200" indent="0">
              <a:buNone/>
              <a:defRPr lang="en-US" dirty="0">
                <a:solidFill>
                  <a:schemeClr val="tx2"/>
                </a:solidFill>
              </a:defRPr>
            </a:lvl3pPr>
            <a:lvl4pPr marL="685800" indent="0">
              <a:buNone/>
              <a:defRPr lang="en-US" dirty="0">
                <a:solidFill>
                  <a:schemeClr val="tx2"/>
                </a:solidFill>
              </a:defRPr>
            </a:lvl4pPr>
            <a:lvl5pPr marL="914400" indent="0">
              <a:buNone/>
              <a:defRPr lang="en-US" dirty="0">
                <a:solidFill>
                  <a:schemeClr val="tx2"/>
                </a:solidFill>
              </a:defRPr>
            </a:lvl5pPr>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6" name="Espaço Reservado para Rodapé 5">
            <a:extLst>
              <a:ext uri="{FF2B5EF4-FFF2-40B4-BE49-F238E27FC236}">
                <a16:creationId xmlns:a16="http://schemas.microsoft.com/office/drawing/2014/main" id="{C2BDD5A2-CE3E-3215-6DAA-F75C0D1229DA}"/>
              </a:ext>
            </a:extLst>
          </p:cNvPr>
          <p:cNvSpPr>
            <a:spLocks noGrp="1"/>
          </p:cNvSpPr>
          <p:nvPr>
            <p:ph type="ftr" sz="quarter" idx="11"/>
          </p:nvPr>
        </p:nvSpPr>
        <p:spPr>
          <a:xfrm>
            <a:off x="8888061" y="6477000"/>
            <a:ext cx="1404460" cy="381000"/>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5" name="Espaço Reservado para Data 4">
            <a:extLst>
              <a:ext uri="{FF2B5EF4-FFF2-40B4-BE49-F238E27FC236}">
                <a16:creationId xmlns:a16="http://schemas.microsoft.com/office/drawing/2014/main" id="{897D0B7E-1A60-DA52-6965-92412B1C2F9F}"/>
              </a:ext>
            </a:extLst>
          </p:cNvPr>
          <p:cNvSpPr>
            <a:spLocks noGrp="1"/>
          </p:cNvSpPr>
          <p:nvPr>
            <p:ph type="dt" sz="half" idx="10"/>
          </p:nvPr>
        </p:nvSpPr>
        <p:spPr>
          <a:xfrm>
            <a:off x="10292522" y="6477000"/>
            <a:ext cx="708857" cy="381000"/>
          </a:xfrm>
          <a:prstGeom prst="rect">
            <a:avLst/>
          </a:prstGeom>
        </p:spPr>
        <p:txBody>
          <a:bodyPr rtlCol="0"/>
          <a:lstStyle>
            <a:lvl1pPr>
              <a:defRPr>
                <a:solidFill>
                  <a:schemeClr val="tx2"/>
                </a:solidFill>
                <a:effectLst/>
              </a:defRPr>
            </a:lvl1pPr>
          </a:lstStyle>
          <a:p>
            <a:pPr rtl="0"/>
            <a:r>
              <a:rPr lang="en-US"/>
              <a:t>17/09/2025</a:t>
            </a:r>
            <a:endParaRPr lang="en-US" dirty="0"/>
          </a:p>
        </p:txBody>
      </p:sp>
      <p:sp>
        <p:nvSpPr>
          <p:cNvPr id="7" name="Espaço Reservado para o Número do Slide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01380" y="6477000"/>
            <a:ext cx="657220" cy="381000"/>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dirty="0"/>
          </a:p>
        </p:txBody>
      </p:sp>
      <p:sp>
        <p:nvSpPr>
          <p:cNvPr id="3" name="Forma Livre 2">
            <a:extLst>
              <a:ext uri="{FF2B5EF4-FFF2-40B4-BE49-F238E27FC236}">
                <a16:creationId xmlns:a16="http://schemas.microsoft.com/office/drawing/2014/main" id="{3AEE3D4D-61F7-E7A0-0EB4-DE705A2CAF60}"/>
              </a:ext>
            </a:extLst>
          </p:cNvPr>
          <p:cNvSpPr/>
          <p:nvPr userDrawn="1"/>
        </p:nvSpPr>
        <p:spPr>
          <a:xfrm>
            <a:off x="8326322" y="570989"/>
            <a:ext cx="3332277" cy="64008"/>
          </a:xfrm>
          <a:custGeom>
            <a:avLst/>
            <a:gdLst>
              <a:gd name="connsiteX0" fmla="*/ 0 w 7152036"/>
              <a:gd name="connsiteY0" fmla="*/ 0 h 64008"/>
              <a:gd name="connsiteX1" fmla="*/ 7152036 w 7152036"/>
              <a:gd name="connsiteY1" fmla="*/ 0 h 64008"/>
              <a:gd name="connsiteX2" fmla="*/ 7152036 w 7152036"/>
              <a:gd name="connsiteY2" fmla="*/ 64008 h 64008"/>
              <a:gd name="connsiteX3" fmla="*/ 0 w 7152036"/>
              <a:gd name="connsiteY3" fmla="*/ 64008 h 64008"/>
            </a:gdLst>
            <a:ahLst/>
            <a:cxnLst>
              <a:cxn ang="0">
                <a:pos x="connsiteX0" y="connsiteY0"/>
              </a:cxn>
              <a:cxn ang="0">
                <a:pos x="connsiteX1" y="connsiteY1"/>
              </a:cxn>
              <a:cxn ang="0">
                <a:pos x="connsiteX2" y="connsiteY2"/>
              </a:cxn>
              <a:cxn ang="0">
                <a:pos x="connsiteX3" y="connsiteY3"/>
              </a:cxn>
            </a:cxnLst>
            <a:rect l="l" t="t" r="r" b="b"/>
            <a:pathLst>
              <a:path w="7152036" h="64008">
                <a:moveTo>
                  <a:pt x="0" y="0"/>
                </a:moveTo>
                <a:lnTo>
                  <a:pt x="7152036" y="0"/>
                </a:lnTo>
                <a:lnTo>
                  <a:pt x="7152036" y="64008"/>
                </a:lnTo>
                <a:lnTo>
                  <a:pt x="0" y="64008"/>
                </a:ln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rtl="0"/>
            <a:endParaRPr lang="en-US"/>
          </a:p>
        </p:txBody>
      </p:sp>
    </p:spTree>
    <p:extLst>
      <p:ext uri="{BB962C8B-B14F-4D97-AF65-F5344CB8AC3E}">
        <p14:creationId xmlns:p14="http://schemas.microsoft.com/office/powerpoint/2010/main" val="160909792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nteúdo com Imagem 10">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AF3BB49-A328-F121-7F27-DEB7C3CC2B0F}"/>
              </a:ext>
            </a:extLst>
          </p:cNvPr>
          <p:cNvSpPr>
            <a:spLocks noGrp="1"/>
          </p:cNvSpPr>
          <p:nvPr>
            <p:ph type="title"/>
          </p:nvPr>
        </p:nvSpPr>
        <p:spPr>
          <a:xfrm>
            <a:off x="533400" y="1016955"/>
            <a:ext cx="2781551" cy="1858941"/>
          </a:xfrm>
          <a:prstGeom prst="rect">
            <a:avLst/>
          </a:prstGeom>
        </p:spPr>
        <p:txBody>
          <a:bodyPr rtlCol="0" anchor="t"/>
          <a:lstStyle>
            <a:lvl1pPr>
              <a:defRPr cap="all" baseline="0">
                <a:solidFill>
                  <a:schemeClr val="tx2"/>
                </a:solidFill>
              </a:defRPr>
            </a:lvl1pPr>
          </a:lstStyle>
          <a:p>
            <a:pPr rtl="0"/>
            <a:r>
              <a:rPr lang="pt-br"/>
              <a:t>Clique para editar o estilo de título Mestre</a:t>
            </a:r>
          </a:p>
        </p:txBody>
      </p:sp>
      <p:sp>
        <p:nvSpPr>
          <p:cNvPr id="8" name="Espaço Reservado para Conteúdo 7">
            <a:extLst>
              <a:ext uri="{FF2B5EF4-FFF2-40B4-BE49-F238E27FC236}">
                <a16:creationId xmlns:a16="http://schemas.microsoft.com/office/drawing/2014/main" id="{6E0D00CE-C191-6DE5-9D82-7EFB59BC3739}"/>
              </a:ext>
            </a:extLst>
          </p:cNvPr>
          <p:cNvSpPr>
            <a:spLocks noGrp="1"/>
          </p:cNvSpPr>
          <p:nvPr>
            <p:ph sz="quarter" idx="14"/>
          </p:nvPr>
        </p:nvSpPr>
        <p:spPr>
          <a:xfrm>
            <a:off x="534574" y="3011335"/>
            <a:ext cx="2775463" cy="2656250"/>
          </a:xfrm>
          <a:prstGeom prst="rect">
            <a:avLst/>
          </a:prstGeom>
        </p:spPr>
        <p:txBody>
          <a:bodyPr vert="horz" lIns="91440" tIns="45720" rIns="91440" bIns="45720" rtlCol="0">
            <a:normAutofit/>
          </a:bodyPr>
          <a:lstStyle>
            <a:lvl1pPr marL="0" indent="0">
              <a:buNone/>
              <a:defRPr lang="en-US" dirty="0">
                <a:solidFill>
                  <a:schemeClr val="tx2"/>
                </a:solidFill>
              </a:defRPr>
            </a:lvl1pPr>
            <a:lvl2pPr marL="228600" indent="0">
              <a:buNone/>
              <a:defRPr lang="en-US" dirty="0">
                <a:solidFill>
                  <a:schemeClr val="tx2"/>
                </a:solidFill>
              </a:defRPr>
            </a:lvl2pPr>
            <a:lvl3pPr marL="457200" indent="0">
              <a:buNone/>
              <a:defRPr lang="en-US" dirty="0">
                <a:solidFill>
                  <a:schemeClr val="tx2"/>
                </a:solidFill>
              </a:defRPr>
            </a:lvl3pPr>
            <a:lvl4pPr marL="685800" indent="0">
              <a:buNone/>
              <a:defRPr lang="en-US" dirty="0">
                <a:solidFill>
                  <a:schemeClr val="tx2"/>
                </a:solidFill>
              </a:defRPr>
            </a:lvl4pPr>
            <a:lvl5pPr marL="914400" indent="0">
              <a:buNone/>
              <a:defRPr lang="en-US" dirty="0">
                <a:solidFill>
                  <a:schemeClr val="tx2"/>
                </a:solidFill>
              </a:defRPr>
            </a:lvl5pPr>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6" name="Espaço Reservado para Rodapé 5">
            <a:extLst>
              <a:ext uri="{FF2B5EF4-FFF2-40B4-BE49-F238E27FC236}">
                <a16:creationId xmlns:a16="http://schemas.microsoft.com/office/drawing/2014/main" id="{C2BDD5A2-CE3E-3215-6DAA-F75C0D1229DA}"/>
              </a:ext>
            </a:extLst>
          </p:cNvPr>
          <p:cNvSpPr>
            <a:spLocks noGrp="1"/>
          </p:cNvSpPr>
          <p:nvPr>
            <p:ph type="ftr" sz="quarter" idx="11"/>
          </p:nvPr>
        </p:nvSpPr>
        <p:spPr>
          <a:xfrm>
            <a:off x="533400" y="6477000"/>
            <a:ext cx="1486757" cy="381000"/>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5" name="Espaço Reservado para Data 4">
            <a:extLst>
              <a:ext uri="{FF2B5EF4-FFF2-40B4-BE49-F238E27FC236}">
                <a16:creationId xmlns:a16="http://schemas.microsoft.com/office/drawing/2014/main" id="{897D0B7E-1A60-DA52-6965-92412B1C2F9F}"/>
              </a:ext>
            </a:extLst>
          </p:cNvPr>
          <p:cNvSpPr>
            <a:spLocks noGrp="1"/>
          </p:cNvSpPr>
          <p:nvPr>
            <p:ph type="dt" sz="half" idx="10"/>
          </p:nvPr>
        </p:nvSpPr>
        <p:spPr>
          <a:xfrm>
            <a:off x="2020157" y="6477000"/>
            <a:ext cx="793862" cy="381000"/>
          </a:xfrm>
          <a:prstGeom prst="rect">
            <a:avLst/>
          </a:prstGeom>
        </p:spPr>
        <p:txBody>
          <a:bodyPr rtlCol="0"/>
          <a:lstStyle>
            <a:lvl1pPr>
              <a:defRPr>
                <a:solidFill>
                  <a:schemeClr val="tx2"/>
                </a:solidFill>
                <a:effectLst/>
              </a:defRPr>
            </a:lvl1pPr>
          </a:lstStyle>
          <a:p>
            <a:pPr rtl="0"/>
            <a:r>
              <a:rPr lang="en-US"/>
              <a:t>17/09/2025</a:t>
            </a:r>
            <a:endParaRPr lang="en-US" dirty="0"/>
          </a:p>
        </p:txBody>
      </p:sp>
      <p:sp>
        <p:nvSpPr>
          <p:cNvPr id="7" name="Espaço Reservado para o Número do Slide 6">
            <a:extLst>
              <a:ext uri="{FF2B5EF4-FFF2-40B4-BE49-F238E27FC236}">
                <a16:creationId xmlns:a16="http://schemas.microsoft.com/office/drawing/2014/main" id="{B1B822F1-284A-1786-FAF2-72129E2FE64D}"/>
              </a:ext>
            </a:extLst>
          </p:cNvPr>
          <p:cNvSpPr>
            <a:spLocks noGrp="1"/>
          </p:cNvSpPr>
          <p:nvPr>
            <p:ph type="sldNum" sz="quarter" idx="12"/>
          </p:nvPr>
        </p:nvSpPr>
        <p:spPr>
          <a:xfrm>
            <a:off x="2819401" y="6477000"/>
            <a:ext cx="490636" cy="381000"/>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dirty="0"/>
          </a:p>
        </p:txBody>
      </p:sp>
      <p:sp>
        <p:nvSpPr>
          <p:cNvPr id="36" name="Espaço Reservado para Imagem 9">
            <a:extLst>
              <a:ext uri="{FF2B5EF4-FFF2-40B4-BE49-F238E27FC236}">
                <a16:creationId xmlns:a16="http://schemas.microsoft.com/office/drawing/2014/main" id="{ED5D7D43-775B-F6E3-C000-80A73E78190A}"/>
              </a:ext>
            </a:extLst>
          </p:cNvPr>
          <p:cNvSpPr>
            <a:spLocks noGrp="1"/>
          </p:cNvSpPr>
          <p:nvPr>
            <p:ph type="pic" sz="quarter" idx="13" hasCustomPrompt="1"/>
          </p:nvPr>
        </p:nvSpPr>
        <p:spPr>
          <a:xfrm>
            <a:off x="3860295" y="0"/>
            <a:ext cx="8326323" cy="6858000"/>
          </a:xfrm>
          <a:custGeom>
            <a:avLst/>
            <a:gdLst>
              <a:gd name="connsiteX0" fmla="*/ 0 w 8326323"/>
              <a:gd name="connsiteY0" fmla="*/ 0 h 6858000"/>
              <a:gd name="connsiteX1" fmla="*/ 8326323 w 8326323"/>
              <a:gd name="connsiteY1" fmla="*/ 0 h 6858000"/>
              <a:gd name="connsiteX2" fmla="*/ 8326323 w 8326323"/>
              <a:gd name="connsiteY2" fmla="*/ 6858000 h 6858000"/>
              <a:gd name="connsiteX3" fmla="*/ 0 w 8326323"/>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8326323" h="6858000">
                <a:moveTo>
                  <a:pt x="0" y="0"/>
                </a:moveTo>
                <a:lnTo>
                  <a:pt x="8326323" y="0"/>
                </a:lnTo>
                <a:lnTo>
                  <a:pt x="8326323" y="6858000"/>
                </a:lnTo>
                <a:lnTo>
                  <a:pt x="0" y="6858000"/>
                </a:lnTo>
                <a:close/>
              </a:path>
            </a:pathLst>
          </a:custGeom>
          <a:blipFill dpi="0" rotWithShape="1">
            <a:blip r:embed="rId2">
              <a:alphaModFix amt="60000"/>
            </a:blip>
            <a:srcRect/>
            <a:stretch>
              <a:fillRect/>
            </a:stretch>
          </a:blipFill>
        </p:spPr>
        <p:txBody>
          <a:bodyPr wrap="square" rtlCol="0">
            <a:noAutofit/>
          </a:bodyPr>
          <a:lstStyle>
            <a:lvl1pPr marL="0" indent="0">
              <a:buNone/>
              <a:defRPr/>
            </a:lvl1pPr>
          </a:lstStyle>
          <a:p>
            <a:pPr rtl="0"/>
            <a:r>
              <a:rPr lang="pt-br"/>
              <a:t> </a:t>
            </a:r>
          </a:p>
        </p:txBody>
      </p:sp>
      <p:sp>
        <p:nvSpPr>
          <p:cNvPr id="37" name="Forma Livre 36">
            <a:extLst>
              <a:ext uri="{FF2B5EF4-FFF2-40B4-BE49-F238E27FC236}">
                <a16:creationId xmlns:a16="http://schemas.microsoft.com/office/drawing/2014/main" id="{95BE6104-7C9B-2481-1421-76CDDAC8D30F}"/>
              </a:ext>
            </a:extLst>
          </p:cNvPr>
          <p:cNvSpPr/>
          <p:nvPr/>
        </p:nvSpPr>
        <p:spPr>
          <a:xfrm>
            <a:off x="615697" y="570345"/>
            <a:ext cx="3239216" cy="64008"/>
          </a:xfrm>
          <a:custGeom>
            <a:avLst/>
            <a:gdLst>
              <a:gd name="connsiteX0" fmla="*/ 0 w 7152036"/>
              <a:gd name="connsiteY0" fmla="*/ 0 h 64008"/>
              <a:gd name="connsiteX1" fmla="*/ 7152036 w 7152036"/>
              <a:gd name="connsiteY1" fmla="*/ 0 h 64008"/>
              <a:gd name="connsiteX2" fmla="*/ 7152036 w 7152036"/>
              <a:gd name="connsiteY2" fmla="*/ 64008 h 64008"/>
              <a:gd name="connsiteX3" fmla="*/ 0 w 7152036"/>
              <a:gd name="connsiteY3" fmla="*/ 64008 h 64008"/>
            </a:gdLst>
            <a:ahLst/>
            <a:cxnLst>
              <a:cxn ang="0">
                <a:pos x="connsiteX0" y="connsiteY0"/>
              </a:cxn>
              <a:cxn ang="0">
                <a:pos x="connsiteX1" y="connsiteY1"/>
              </a:cxn>
              <a:cxn ang="0">
                <a:pos x="connsiteX2" y="connsiteY2"/>
              </a:cxn>
              <a:cxn ang="0">
                <a:pos x="connsiteX3" y="connsiteY3"/>
              </a:cxn>
            </a:cxnLst>
            <a:rect l="l" t="t" r="r" b="b"/>
            <a:pathLst>
              <a:path w="7152036" h="64008">
                <a:moveTo>
                  <a:pt x="0" y="0"/>
                </a:moveTo>
                <a:lnTo>
                  <a:pt x="7152036" y="0"/>
                </a:lnTo>
                <a:lnTo>
                  <a:pt x="7152036" y="64008"/>
                </a:lnTo>
                <a:lnTo>
                  <a:pt x="0" y="64008"/>
                </a:ln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rtl="0"/>
            <a:endParaRPr lang="en-US"/>
          </a:p>
        </p:txBody>
      </p:sp>
    </p:spTree>
    <p:extLst>
      <p:ext uri="{BB962C8B-B14F-4D97-AF65-F5344CB8AC3E}">
        <p14:creationId xmlns:p14="http://schemas.microsoft.com/office/powerpoint/2010/main" val="103471890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Conteúdo com Imagem 11">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AF3BB49-A328-F121-7F27-DEB7C3CC2B0F}"/>
              </a:ext>
            </a:extLst>
          </p:cNvPr>
          <p:cNvSpPr>
            <a:spLocks noGrp="1"/>
          </p:cNvSpPr>
          <p:nvPr>
            <p:ph type="title"/>
          </p:nvPr>
        </p:nvSpPr>
        <p:spPr>
          <a:xfrm>
            <a:off x="533400" y="4742811"/>
            <a:ext cx="3867144" cy="1734189"/>
          </a:xfrm>
          <a:prstGeom prst="rect">
            <a:avLst/>
          </a:prstGeom>
        </p:spPr>
        <p:txBody>
          <a:bodyPr rtlCol="0" anchor="t">
            <a:noAutofit/>
          </a:bodyPr>
          <a:lstStyle>
            <a:lvl1pPr>
              <a:defRPr sz="3600" cap="all" baseline="0">
                <a:solidFill>
                  <a:schemeClr val="tx2"/>
                </a:solidFill>
              </a:defRPr>
            </a:lvl1pPr>
          </a:lstStyle>
          <a:p>
            <a:pPr rtl="0"/>
            <a:r>
              <a:rPr lang="pt-br"/>
              <a:t>Clique para editar o estilo de título Mestre</a:t>
            </a:r>
          </a:p>
        </p:txBody>
      </p:sp>
      <p:sp>
        <p:nvSpPr>
          <p:cNvPr id="11" name="Espaço Reservado para Imagem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 y="0"/>
            <a:ext cx="12192000" cy="4361811"/>
          </a:xfrm>
          <a:prstGeom prst="rect">
            <a:avLst/>
          </a:prstGeom>
          <a:blipFill dpi="0" rotWithShape="1">
            <a:blip r:embed="rId2">
              <a:alphaModFix amt="60000"/>
            </a:blip>
            <a:srcRect/>
            <a:stretch>
              <a:fillRect/>
            </a:stretch>
          </a:blipFill>
        </p:spPr>
        <p:txBody>
          <a:bodyPr rtlCol="0"/>
          <a:lstStyle>
            <a:lvl1pPr marL="0" indent="0">
              <a:buNone/>
              <a:defRPr/>
            </a:lvl1pPr>
          </a:lstStyle>
          <a:p>
            <a:pPr rtl="0"/>
            <a:r>
              <a:rPr lang="pt-br"/>
              <a:t> </a:t>
            </a:r>
          </a:p>
        </p:txBody>
      </p:sp>
      <p:sp>
        <p:nvSpPr>
          <p:cNvPr id="8" name="Espaço Reservado para Conteúdo 7">
            <a:extLst>
              <a:ext uri="{FF2B5EF4-FFF2-40B4-BE49-F238E27FC236}">
                <a16:creationId xmlns:a16="http://schemas.microsoft.com/office/drawing/2014/main" id="{C3D15418-1E32-0501-0E66-54FC2DD08E39}"/>
              </a:ext>
            </a:extLst>
          </p:cNvPr>
          <p:cNvSpPr>
            <a:spLocks noGrp="1"/>
          </p:cNvSpPr>
          <p:nvPr>
            <p:ph sz="quarter" idx="14"/>
          </p:nvPr>
        </p:nvSpPr>
        <p:spPr>
          <a:xfrm>
            <a:off x="4962527" y="4727571"/>
            <a:ext cx="6696073" cy="1749428"/>
          </a:xfrm>
          <a:prstGeom prst="rect">
            <a:avLst/>
          </a:prstGeom>
        </p:spPr>
        <p:txBody>
          <a:bodyPr vert="horz" lIns="91440" tIns="45720" rIns="91440" bIns="45720" rtlCol="0">
            <a:normAutofit/>
          </a:bodyPr>
          <a:lstStyle>
            <a:lvl1pPr marL="0" indent="0">
              <a:buNone/>
              <a:defRPr lang="en-US" dirty="0">
                <a:solidFill>
                  <a:schemeClr val="tx2"/>
                </a:solidFill>
              </a:defRPr>
            </a:lvl1pPr>
            <a:lvl2pPr marL="228600" indent="0">
              <a:buNone/>
              <a:defRPr lang="en-US" dirty="0">
                <a:solidFill>
                  <a:schemeClr val="tx2"/>
                </a:solidFill>
              </a:defRPr>
            </a:lvl2pPr>
            <a:lvl3pPr marL="457200" indent="0">
              <a:buNone/>
              <a:defRPr lang="en-US" dirty="0">
                <a:solidFill>
                  <a:schemeClr val="tx2"/>
                </a:solidFill>
              </a:defRPr>
            </a:lvl3pPr>
            <a:lvl4pPr marL="685800" indent="0">
              <a:buNone/>
              <a:defRPr lang="en-US" dirty="0">
                <a:solidFill>
                  <a:schemeClr val="tx2"/>
                </a:solidFill>
              </a:defRPr>
            </a:lvl4pPr>
            <a:lvl5pPr marL="914400" indent="0">
              <a:buNone/>
              <a:defRPr lang="en-US" dirty="0">
                <a:solidFill>
                  <a:schemeClr val="tx2"/>
                </a:solidFill>
              </a:defRPr>
            </a:lvl5pPr>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6" name="Espaço Reservado para Rodapé 5">
            <a:extLst>
              <a:ext uri="{FF2B5EF4-FFF2-40B4-BE49-F238E27FC236}">
                <a16:creationId xmlns:a16="http://schemas.microsoft.com/office/drawing/2014/main" id="{C2BDD5A2-CE3E-3215-6DAA-F75C0D1229DA}"/>
              </a:ext>
            </a:extLst>
          </p:cNvPr>
          <p:cNvSpPr>
            <a:spLocks noGrp="1"/>
          </p:cNvSpPr>
          <p:nvPr>
            <p:ph type="ftr" sz="quarter" idx="11"/>
          </p:nvPr>
        </p:nvSpPr>
        <p:spPr>
          <a:xfrm>
            <a:off x="533399" y="6477000"/>
            <a:ext cx="8576637" cy="381001"/>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5" name="Espaço Reservado para Data 4">
            <a:extLst>
              <a:ext uri="{FF2B5EF4-FFF2-40B4-BE49-F238E27FC236}">
                <a16:creationId xmlns:a16="http://schemas.microsoft.com/office/drawing/2014/main" id="{897D0B7E-1A60-DA52-6965-92412B1C2F9F}"/>
              </a:ext>
            </a:extLst>
          </p:cNvPr>
          <p:cNvSpPr>
            <a:spLocks noGrp="1"/>
          </p:cNvSpPr>
          <p:nvPr>
            <p:ph type="dt" sz="half" idx="10"/>
          </p:nvPr>
        </p:nvSpPr>
        <p:spPr>
          <a:xfrm>
            <a:off x="9110036" y="6476999"/>
            <a:ext cx="1891338" cy="381001"/>
          </a:xfrm>
          <a:prstGeom prst="rect">
            <a:avLst/>
          </a:prstGeom>
        </p:spPr>
        <p:txBody>
          <a:bodyPr rtlCol="0"/>
          <a:lstStyle>
            <a:lvl1pPr>
              <a:defRPr>
                <a:solidFill>
                  <a:schemeClr val="tx2"/>
                </a:solidFill>
              </a:defRPr>
            </a:lvl1pPr>
          </a:lstStyle>
          <a:p>
            <a:pPr rtl="0"/>
            <a:r>
              <a:rPr lang="en-US"/>
              <a:t>17/09/2025</a:t>
            </a:r>
            <a:endParaRPr lang="en-US" dirty="0"/>
          </a:p>
        </p:txBody>
      </p:sp>
      <p:sp>
        <p:nvSpPr>
          <p:cNvPr id="7" name="Espaço Reservado para o Número do Slide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01374" y="6477000"/>
            <a:ext cx="657226" cy="381001"/>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dirty="0"/>
          </a:p>
        </p:txBody>
      </p:sp>
    </p:spTree>
    <p:extLst>
      <p:ext uri="{BB962C8B-B14F-4D97-AF65-F5344CB8AC3E}">
        <p14:creationId xmlns:p14="http://schemas.microsoft.com/office/powerpoint/2010/main" val="280001231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onteúdo com Imagem 12">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AF3BB49-A328-F121-7F27-DEB7C3CC2B0F}"/>
              </a:ext>
            </a:extLst>
          </p:cNvPr>
          <p:cNvSpPr>
            <a:spLocks noGrp="1"/>
          </p:cNvSpPr>
          <p:nvPr>
            <p:ph type="title"/>
          </p:nvPr>
        </p:nvSpPr>
        <p:spPr>
          <a:xfrm>
            <a:off x="533400" y="3623948"/>
            <a:ext cx="3486152" cy="2599051"/>
          </a:xfrm>
          <a:prstGeom prst="rect">
            <a:avLst/>
          </a:prstGeom>
        </p:spPr>
        <p:txBody>
          <a:bodyPr rtlCol="0" anchor="t">
            <a:normAutofit/>
          </a:bodyPr>
          <a:lstStyle>
            <a:lvl1pPr>
              <a:defRPr sz="3600" cap="all" baseline="0">
                <a:solidFill>
                  <a:schemeClr val="tx2"/>
                </a:solidFill>
              </a:defRPr>
            </a:lvl1pPr>
          </a:lstStyle>
          <a:p>
            <a:pPr rtl="0"/>
            <a:r>
              <a:rPr lang="pt-br"/>
              <a:t>Clique para editar o estilo de título Mestre</a:t>
            </a:r>
          </a:p>
        </p:txBody>
      </p:sp>
      <p:sp>
        <p:nvSpPr>
          <p:cNvPr id="11" name="Espaço Reservado para Imagem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 y="0"/>
            <a:ext cx="12192000" cy="3242949"/>
          </a:xfrm>
          <a:prstGeom prst="rect">
            <a:avLst/>
          </a:prstGeom>
          <a:blipFill dpi="0" rotWithShape="1">
            <a:blip r:embed="rId2">
              <a:alphaModFix amt="60000"/>
            </a:blip>
            <a:srcRect/>
            <a:stretch>
              <a:fillRect/>
            </a:stretch>
          </a:blipFill>
        </p:spPr>
        <p:txBody>
          <a:bodyPr rtlCol="0"/>
          <a:lstStyle>
            <a:lvl1pPr marL="0" indent="0">
              <a:buNone/>
              <a:defRPr/>
            </a:lvl1pPr>
          </a:lstStyle>
          <a:p>
            <a:pPr rtl="0"/>
            <a:r>
              <a:rPr lang="pt-br"/>
              <a:t> </a:t>
            </a:r>
          </a:p>
        </p:txBody>
      </p:sp>
      <p:sp>
        <p:nvSpPr>
          <p:cNvPr id="8" name="Espaço Reservado para Conteúdo 7">
            <a:extLst>
              <a:ext uri="{FF2B5EF4-FFF2-40B4-BE49-F238E27FC236}">
                <a16:creationId xmlns:a16="http://schemas.microsoft.com/office/drawing/2014/main" id="{C3D15418-1E32-0501-0E66-54FC2DD08E39}"/>
              </a:ext>
            </a:extLst>
          </p:cNvPr>
          <p:cNvSpPr>
            <a:spLocks noGrp="1"/>
          </p:cNvSpPr>
          <p:nvPr>
            <p:ph sz="quarter" idx="14"/>
          </p:nvPr>
        </p:nvSpPr>
        <p:spPr>
          <a:xfrm>
            <a:off x="4405936" y="3623949"/>
            <a:ext cx="7252664" cy="2599050"/>
          </a:xfrm>
          <a:prstGeom prst="rect">
            <a:avLst/>
          </a:prstGeom>
        </p:spPr>
        <p:txBody>
          <a:bodyPr vert="horz" lIns="91440" tIns="45720" rIns="91440" bIns="45720" rtlCol="0">
            <a:normAutofit/>
          </a:bodyPr>
          <a:lstStyle>
            <a:lvl1pPr marL="0" indent="0">
              <a:buNone/>
              <a:defRPr lang="en-US" dirty="0">
                <a:solidFill>
                  <a:schemeClr val="tx2"/>
                </a:solidFill>
              </a:defRPr>
            </a:lvl1pPr>
            <a:lvl2pPr marL="228600" indent="0">
              <a:buNone/>
              <a:defRPr lang="en-US" dirty="0">
                <a:solidFill>
                  <a:schemeClr val="tx2"/>
                </a:solidFill>
              </a:defRPr>
            </a:lvl2pPr>
            <a:lvl3pPr marL="457200" indent="0">
              <a:buNone/>
              <a:defRPr lang="en-US" dirty="0">
                <a:solidFill>
                  <a:schemeClr val="tx2"/>
                </a:solidFill>
              </a:defRPr>
            </a:lvl3pPr>
            <a:lvl4pPr marL="685800" indent="0">
              <a:buNone/>
              <a:defRPr lang="en-US" dirty="0">
                <a:solidFill>
                  <a:schemeClr val="tx2"/>
                </a:solidFill>
              </a:defRPr>
            </a:lvl4pPr>
            <a:lvl5pPr marL="914400" indent="0">
              <a:buNone/>
              <a:defRPr lang="en-US" dirty="0">
                <a:solidFill>
                  <a:schemeClr val="tx2"/>
                </a:solidFill>
              </a:defRPr>
            </a:lvl5pPr>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6" name="Espaço Reservado para Rodapé 5">
            <a:extLst>
              <a:ext uri="{FF2B5EF4-FFF2-40B4-BE49-F238E27FC236}">
                <a16:creationId xmlns:a16="http://schemas.microsoft.com/office/drawing/2014/main" id="{C2BDD5A2-CE3E-3215-6DAA-F75C0D1229DA}"/>
              </a:ext>
            </a:extLst>
          </p:cNvPr>
          <p:cNvSpPr>
            <a:spLocks noGrp="1"/>
          </p:cNvSpPr>
          <p:nvPr>
            <p:ph type="ftr" sz="quarter" idx="11"/>
          </p:nvPr>
        </p:nvSpPr>
        <p:spPr>
          <a:xfrm>
            <a:off x="533399" y="6477000"/>
            <a:ext cx="8576637" cy="381001"/>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5" name="Espaço Reservado para Data 4">
            <a:extLst>
              <a:ext uri="{FF2B5EF4-FFF2-40B4-BE49-F238E27FC236}">
                <a16:creationId xmlns:a16="http://schemas.microsoft.com/office/drawing/2014/main" id="{897D0B7E-1A60-DA52-6965-92412B1C2F9F}"/>
              </a:ext>
            </a:extLst>
          </p:cNvPr>
          <p:cNvSpPr>
            <a:spLocks noGrp="1"/>
          </p:cNvSpPr>
          <p:nvPr>
            <p:ph type="dt" sz="half" idx="10"/>
          </p:nvPr>
        </p:nvSpPr>
        <p:spPr>
          <a:xfrm>
            <a:off x="9110036" y="6476999"/>
            <a:ext cx="1891338" cy="381001"/>
          </a:xfrm>
          <a:prstGeom prst="rect">
            <a:avLst/>
          </a:prstGeom>
        </p:spPr>
        <p:txBody>
          <a:bodyPr rtlCol="0"/>
          <a:lstStyle>
            <a:lvl1pPr>
              <a:defRPr>
                <a:solidFill>
                  <a:schemeClr val="tx2"/>
                </a:solidFill>
              </a:defRPr>
            </a:lvl1pPr>
          </a:lstStyle>
          <a:p>
            <a:pPr rtl="0"/>
            <a:r>
              <a:rPr lang="en-US"/>
              <a:t>17/09/2025</a:t>
            </a:r>
            <a:endParaRPr lang="en-US" dirty="0"/>
          </a:p>
        </p:txBody>
      </p:sp>
      <p:sp>
        <p:nvSpPr>
          <p:cNvPr id="7" name="Espaço Reservado para o Número do Slide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01374" y="6477000"/>
            <a:ext cx="657226" cy="381001"/>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dirty="0"/>
          </a:p>
        </p:txBody>
      </p:sp>
    </p:spTree>
    <p:extLst>
      <p:ext uri="{BB962C8B-B14F-4D97-AF65-F5344CB8AC3E}">
        <p14:creationId xmlns:p14="http://schemas.microsoft.com/office/powerpoint/2010/main" val="57674397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Conteúdo com Imagem 13">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AF3BB49-A328-F121-7F27-DEB7C3CC2B0F}"/>
              </a:ext>
            </a:extLst>
          </p:cNvPr>
          <p:cNvSpPr>
            <a:spLocks noGrp="1"/>
          </p:cNvSpPr>
          <p:nvPr>
            <p:ph type="title"/>
          </p:nvPr>
        </p:nvSpPr>
        <p:spPr>
          <a:xfrm>
            <a:off x="533400" y="1016955"/>
            <a:ext cx="2924179" cy="1773540"/>
          </a:xfrm>
          <a:prstGeom prst="rect">
            <a:avLst/>
          </a:prstGeom>
        </p:spPr>
        <p:txBody>
          <a:bodyPr rtlCol="0" anchor="t">
            <a:normAutofit/>
          </a:bodyPr>
          <a:lstStyle>
            <a:lvl1pPr>
              <a:defRPr sz="3600" cap="all" baseline="0">
                <a:solidFill>
                  <a:schemeClr val="tx2"/>
                </a:solidFill>
              </a:defRPr>
            </a:lvl1pPr>
          </a:lstStyle>
          <a:p>
            <a:pPr rtl="0"/>
            <a:r>
              <a:rPr lang="pt-br"/>
              <a:t>Clique para editar o estilo de título Mestre</a:t>
            </a:r>
          </a:p>
        </p:txBody>
      </p:sp>
      <p:sp>
        <p:nvSpPr>
          <p:cNvPr id="6" name="Espaço Reservado para Rodapé 5">
            <a:extLst>
              <a:ext uri="{FF2B5EF4-FFF2-40B4-BE49-F238E27FC236}">
                <a16:creationId xmlns:a16="http://schemas.microsoft.com/office/drawing/2014/main" id="{C2BDD5A2-CE3E-3215-6DAA-F75C0D1229DA}"/>
              </a:ext>
            </a:extLst>
          </p:cNvPr>
          <p:cNvSpPr>
            <a:spLocks noGrp="1"/>
          </p:cNvSpPr>
          <p:nvPr>
            <p:ph type="ftr" sz="quarter" idx="11"/>
          </p:nvPr>
        </p:nvSpPr>
        <p:spPr>
          <a:xfrm>
            <a:off x="533399" y="0"/>
            <a:ext cx="9138609" cy="409729"/>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5" name="Espaço Reservado para Data 4">
            <a:extLst>
              <a:ext uri="{FF2B5EF4-FFF2-40B4-BE49-F238E27FC236}">
                <a16:creationId xmlns:a16="http://schemas.microsoft.com/office/drawing/2014/main" id="{897D0B7E-1A60-DA52-6965-92412B1C2F9F}"/>
              </a:ext>
            </a:extLst>
          </p:cNvPr>
          <p:cNvSpPr>
            <a:spLocks noGrp="1"/>
          </p:cNvSpPr>
          <p:nvPr>
            <p:ph type="dt" sz="half" idx="10"/>
          </p:nvPr>
        </p:nvSpPr>
        <p:spPr>
          <a:xfrm>
            <a:off x="9672014" y="0"/>
            <a:ext cx="1329365" cy="409729"/>
          </a:xfrm>
          <a:prstGeom prst="rect">
            <a:avLst/>
          </a:prstGeom>
        </p:spPr>
        <p:txBody>
          <a:bodyPr rtlCol="0"/>
          <a:lstStyle>
            <a:lvl1pPr>
              <a:defRPr>
                <a:solidFill>
                  <a:schemeClr val="tx2"/>
                </a:solidFill>
              </a:defRPr>
            </a:lvl1pPr>
          </a:lstStyle>
          <a:p>
            <a:pPr rtl="0"/>
            <a:r>
              <a:rPr lang="en-US"/>
              <a:t>17/09/2025</a:t>
            </a:r>
            <a:endParaRPr lang="en-US" dirty="0"/>
          </a:p>
        </p:txBody>
      </p:sp>
      <p:sp>
        <p:nvSpPr>
          <p:cNvPr id="7" name="Espaço Reservado para o Número do Slide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01379" y="0"/>
            <a:ext cx="657221" cy="409729"/>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dirty="0"/>
          </a:p>
        </p:txBody>
      </p:sp>
      <p:sp>
        <p:nvSpPr>
          <p:cNvPr id="8" name="Espaço Reservado para Conteúdo 7">
            <a:extLst>
              <a:ext uri="{FF2B5EF4-FFF2-40B4-BE49-F238E27FC236}">
                <a16:creationId xmlns:a16="http://schemas.microsoft.com/office/drawing/2014/main" id="{C3D15418-1E32-0501-0E66-54FC2DD08E39}"/>
              </a:ext>
            </a:extLst>
          </p:cNvPr>
          <p:cNvSpPr>
            <a:spLocks noGrp="1"/>
          </p:cNvSpPr>
          <p:nvPr>
            <p:ph sz="quarter" idx="14"/>
          </p:nvPr>
        </p:nvSpPr>
        <p:spPr>
          <a:xfrm>
            <a:off x="4019552" y="1001715"/>
            <a:ext cx="7639048" cy="2232334"/>
          </a:xfrm>
          <a:prstGeom prst="rect">
            <a:avLst/>
          </a:prstGeom>
        </p:spPr>
        <p:txBody>
          <a:bodyPr vert="horz" lIns="91440" tIns="45720" rIns="91440" bIns="45720" rtlCol="0">
            <a:normAutofit/>
          </a:bodyPr>
          <a:lstStyle>
            <a:lvl1pPr marL="0" indent="0">
              <a:buNone/>
              <a:defRPr lang="en-US" dirty="0">
                <a:solidFill>
                  <a:schemeClr val="tx2"/>
                </a:solidFill>
              </a:defRPr>
            </a:lvl1pPr>
            <a:lvl2pPr marL="228600" indent="0">
              <a:buNone/>
              <a:defRPr lang="en-US" dirty="0">
                <a:solidFill>
                  <a:schemeClr val="tx2"/>
                </a:solidFill>
              </a:defRPr>
            </a:lvl2pPr>
            <a:lvl3pPr marL="457200" indent="0">
              <a:buNone/>
              <a:defRPr lang="en-US" dirty="0">
                <a:solidFill>
                  <a:schemeClr val="tx2"/>
                </a:solidFill>
              </a:defRPr>
            </a:lvl3pPr>
            <a:lvl4pPr marL="685800" indent="0">
              <a:buNone/>
              <a:defRPr lang="en-US" dirty="0">
                <a:solidFill>
                  <a:schemeClr val="tx2"/>
                </a:solidFill>
              </a:defRPr>
            </a:lvl4pPr>
            <a:lvl5pPr marL="914400" indent="0">
              <a:buNone/>
              <a:defRPr lang="en-US" dirty="0">
                <a:solidFill>
                  <a:schemeClr val="tx2"/>
                </a:solidFill>
              </a:defRPr>
            </a:lvl5pPr>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35" name="Espaço Reservado para Imagem 10">
            <a:extLst>
              <a:ext uri="{FF2B5EF4-FFF2-40B4-BE49-F238E27FC236}">
                <a16:creationId xmlns:a16="http://schemas.microsoft.com/office/drawing/2014/main" id="{4F7C1A4C-ACA8-3A17-4922-8A9094FFB30A}"/>
              </a:ext>
            </a:extLst>
          </p:cNvPr>
          <p:cNvSpPr>
            <a:spLocks noGrp="1"/>
          </p:cNvSpPr>
          <p:nvPr>
            <p:ph type="pic" sz="quarter" idx="13" hasCustomPrompt="1"/>
          </p:nvPr>
        </p:nvSpPr>
        <p:spPr>
          <a:xfrm>
            <a:off x="-1" y="3623947"/>
            <a:ext cx="12192000" cy="3234054"/>
          </a:xfrm>
          <a:prstGeom prst="rect">
            <a:avLst/>
          </a:prstGeom>
          <a:blipFill dpi="0" rotWithShape="1">
            <a:blip r:embed="rId2">
              <a:alphaModFix amt="60000"/>
            </a:blip>
            <a:srcRect/>
            <a:stretch>
              <a:fillRect/>
            </a:stretch>
          </a:blipFill>
        </p:spPr>
        <p:txBody>
          <a:bodyPr rtlCol="0"/>
          <a:lstStyle>
            <a:lvl1pPr marL="0" indent="0">
              <a:buNone/>
              <a:defRPr/>
            </a:lvl1pPr>
          </a:lstStyle>
          <a:p>
            <a:pPr rtl="0"/>
            <a:r>
              <a:rPr lang="pt-br"/>
              <a:t> </a:t>
            </a:r>
          </a:p>
        </p:txBody>
      </p:sp>
    </p:spTree>
    <p:extLst>
      <p:ext uri="{BB962C8B-B14F-4D97-AF65-F5344CB8AC3E}">
        <p14:creationId xmlns:p14="http://schemas.microsoft.com/office/powerpoint/2010/main" val="643103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Conteúdo com Imagem 14">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AF3BB49-A328-F121-7F27-DEB7C3CC2B0F}"/>
              </a:ext>
            </a:extLst>
          </p:cNvPr>
          <p:cNvSpPr>
            <a:spLocks noGrp="1"/>
          </p:cNvSpPr>
          <p:nvPr>
            <p:ph type="title"/>
          </p:nvPr>
        </p:nvSpPr>
        <p:spPr>
          <a:xfrm>
            <a:off x="533400" y="1016955"/>
            <a:ext cx="11125200" cy="731520"/>
          </a:xfrm>
          <a:prstGeom prst="rect">
            <a:avLst/>
          </a:prstGeom>
        </p:spPr>
        <p:txBody>
          <a:bodyPr rtlCol="0" anchor="t"/>
          <a:lstStyle>
            <a:lvl1pPr>
              <a:defRPr cap="all" baseline="0">
                <a:solidFill>
                  <a:schemeClr val="tx2"/>
                </a:solidFill>
              </a:defRPr>
            </a:lvl1pPr>
          </a:lstStyle>
          <a:p>
            <a:pPr rtl="0"/>
            <a:r>
              <a:rPr lang="pt-br"/>
              <a:t>Clique para editar o estilo de título Mestre</a:t>
            </a:r>
          </a:p>
        </p:txBody>
      </p:sp>
      <p:sp>
        <p:nvSpPr>
          <p:cNvPr id="8" name="Espaço Reservado para Conteúdo 7">
            <a:extLst>
              <a:ext uri="{FF2B5EF4-FFF2-40B4-BE49-F238E27FC236}">
                <a16:creationId xmlns:a16="http://schemas.microsoft.com/office/drawing/2014/main" id="{07755DB3-9272-8E5E-039F-AC14A2C07898}"/>
              </a:ext>
            </a:extLst>
          </p:cNvPr>
          <p:cNvSpPr>
            <a:spLocks noGrp="1"/>
          </p:cNvSpPr>
          <p:nvPr>
            <p:ph sz="quarter" idx="14"/>
          </p:nvPr>
        </p:nvSpPr>
        <p:spPr>
          <a:xfrm>
            <a:off x="533399" y="2145668"/>
            <a:ext cx="4810129" cy="4378006"/>
          </a:xfrm>
          <a:prstGeom prst="rect">
            <a:avLst/>
          </a:prstGeom>
        </p:spPr>
        <p:txBody>
          <a:bodyPr rtlCol="0"/>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9" name="Espaço Reservado para Rodapé 8">
            <a:extLst>
              <a:ext uri="{FF2B5EF4-FFF2-40B4-BE49-F238E27FC236}">
                <a16:creationId xmlns:a16="http://schemas.microsoft.com/office/drawing/2014/main" id="{820916D3-99FA-E971-607F-14E290E58854}"/>
              </a:ext>
            </a:extLst>
          </p:cNvPr>
          <p:cNvSpPr>
            <a:spLocks noGrp="1"/>
          </p:cNvSpPr>
          <p:nvPr>
            <p:ph type="ftr" sz="quarter" idx="16"/>
          </p:nvPr>
        </p:nvSpPr>
        <p:spPr>
          <a:xfrm>
            <a:off x="533400" y="6476999"/>
            <a:ext cx="3315941" cy="381001"/>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4" name="Espaço Reservado para Data 3">
            <a:extLst>
              <a:ext uri="{FF2B5EF4-FFF2-40B4-BE49-F238E27FC236}">
                <a16:creationId xmlns:a16="http://schemas.microsoft.com/office/drawing/2014/main" id="{9F3CAD5B-18BB-E21E-3A4C-7BAACB8519A4}"/>
              </a:ext>
            </a:extLst>
          </p:cNvPr>
          <p:cNvSpPr>
            <a:spLocks noGrp="1"/>
          </p:cNvSpPr>
          <p:nvPr>
            <p:ph type="dt" sz="half" idx="15"/>
          </p:nvPr>
        </p:nvSpPr>
        <p:spPr>
          <a:xfrm>
            <a:off x="3854723" y="6476998"/>
            <a:ext cx="942979" cy="381002"/>
          </a:xfrm>
          <a:prstGeom prst="rect">
            <a:avLst/>
          </a:prstGeom>
        </p:spPr>
        <p:txBody>
          <a:bodyPr rtlCol="0"/>
          <a:lstStyle>
            <a:lvl1pPr>
              <a:defRPr>
                <a:solidFill>
                  <a:schemeClr val="tx2"/>
                </a:solidFill>
              </a:defRPr>
            </a:lvl1pPr>
          </a:lstStyle>
          <a:p>
            <a:pPr rtl="0"/>
            <a:r>
              <a:rPr lang="en-US"/>
              <a:t>17/09/2025</a:t>
            </a:r>
            <a:endParaRPr lang="en-US" dirty="0"/>
          </a:p>
        </p:txBody>
      </p:sp>
      <p:sp>
        <p:nvSpPr>
          <p:cNvPr id="10" name="Espaço Reservado para o Número do Slide 9">
            <a:extLst>
              <a:ext uri="{FF2B5EF4-FFF2-40B4-BE49-F238E27FC236}">
                <a16:creationId xmlns:a16="http://schemas.microsoft.com/office/drawing/2014/main" id="{BBDEAB8E-8806-A459-E320-4CA2B455BFD7}"/>
              </a:ext>
            </a:extLst>
          </p:cNvPr>
          <p:cNvSpPr>
            <a:spLocks noGrp="1"/>
          </p:cNvSpPr>
          <p:nvPr>
            <p:ph type="sldNum" sz="quarter" idx="17"/>
          </p:nvPr>
        </p:nvSpPr>
        <p:spPr>
          <a:xfrm>
            <a:off x="4797698" y="6492239"/>
            <a:ext cx="551213" cy="381001"/>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dirty="0"/>
          </a:p>
        </p:txBody>
      </p:sp>
      <p:sp>
        <p:nvSpPr>
          <p:cNvPr id="12" name="Espaço Reservado para Imagem 11">
            <a:extLst>
              <a:ext uri="{FF2B5EF4-FFF2-40B4-BE49-F238E27FC236}">
                <a16:creationId xmlns:a16="http://schemas.microsoft.com/office/drawing/2014/main" id="{96F64025-FA05-CC42-8294-F944BC95DD00}"/>
              </a:ext>
            </a:extLst>
          </p:cNvPr>
          <p:cNvSpPr>
            <a:spLocks noGrp="1"/>
          </p:cNvSpPr>
          <p:nvPr>
            <p:ph type="pic" sz="quarter" idx="13" hasCustomPrompt="1"/>
          </p:nvPr>
        </p:nvSpPr>
        <p:spPr>
          <a:xfrm>
            <a:off x="5900120" y="2129475"/>
            <a:ext cx="6291878" cy="4728525"/>
          </a:xfrm>
          <a:custGeom>
            <a:avLst/>
            <a:gdLst>
              <a:gd name="connsiteX0" fmla="*/ 0 w 6460672"/>
              <a:gd name="connsiteY0" fmla="*/ 0 h 5029200"/>
              <a:gd name="connsiteX1" fmla="*/ 6460672 w 6460672"/>
              <a:gd name="connsiteY1" fmla="*/ 0 h 5029200"/>
              <a:gd name="connsiteX2" fmla="*/ 6460672 w 6460672"/>
              <a:gd name="connsiteY2" fmla="*/ 5029200 h 5029200"/>
              <a:gd name="connsiteX3" fmla="*/ 0 w 6460672"/>
              <a:gd name="connsiteY3" fmla="*/ 5029200 h 5029200"/>
            </a:gdLst>
            <a:ahLst/>
            <a:cxnLst>
              <a:cxn ang="0">
                <a:pos x="connsiteX0" y="connsiteY0"/>
              </a:cxn>
              <a:cxn ang="0">
                <a:pos x="connsiteX1" y="connsiteY1"/>
              </a:cxn>
              <a:cxn ang="0">
                <a:pos x="connsiteX2" y="connsiteY2"/>
              </a:cxn>
              <a:cxn ang="0">
                <a:pos x="connsiteX3" y="connsiteY3"/>
              </a:cxn>
            </a:cxnLst>
            <a:rect l="l" t="t" r="r" b="b"/>
            <a:pathLst>
              <a:path w="6460672" h="5029200">
                <a:moveTo>
                  <a:pt x="0" y="0"/>
                </a:moveTo>
                <a:lnTo>
                  <a:pt x="6460672" y="0"/>
                </a:lnTo>
                <a:lnTo>
                  <a:pt x="6460672" y="5029200"/>
                </a:lnTo>
                <a:lnTo>
                  <a:pt x="0" y="5029200"/>
                </a:lnTo>
                <a:close/>
              </a:path>
            </a:pathLst>
          </a:custGeom>
          <a:blipFill dpi="0" rotWithShape="1">
            <a:blip r:embed="rId2">
              <a:alphaModFix amt="60000"/>
            </a:blip>
            <a:srcRect/>
            <a:stretch>
              <a:fillRect/>
            </a:stretch>
          </a:blipFill>
        </p:spPr>
        <p:txBody>
          <a:bodyPr vert="horz" wrap="square" lIns="91440" tIns="45720" rIns="91440" bIns="45720" rtlCol="0">
            <a:noAutofit/>
          </a:bodyPr>
          <a:lstStyle>
            <a:lvl1pPr marL="0" indent="0">
              <a:buNone/>
              <a:defRPr lang="en-US" dirty="0"/>
            </a:lvl1pPr>
          </a:lstStyle>
          <a:p>
            <a:pPr marL="228600" lvl="0" indent="-228600" rtl="0"/>
            <a:r>
              <a:rPr lang="pt-br"/>
              <a:t> </a:t>
            </a:r>
          </a:p>
        </p:txBody>
      </p:sp>
      <p:sp>
        <p:nvSpPr>
          <p:cNvPr id="3" name="Retângulo 2">
            <a:extLst>
              <a:ext uri="{FF2B5EF4-FFF2-40B4-BE49-F238E27FC236}">
                <a16:creationId xmlns:a16="http://schemas.microsoft.com/office/drawing/2014/main" id="{9F7D2DCB-EC64-46B8-8C3D-7FA6E5EABD76}"/>
              </a:ext>
            </a:extLst>
          </p:cNvPr>
          <p:cNvSpPr/>
          <p:nvPr userDrawn="1"/>
        </p:nvSpPr>
        <p:spPr>
          <a:xfrm>
            <a:off x="634030" y="565606"/>
            <a:ext cx="11557968" cy="6400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1529522250"/>
      </p:ext>
    </p:extLst>
  </p:cSld>
  <p:clrMapOvr>
    <a:overrideClrMapping bg1="lt1" tx1="dk1" bg2="lt2" tx2="dk2" accent1="accent1" accent2="accent2" accent3="accent3" accent4="accent4" accent5="accent5" accent6="accent6" hlink="hlink" folHlink="folHlink"/>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Conteúdo com Imagem 15">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36" name="Retângulo 35">
            <a:extLst>
              <a:ext uri="{FF2B5EF4-FFF2-40B4-BE49-F238E27FC236}">
                <a16:creationId xmlns:a16="http://schemas.microsoft.com/office/drawing/2014/main" id="{293EDC19-2576-AA88-E064-C7C747F16FCD}"/>
              </a:ext>
            </a:extLst>
          </p:cNvPr>
          <p:cNvSpPr/>
          <p:nvPr/>
        </p:nvSpPr>
        <p:spPr>
          <a:xfrm>
            <a:off x="634030" y="565606"/>
            <a:ext cx="11557968" cy="6400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2" name="Título 1">
            <a:extLst>
              <a:ext uri="{FF2B5EF4-FFF2-40B4-BE49-F238E27FC236}">
                <a16:creationId xmlns:a16="http://schemas.microsoft.com/office/drawing/2014/main" id="{FAF3BB49-A328-F121-7F27-DEB7C3CC2B0F}"/>
              </a:ext>
            </a:extLst>
          </p:cNvPr>
          <p:cNvSpPr>
            <a:spLocks noGrp="1"/>
          </p:cNvSpPr>
          <p:nvPr>
            <p:ph type="title"/>
          </p:nvPr>
        </p:nvSpPr>
        <p:spPr>
          <a:xfrm>
            <a:off x="533400" y="1016955"/>
            <a:ext cx="10969753" cy="731519"/>
          </a:xfrm>
          <a:prstGeom prst="rect">
            <a:avLst/>
          </a:prstGeom>
        </p:spPr>
        <p:txBody>
          <a:bodyPr rtlCol="0" anchor="t"/>
          <a:lstStyle>
            <a:lvl1pPr>
              <a:defRPr cap="all" baseline="0">
                <a:solidFill>
                  <a:schemeClr val="tx2"/>
                </a:solidFill>
              </a:defRPr>
            </a:lvl1pPr>
          </a:lstStyle>
          <a:p>
            <a:pPr rtl="0"/>
            <a:r>
              <a:rPr lang="pt-br"/>
              <a:t>Clique para editar o estilo de título Mestre</a:t>
            </a:r>
          </a:p>
        </p:txBody>
      </p:sp>
      <p:sp>
        <p:nvSpPr>
          <p:cNvPr id="8" name="Espaço Reservado para Conteúdo 7">
            <a:extLst>
              <a:ext uri="{FF2B5EF4-FFF2-40B4-BE49-F238E27FC236}">
                <a16:creationId xmlns:a16="http://schemas.microsoft.com/office/drawing/2014/main" id="{07755DB3-9272-8E5E-039F-AC14A2C07898}"/>
              </a:ext>
            </a:extLst>
          </p:cNvPr>
          <p:cNvSpPr>
            <a:spLocks noGrp="1"/>
          </p:cNvSpPr>
          <p:nvPr>
            <p:ph sz="quarter" idx="14"/>
          </p:nvPr>
        </p:nvSpPr>
        <p:spPr>
          <a:xfrm>
            <a:off x="533400" y="2145668"/>
            <a:ext cx="4810129" cy="4093525"/>
          </a:xfrm>
          <a:prstGeom prst="rect">
            <a:avLst/>
          </a:prstGeom>
        </p:spPr>
        <p:txBody>
          <a:bodyPr rtlCol="0"/>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6" name="Espaço Reservado para Imagem 5">
            <a:extLst>
              <a:ext uri="{FF2B5EF4-FFF2-40B4-BE49-F238E27FC236}">
                <a16:creationId xmlns:a16="http://schemas.microsoft.com/office/drawing/2014/main" id="{71A5194B-746E-D0FD-A7D1-71D10560BCCE}"/>
              </a:ext>
            </a:extLst>
          </p:cNvPr>
          <p:cNvSpPr>
            <a:spLocks noGrp="1"/>
          </p:cNvSpPr>
          <p:nvPr>
            <p:ph type="pic" sz="quarter" idx="13" hasCustomPrompt="1"/>
          </p:nvPr>
        </p:nvSpPr>
        <p:spPr>
          <a:xfrm>
            <a:off x="5900120" y="2129474"/>
            <a:ext cx="5758479" cy="4093525"/>
          </a:xfrm>
          <a:custGeom>
            <a:avLst/>
            <a:gdLst>
              <a:gd name="connsiteX0" fmla="*/ 0 w 5560101"/>
              <a:gd name="connsiteY0" fmla="*/ 0 h 4074407"/>
              <a:gd name="connsiteX1" fmla="*/ 5560101 w 5560101"/>
              <a:gd name="connsiteY1" fmla="*/ 0 h 4074407"/>
              <a:gd name="connsiteX2" fmla="*/ 5560101 w 5560101"/>
              <a:gd name="connsiteY2" fmla="*/ 4074407 h 4074407"/>
              <a:gd name="connsiteX3" fmla="*/ 0 w 5560101"/>
              <a:gd name="connsiteY3" fmla="*/ 4074407 h 4074407"/>
            </a:gdLst>
            <a:ahLst/>
            <a:cxnLst>
              <a:cxn ang="0">
                <a:pos x="connsiteX0" y="connsiteY0"/>
              </a:cxn>
              <a:cxn ang="0">
                <a:pos x="connsiteX1" y="connsiteY1"/>
              </a:cxn>
              <a:cxn ang="0">
                <a:pos x="connsiteX2" y="connsiteY2"/>
              </a:cxn>
              <a:cxn ang="0">
                <a:pos x="connsiteX3" y="connsiteY3"/>
              </a:cxn>
            </a:cxnLst>
            <a:rect l="l" t="t" r="r" b="b"/>
            <a:pathLst>
              <a:path w="5560101" h="4074407">
                <a:moveTo>
                  <a:pt x="0" y="0"/>
                </a:moveTo>
                <a:lnTo>
                  <a:pt x="5560101" y="0"/>
                </a:lnTo>
                <a:lnTo>
                  <a:pt x="5560101" y="4074407"/>
                </a:lnTo>
                <a:lnTo>
                  <a:pt x="0" y="4074407"/>
                </a:lnTo>
                <a:close/>
              </a:path>
            </a:pathLst>
          </a:custGeom>
          <a:blipFill dpi="0" rotWithShape="1">
            <a:blip r:embed="rId2">
              <a:alphaModFix amt="60000"/>
            </a:blip>
            <a:srcRect/>
            <a:stretch>
              <a:fillRect/>
            </a:stretch>
          </a:blipFill>
        </p:spPr>
        <p:txBody>
          <a:bodyPr vert="horz" wrap="square" lIns="91440" tIns="45720" rIns="91440" bIns="45720" rtlCol="0">
            <a:noAutofit/>
          </a:bodyPr>
          <a:lstStyle>
            <a:lvl1pPr marL="0" indent="0">
              <a:buNone/>
              <a:defRPr lang="en-US" dirty="0"/>
            </a:lvl1pPr>
          </a:lstStyle>
          <a:p>
            <a:pPr marL="228600" lvl="0" indent="-228600" rtl="0"/>
            <a:r>
              <a:rPr lang="pt-br"/>
              <a:t> </a:t>
            </a:r>
          </a:p>
        </p:txBody>
      </p:sp>
      <p:sp>
        <p:nvSpPr>
          <p:cNvPr id="9" name="Espaço Reservado para Rodapé 8">
            <a:extLst>
              <a:ext uri="{FF2B5EF4-FFF2-40B4-BE49-F238E27FC236}">
                <a16:creationId xmlns:a16="http://schemas.microsoft.com/office/drawing/2014/main" id="{820916D3-99FA-E971-607F-14E290E58854}"/>
              </a:ext>
            </a:extLst>
          </p:cNvPr>
          <p:cNvSpPr>
            <a:spLocks noGrp="1"/>
          </p:cNvSpPr>
          <p:nvPr>
            <p:ph type="ftr" sz="quarter" idx="16"/>
          </p:nvPr>
        </p:nvSpPr>
        <p:spPr>
          <a:xfrm>
            <a:off x="533400" y="6477000"/>
            <a:ext cx="8582017" cy="381000"/>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4" name="Espaço Reservado para Data 3">
            <a:extLst>
              <a:ext uri="{FF2B5EF4-FFF2-40B4-BE49-F238E27FC236}">
                <a16:creationId xmlns:a16="http://schemas.microsoft.com/office/drawing/2014/main" id="{9F3CAD5B-18BB-E21E-3A4C-7BAACB8519A4}"/>
              </a:ext>
            </a:extLst>
          </p:cNvPr>
          <p:cNvSpPr>
            <a:spLocks noGrp="1"/>
          </p:cNvSpPr>
          <p:nvPr>
            <p:ph type="dt" sz="half" idx="15"/>
          </p:nvPr>
        </p:nvSpPr>
        <p:spPr>
          <a:xfrm>
            <a:off x="9110043" y="6477000"/>
            <a:ext cx="1891326" cy="381000"/>
          </a:xfrm>
          <a:prstGeom prst="rect">
            <a:avLst/>
          </a:prstGeom>
        </p:spPr>
        <p:txBody>
          <a:bodyPr rtlCol="0"/>
          <a:lstStyle>
            <a:lvl1pPr>
              <a:defRPr>
                <a:solidFill>
                  <a:schemeClr val="tx2"/>
                </a:solidFill>
              </a:defRPr>
            </a:lvl1pPr>
          </a:lstStyle>
          <a:p>
            <a:pPr rtl="0"/>
            <a:r>
              <a:rPr lang="en-US"/>
              <a:t>17/09/2025</a:t>
            </a:r>
            <a:endParaRPr lang="en-US" dirty="0"/>
          </a:p>
        </p:txBody>
      </p:sp>
      <p:sp>
        <p:nvSpPr>
          <p:cNvPr id="10" name="Espaço Reservado para o Número do Slide 9">
            <a:extLst>
              <a:ext uri="{FF2B5EF4-FFF2-40B4-BE49-F238E27FC236}">
                <a16:creationId xmlns:a16="http://schemas.microsoft.com/office/drawing/2014/main" id="{BBDEAB8E-8806-A459-E320-4CA2B455BFD7}"/>
              </a:ext>
            </a:extLst>
          </p:cNvPr>
          <p:cNvSpPr>
            <a:spLocks noGrp="1"/>
          </p:cNvSpPr>
          <p:nvPr>
            <p:ph type="sldNum" sz="quarter" idx="17"/>
          </p:nvPr>
        </p:nvSpPr>
        <p:spPr>
          <a:xfrm>
            <a:off x="11001368" y="6492240"/>
            <a:ext cx="657231" cy="365760"/>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dirty="0"/>
          </a:p>
        </p:txBody>
      </p:sp>
    </p:spTree>
    <p:extLst>
      <p:ext uri="{BB962C8B-B14F-4D97-AF65-F5344CB8AC3E}">
        <p14:creationId xmlns:p14="http://schemas.microsoft.com/office/powerpoint/2010/main" val="98802606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Conteúdo com Imagem 16">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AF3BB49-A328-F121-7F27-DEB7C3CC2B0F}"/>
              </a:ext>
            </a:extLst>
          </p:cNvPr>
          <p:cNvSpPr>
            <a:spLocks noGrp="1"/>
          </p:cNvSpPr>
          <p:nvPr>
            <p:ph type="title"/>
          </p:nvPr>
        </p:nvSpPr>
        <p:spPr>
          <a:xfrm>
            <a:off x="533400" y="1016955"/>
            <a:ext cx="11125199" cy="731519"/>
          </a:xfrm>
          <a:prstGeom prst="rect">
            <a:avLst/>
          </a:prstGeom>
        </p:spPr>
        <p:txBody>
          <a:bodyPr rtlCol="0" anchor="t"/>
          <a:lstStyle>
            <a:lvl1pPr>
              <a:defRPr cap="all" baseline="0">
                <a:solidFill>
                  <a:schemeClr val="tx2"/>
                </a:solidFill>
              </a:defRPr>
            </a:lvl1pPr>
          </a:lstStyle>
          <a:p>
            <a:pPr rtl="0"/>
            <a:r>
              <a:rPr lang="pt-br"/>
              <a:t>Clique para editar o estilo de título Mestre</a:t>
            </a:r>
          </a:p>
        </p:txBody>
      </p:sp>
      <p:sp>
        <p:nvSpPr>
          <p:cNvPr id="36" name="Espaço Reservado para Imagem 11">
            <a:extLst>
              <a:ext uri="{FF2B5EF4-FFF2-40B4-BE49-F238E27FC236}">
                <a16:creationId xmlns:a16="http://schemas.microsoft.com/office/drawing/2014/main" id="{61ACD7CC-7A35-CC8D-F7DA-128B795065B1}"/>
              </a:ext>
            </a:extLst>
          </p:cNvPr>
          <p:cNvSpPr>
            <a:spLocks noGrp="1"/>
          </p:cNvSpPr>
          <p:nvPr>
            <p:ph type="pic" sz="quarter" idx="18" hasCustomPrompt="1"/>
          </p:nvPr>
        </p:nvSpPr>
        <p:spPr>
          <a:xfrm>
            <a:off x="0" y="2145668"/>
            <a:ext cx="6291878" cy="4728525"/>
          </a:xfrm>
          <a:custGeom>
            <a:avLst/>
            <a:gdLst>
              <a:gd name="connsiteX0" fmla="*/ 0 w 6460672"/>
              <a:gd name="connsiteY0" fmla="*/ 0 h 5029200"/>
              <a:gd name="connsiteX1" fmla="*/ 6460672 w 6460672"/>
              <a:gd name="connsiteY1" fmla="*/ 0 h 5029200"/>
              <a:gd name="connsiteX2" fmla="*/ 6460672 w 6460672"/>
              <a:gd name="connsiteY2" fmla="*/ 5029200 h 5029200"/>
              <a:gd name="connsiteX3" fmla="*/ 0 w 6460672"/>
              <a:gd name="connsiteY3" fmla="*/ 5029200 h 5029200"/>
            </a:gdLst>
            <a:ahLst/>
            <a:cxnLst>
              <a:cxn ang="0">
                <a:pos x="connsiteX0" y="connsiteY0"/>
              </a:cxn>
              <a:cxn ang="0">
                <a:pos x="connsiteX1" y="connsiteY1"/>
              </a:cxn>
              <a:cxn ang="0">
                <a:pos x="connsiteX2" y="connsiteY2"/>
              </a:cxn>
              <a:cxn ang="0">
                <a:pos x="connsiteX3" y="connsiteY3"/>
              </a:cxn>
            </a:cxnLst>
            <a:rect l="l" t="t" r="r" b="b"/>
            <a:pathLst>
              <a:path w="6460672" h="5029200">
                <a:moveTo>
                  <a:pt x="0" y="0"/>
                </a:moveTo>
                <a:lnTo>
                  <a:pt x="6460672" y="0"/>
                </a:lnTo>
                <a:lnTo>
                  <a:pt x="6460672" y="5029200"/>
                </a:lnTo>
                <a:lnTo>
                  <a:pt x="0" y="5029200"/>
                </a:lnTo>
                <a:close/>
              </a:path>
            </a:pathLst>
          </a:custGeom>
          <a:blipFill dpi="0" rotWithShape="1">
            <a:blip r:embed="rId2">
              <a:alphaModFix amt="60000"/>
            </a:blip>
            <a:srcRect/>
            <a:stretch>
              <a:fillRect/>
            </a:stretch>
          </a:blipFill>
        </p:spPr>
        <p:txBody>
          <a:bodyPr vert="horz" wrap="square" lIns="91440" tIns="45720" rIns="91440" bIns="45720" rtlCol="0">
            <a:noAutofit/>
          </a:bodyPr>
          <a:lstStyle>
            <a:lvl1pPr marL="0" indent="0">
              <a:buNone/>
              <a:defRPr lang="en-US" dirty="0"/>
            </a:lvl1pPr>
          </a:lstStyle>
          <a:p>
            <a:pPr marL="228600" lvl="0" indent="-228600" rtl="0"/>
            <a:r>
              <a:rPr lang="pt-br"/>
              <a:t> </a:t>
            </a:r>
          </a:p>
        </p:txBody>
      </p:sp>
      <p:sp>
        <p:nvSpPr>
          <p:cNvPr id="8" name="Espaço Reservado para Conteúdo 7">
            <a:extLst>
              <a:ext uri="{FF2B5EF4-FFF2-40B4-BE49-F238E27FC236}">
                <a16:creationId xmlns:a16="http://schemas.microsoft.com/office/drawing/2014/main" id="{07755DB3-9272-8E5E-039F-AC14A2C07898}"/>
              </a:ext>
            </a:extLst>
          </p:cNvPr>
          <p:cNvSpPr>
            <a:spLocks noGrp="1"/>
          </p:cNvSpPr>
          <p:nvPr>
            <p:ph sz="quarter" idx="14"/>
          </p:nvPr>
        </p:nvSpPr>
        <p:spPr>
          <a:xfrm>
            <a:off x="6843095" y="2145668"/>
            <a:ext cx="4815505" cy="4190497"/>
          </a:xfrm>
          <a:prstGeom prst="rect">
            <a:avLst/>
          </a:prstGeom>
        </p:spPr>
        <p:txBody>
          <a:bodyPr rtlCol="0"/>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9" name="Espaço Reservado para Rodapé 8">
            <a:extLst>
              <a:ext uri="{FF2B5EF4-FFF2-40B4-BE49-F238E27FC236}">
                <a16:creationId xmlns:a16="http://schemas.microsoft.com/office/drawing/2014/main" id="{820916D3-99FA-E971-607F-14E290E58854}"/>
              </a:ext>
            </a:extLst>
          </p:cNvPr>
          <p:cNvSpPr>
            <a:spLocks noGrp="1"/>
          </p:cNvSpPr>
          <p:nvPr>
            <p:ph type="ftr" sz="quarter" idx="16"/>
          </p:nvPr>
        </p:nvSpPr>
        <p:spPr>
          <a:xfrm>
            <a:off x="6843095" y="6492240"/>
            <a:ext cx="3215297" cy="365760"/>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4" name="Espaço Reservado para Data 3">
            <a:extLst>
              <a:ext uri="{FF2B5EF4-FFF2-40B4-BE49-F238E27FC236}">
                <a16:creationId xmlns:a16="http://schemas.microsoft.com/office/drawing/2014/main" id="{9F3CAD5B-18BB-E21E-3A4C-7BAACB8519A4}"/>
              </a:ext>
            </a:extLst>
          </p:cNvPr>
          <p:cNvSpPr>
            <a:spLocks noGrp="1"/>
          </p:cNvSpPr>
          <p:nvPr>
            <p:ph type="dt" sz="half" idx="15"/>
          </p:nvPr>
        </p:nvSpPr>
        <p:spPr>
          <a:xfrm>
            <a:off x="10058398" y="6492240"/>
            <a:ext cx="942982" cy="365760"/>
          </a:xfrm>
          <a:prstGeom prst="rect">
            <a:avLst/>
          </a:prstGeom>
        </p:spPr>
        <p:txBody>
          <a:bodyPr rtlCol="0"/>
          <a:lstStyle>
            <a:lvl1pPr>
              <a:defRPr>
                <a:solidFill>
                  <a:schemeClr val="tx2"/>
                </a:solidFill>
              </a:defRPr>
            </a:lvl1pPr>
          </a:lstStyle>
          <a:p>
            <a:pPr rtl="0"/>
            <a:r>
              <a:rPr lang="en-US"/>
              <a:t>17/09/2025</a:t>
            </a:r>
            <a:endParaRPr lang="en-US" dirty="0"/>
          </a:p>
        </p:txBody>
      </p:sp>
      <p:sp>
        <p:nvSpPr>
          <p:cNvPr id="10" name="Espaço Reservado para o Número do Slide 9">
            <a:extLst>
              <a:ext uri="{FF2B5EF4-FFF2-40B4-BE49-F238E27FC236}">
                <a16:creationId xmlns:a16="http://schemas.microsoft.com/office/drawing/2014/main" id="{BBDEAB8E-8806-A459-E320-4CA2B455BFD7}"/>
              </a:ext>
            </a:extLst>
          </p:cNvPr>
          <p:cNvSpPr>
            <a:spLocks noGrp="1"/>
          </p:cNvSpPr>
          <p:nvPr>
            <p:ph type="sldNum" sz="quarter" idx="17"/>
          </p:nvPr>
        </p:nvSpPr>
        <p:spPr>
          <a:xfrm>
            <a:off x="11001379" y="6492240"/>
            <a:ext cx="657221" cy="365760"/>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dirty="0"/>
          </a:p>
        </p:txBody>
      </p:sp>
      <p:sp>
        <p:nvSpPr>
          <p:cNvPr id="3" name="Retângulo 2">
            <a:extLst>
              <a:ext uri="{FF2B5EF4-FFF2-40B4-BE49-F238E27FC236}">
                <a16:creationId xmlns:a16="http://schemas.microsoft.com/office/drawing/2014/main" id="{54335081-FA52-F16F-A616-E20DA766DB57}"/>
              </a:ext>
            </a:extLst>
          </p:cNvPr>
          <p:cNvSpPr/>
          <p:nvPr userDrawn="1"/>
        </p:nvSpPr>
        <p:spPr>
          <a:xfrm>
            <a:off x="634030" y="565606"/>
            <a:ext cx="11557968" cy="6400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389120006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Conteúdo com Imagem 17">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AF3BB49-A328-F121-7F27-DEB7C3CC2B0F}"/>
              </a:ext>
            </a:extLst>
          </p:cNvPr>
          <p:cNvSpPr>
            <a:spLocks noGrp="1"/>
          </p:cNvSpPr>
          <p:nvPr>
            <p:ph type="title"/>
          </p:nvPr>
        </p:nvSpPr>
        <p:spPr>
          <a:xfrm>
            <a:off x="533399" y="1016955"/>
            <a:ext cx="4810129" cy="1269482"/>
          </a:xfrm>
          <a:prstGeom prst="rect">
            <a:avLst/>
          </a:prstGeom>
        </p:spPr>
        <p:txBody>
          <a:bodyPr rtlCol="0" anchor="t">
            <a:noAutofit/>
          </a:bodyPr>
          <a:lstStyle>
            <a:lvl1pPr>
              <a:defRPr sz="3600" cap="all" baseline="0">
                <a:solidFill>
                  <a:schemeClr val="tx2"/>
                </a:solidFill>
              </a:defRPr>
            </a:lvl1pPr>
          </a:lstStyle>
          <a:p>
            <a:pPr rtl="0"/>
            <a:r>
              <a:rPr lang="pt-br"/>
              <a:t>Clique para editar o estilo de título Mestre</a:t>
            </a:r>
          </a:p>
        </p:txBody>
      </p:sp>
      <p:sp>
        <p:nvSpPr>
          <p:cNvPr id="11" name="Espaço Reservado para Imagem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634030" y="2495234"/>
            <a:ext cx="4709498" cy="3727766"/>
          </a:xfrm>
          <a:prstGeom prst="rect">
            <a:avLst/>
          </a:prstGeom>
          <a:blipFill dpi="0" rotWithShape="1">
            <a:blip r:embed="rId2">
              <a:alphaModFix amt="60000"/>
            </a:blip>
            <a:srcRect/>
            <a:stretch>
              <a:fillRect/>
            </a:stretch>
          </a:blipFill>
        </p:spPr>
        <p:txBody>
          <a:bodyPr rtlCol="0"/>
          <a:lstStyle>
            <a:lvl1pPr marL="0" indent="0">
              <a:buFont typeface="Arial" panose="020B0604020202020204" pitchFamily="34" charset="0"/>
              <a:buNone/>
              <a:defRPr/>
            </a:lvl1pPr>
          </a:lstStyle>
          <a:p>
            <a:pPr rtl="0"/>
            <a:r>
              <a:rPr lang="pt-br"/>
              <a:t> </a:t>
            </a:r>
          </a:p>
        </p:txBody>
      </p:sp>
      <p:sp>
        <p:nvSpPr>
          <p:cNvPr id="8" name="Espaço Reservado para Conteúdo 7">
            <a:extLst>
              <a:ext uri="{FF2B5EF4-FFF2-40B4-BE49-F238E27FC236}">
                <a16:creationId xmlns:a16="http://schemas.microsoft.com/office/drawing/2014/main" id="{8BAC3300-BF12-B200-9F06-8D5AC45CB7EF}"/>
              </a:ext>
            </a:extLst>
          </p:cNvPr>
          <p:cNvSpPr>
            <a:spLocks noGrp="1"/>
          </p:cNvSpPr>
          <p:nvPr>
            <p:ph sz="quarter" idx="14"/>
          </p:nvPr>
        </p:nvSpPr>
        <p:spPr>
          <a:xfrm>
            <a:off x="5905562" y="1010614"/>
            <a:ext cx="5753037" cy="5212386"/>
          </a:xfrm>
          <a:prstGeom prst="rect">
            <a:avLst/>
          </a:prstGeom>
        </p:spPr>
        <p:txBody>
          <a:bodyPr rtlCol="0"/>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6" name="Espaço Reservado para Rodapé 5">
            <a:extLst>
              <a:ext uri="{FF2B5EF4-FFF2-40B4-BE49-F238E27FC236}">
                <a16:creationId xmlns:a16="http://schemas.microsoft.com/office/drawing/2014/main" id="{C2BDD5A2-CE3E-3215-6DAA-F75C0D1229DA}"/>
              </a:ext>
            </a:extLst>
          </p:cNvPr>
          <p:cNvSpPr>
            <a:spLocks noGrp="1"/>
          </p:cNvSpPr>
          <p:nvPr>
            <p:ph type="ftr" sz="quarter" idx="11"/>
          </p:nvPr>
        </p:nvSpPr>
        <p:spPr>
          <a:xfrm>
            <a:off x="533399" y="6476999"/>
            <a:ext cx="8576637" cy="381001"/>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5" name="Espaço Reservado para Data 4">
            <a:extLst>
              <a:ext uri="{FF2B5EF4-FFF2-40B4-BE49-F238E27FC236}">
                <a16:creationId xmlns:a16="http://schemas.microsoft.com/office/drawing/2014/main" id="{897D0B7E-1A60-DA52-6965-92412B1C2F9F}"/>
              </a:ext>
            </a:extLst>
          </p:cNvPr>
          <p:cNvSpPr>
            <a:spLocks noGrp="1"/>
          </p:cNvSpPr>
          <p:nvPr>
            <p:ph type="dt" sz="half" idx="10"/>
          </p:nvPr>
        </p:nvSpPr>
        <p:spPr>
          <a:xfrm>
            <a:off x="9110036" y="6507480"/>
            <a:ext cx="1891338" cy="365760"/>
          </a:xfrm>
          <a:prstGeom prst="rect">
            <a:avLst/>
          </a:prstGeom>
        </p:spPr>
        <p:txBody>
          <a:bodyPr rtlCol="0"/>
          <a:lstStyle>
            <a:lvl1pPr>
              <a:defRPr>
                <a:solidFill>
                  <a:schemeClr val="tx2"/>
                </a:solidFill>
              </a:defRPr>
            </a:lvl1pPr>
          </a:lstStyle>
          <a:p>
            <a:pPr rtl="0"/>
            <a:r>
              <a:rPr lang="en-US"/>
              <a:t>17/09/2025</a:t>
            </a:r>
            <a:endParaRPr lang="en-US" dirty="0"/>
          </a:p>
        </p:txBody>
      </p:sp>
      <p:sp>
        <p:nvSpPr>
          <p:cNvPr id="7" name="Espaço Reservado para o Número do Slide 6">
            <a:extLst>
              <a:ext uri="{FF2B5EF4-FFF2-40B4-BE49-F238E27FC236}">
                <a16:creationId xmlns:a16="http://schemas.microsoft.com/office/drawing/2014/main" id="{B1B822F1-284A-1786-FAF2-72129E2FE64D}"/>
              </a:ext>
            </a:extLst>
          </p:cNvPr>
          <p:cNvSpPr>
            <a:spLocks noGrp="1"/>
          </p:cNvSpPr>
          <p:nvPr>
            <p:ph type="sldNum" sz="quarter" idx="12"/>
          </p:nvPr>
        </p:nvSpPr>
        <p:spPr>
          <a:xfrm>
            <a:off x="10995976" y="6476999"/>
            <a:ext cx="662624" cy="381001"/>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a:p>
        </p:txBody>
      </p:sp>
      <p:sp>
        <p:nvSpPr>
          <p:cNvPr id="3" name="Retângulo 2">
            <a:extLst>
              <a:ext uri="{FF2B5EF4-FFF2-40B4-BE49-F238E27FC236}">
                <a16:creationId xmlns:a16="http://schemas.microsoft.com/office/drawing/2014/main" id="{DD765160-0AD1-7CB4-8350-CBCBF4F7DE6D}"/>
              </a:ext>
            </a:extLst>
          </p:cNvPr>
          <p:cNvSpPr/>
          <p:nvPr userDrawn="1"/>
        </p:nvSpPr>
        <p:spPr>
          <a:xfrm>
            <a:off x="634030" y="565606"/>
            <a:ext cx="4709498" cy="6400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4" name="Retângulo 3">
            <a:extLst>
              <a:ext uri="{FF2B5EF4-FFF2-40B4-BE49-F238E27FC236}">
                <a16:creationId xmlns:a16="http://schemas.microsoft.com/office/drawing/2014/main" id="{6B0551DE-1F1F-2C48-CB34-005587707E99}"/>
              </a:ext>
            </a:extLst>
          </p:cNvPr>
          <p:cNvSpPr/>
          <p:nvPr userDrawn="1"/>
        </p:nvSpPr>
        <p:spPr>
          <a:xfrm>
            <a:off x="5345730" y="565605"/>
            <a:ext cx="6846270" cy="640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619474755"/>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Conteúdo com Imagem 18">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AF3BB49-A328-F121-7F27-DEB7C3CC2B0F}"/>
              </a:ext>
            </a:extLst>
          </p:cNvPr>
          <p:cNvSpPr>
            <a:spLocks noGrp="1"/>
          </p:cNvSpPr>
          <p:nvPr>
            <p:ph type="title"/>
          </p:nvPr>
        </p:nvSpPr>
        <p:spPr>
          <a:xfrm>
            <a:off x="533399" y="1016955"/>
            <a:ext cx="3486153" cy="1316347"/>
          </a:xfrm>
          <a:prstGeom prst="rect">
            <a:avLst/>
          </a:prstGeom>
        </p:spPr>
        <p:txBody>
          <a:bodyPr rtlCol="0" anchor="t">
            <a:noAutofit/>
          </a:bodyPr>
          <a:lstStyle>
            <a:lvl1pPr>
              <a:defRPr sz="3600" cap="all" baseline="0">
                <a:solidFill>
                  <a:schemeClr val="tx2"/>
                </a:solidFill>
              </a:defRPr>
            </a:lvl1pPr>
          </a:lstStyle>
          <a:p>
            <a:pPr rtl="0"/>
            <a:r>
              <a:rPr lang="pt-br"/>
              <a:t>Clique para editar o estilo de título Mestre</a:t>
            </a:r>
          </a:p>
        </p:txBody>
      </p:sp>
      <p:sp>
        <p:nvSpPr>
          <p:cNvPr id="11" name="Espaço Reservado para Imagem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634030" y="2495233"/>
            <a:ext cx="3385517" cy="3727765"/>
          </a:xfrm>
          <a:prstGeom prst="rect">
            <a:avLst/>
          </a:prstGeom>
          <a:blipFill dpi="0" rotWithShape="1">
            <a:blip r:embed="rId2">
              <a:alphaModFix amt="60000"/>
            </a:blip>
            <a:srcRect/>
            <a:stretch>
              <a:fillRect/>
            </a:stretch>
          </a:blipFill>
        </p:spPr>
        <p:txBody>
          <a:bodyPr rtlCol="0"/>
          <a:lstStyle>
            <a:lvl1pPr marL="0" indent="0">
              <a:buFont typeface="Arial" panose="020B0604020202020204" pitchFamily="34" charset="0"/>
              <a:buNone/>
              <a:defRPr/>
            </a:lvl1pPr>
          </a:lstStyle>
          <a:p>
            <a:pPr rtl="0"/>
            <a:r>
              <a:rPr lang="pt-br"/>
              <a:t> </a:t>
            </a:r>
          </a:p>
        </p:txBody>
      </p:sp>
      <p:sp>
        <p:nvSpPr>
          <p:cNvPr id="8" name="Espaço Reservado para Conteúdo 7">
            <a:extLst>
              <a:ext uri="{FF2B5EF4-FFF2-40B4-BE49-F238E27FC236}">
                <a16:creationId xmlns:a16="http://schemas.microsoft.com/office/drawing/2014/main" id="{83F7B03F-5EDA-605B-1A2E-F48896E48939}"/>
              </a:ext>
            </a:extLst>
          </p:cNvPr>
          <p:cNvSpPr>
            <a:spLocks noGrp="1"/>
          </p:cNvSpPr>
          <p:nvPr>
            <p:ph sz="quarter" idx="14"/>
          </p:nvPr>
        </p:nvSpPr>
        <p:spPr>
          <a:xfrm>
            <a:off x="4576142" y="1016954"/>
            <a:ext cx="7082457" cy="5206045"/>
          </a:xfrm>
          <a:prstGeom prst="rect">
            <a:avLst/>
          </a:prstGeom>
        </p:spPr>
        <p:txBody>
          <a:bodyPr rtlCol="0"/>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6" name="Espaço Reservado para Rodapé 5">
            <a:extLst>
              <a:ext uri="{FF2B5EF4-FFF2-40B4-BE49-F238E27FC236}">
                <a16:creationId xmlns:a16="http://schemas.microsoft.com/office/drawing/2014/main" id="{C2BDD5A2-CE3E-3215-6DAA-F75C0D1229DA}"/>
              </a:ext>
            </a:extLst>
          </p:cNvPr>
          <p:cNvSpPr>
            <a:spLocks noGrp="1"/>
          </p:cNvSpPr>
          <p:nvPr>
            <p:ph type="ftr" sz="quarter" idx="11"/>
          </p:nvPr>
        </p:nvSpPr>
        <p:spPr>
          <a:xfrm>
            <a:off x="533399" y="6477000"/>
            <a:ext cx="8576637" cy="381001"/>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5" name="Espaço Reservado para Data 4">
            <a:extLst>
              <a:ext uri="{FF2B5EF4-FFF2-40B4-BE49-F238E27FC236}">
                <a16:creationId xmlns:a16="http://schemas.microsoft.com/office/drawing/2014/main" id="{897D0B7E-1A60-DA52-6965-92412B1C2F9F}"/>
              </a:ext>
            </a:extLst>
          </p:cNvPr>
          <p:cNvSpPr>
            <a:spLocks noGrp="1"/>
          </p:cNvSpPr>
          <p:nvPr>
            <p:ph type="dt" sz="half" idx="10"/>
          </p:nvPr>
        </p:nvSpPr>
        <p:spPr>
          <a:xfrm>
            <a:off x="9110036" y="6476999"/>
            <a:ext cx="1891338" cy="381001"/>
          </a:xfrm>
          <a:prstGeom prst="rect">
            <a:avLst/>
          </a:prstGeom>
        </p:spPr>
        <p:txBody>
          <a:bodyPr rtlCol="0"/>
          <a:lstStyle>
            <a:lvl1pPr>
              <a:defRPr>
                <a:solidFill>
                  <a:schemeClr val="tx2"/>
                </a:solidFill>
              </a:defRPr>
            </a:lvl1pPr>
          </a:lstStyle>
          <a:p>
            <a:pPr rtl="0"/>
            <a:r>
              <a:rPr lang="en-US"/>
              <a:t>17/09/2025</a:t>
            </a:r>
            <a:endParaRPr lang="en-US" dirty="0"/>
          </a:p>
        </p:txBody>
      </p:sp>
      <p:sp>
        <p:nvSpPr>
          <p:cNvPr id="7" name="Espaço Reservado para o Número do Slide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01374" y="6477000"/>
            <a:ext cx="657226" cy="381001"/>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dirty="0"/>
          </a:p>
        </p:txBody>
      </p:sp>
      <p:sp>
        <p:nvSpPr>
          <p:cNvPr id="3" name="Retângulo 2">
            <a:extLst>
              <a:ext uri="{FF2B5EF4-FFF2-40B4-BE49-F238E27FC236}">
                <a16:creationId xmlns:a16="http://schemas.microsoft.com/office/drawing/2014/main" id="{05CA24FE-7F15-0A35-2050-28F4CE33B91F}"/>
              </a:ext>
            </a:extLst>
          </p:cNvPr>
          <p:cNvSpPr/>
          <p:nvPr userDrawn="1"/>
        </p:nvSpPr>
        <p:spPr>
          <a:xfrm>
            <a:off x="634030" y="565606"/>
            <a:ext cx="3385521" cy="6400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4" name="Retângulo 3">
            <a:extLst>
              <a:ext uri="{FF2B5EF4-FFF2-40B4-BE49-F238E27FC236}">
                <a16:creationId xmlns:a16="http://schemas.microsoft.com/office/drawing/2014/main" id="{CC9E0A62-7502-AFE4-4860-6DE00EB6D1D5}"/>
              </a:ext>
            </a:extLst>
          </p:cNvPr>
          <p:cNvSpPr/>
          <p:nvPr userDrawn="1"/>
        </p:nvSpPr>
        <p:spPr>
          <a:xfrm>
            <a:off x="4019547" y="565605"/>
            <a:ext cx="8172453" cy="640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162752994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Número Grande">
    <p:bg>
      <p:bgPr>
        <a:solidFill>
          <a:schemeClr val="tx2"/>
        </a:solidFill>
        <a:effectLst/>
      </p:bgPr>
    </p:bg>
    <p:spTree>
      <p:nvGrpSpPr>
        <p:cNvPr id="1" name=""/>
        <p:cNvGrpSpPr/>
        <p:nvPr/>
      </p:nvGrpSpPr>
      <p:grpSpPr>
        <a:xfrm>
          <a:off x="0" y="0"/>
          <a:ext cx="0" cy="0"/>
          <a:chOff x="0" y="0"/>
          <a:chExt cx="0" cy="0"/>
        </a:xfrm>
      </p:grpSpPr>
      <p:sp>
        <p:nvSpPr>
          <p:cNvPr id="8" name="Título 7">
            <a:extLst>
              <a:ext uri="{FF2B5EF4-FFF2-40B4-BE49-F238E27FC236}">
                <a16:creationId xmlns:a16="http://schemas.microsoft.com/office/drawing/2014/main" id="{4473C94E-2C8E-3F68-4792-D2F9DD866344}"/>
              </a:ext>
            </a:extLst>
          </p:cNvPr>
          <p:cNvSpPr>
            <a:spLocks noGrp="1"/>
          </p:cNvSpPr>
          <p:nvPr>
            <p:ph type="title"/>
          </p:nvPr>
        </p:nvSpPr>
        <p:spPr>
          <a:xfrm>
            <a:off x="3462961" y="5109525"/>
            <a:ext cx="8195638" cy="744634"/>
          </a:xfrm>
        </p:spPr>
        <p:txBody>
          <a:bodyPr rtlCol="0" anchor="b">
            <a:normAutofit/>
          </a:bodyPr>
          <a:lstStyle>
            <a:lvl1pPr>
              <a:defRPr sz="2000" b="1">
                <a:solidFill>
                  <a:schemeClr val="bg1"/>
                </a:solidFill>
              </a:defRPr>
            </a:lvl1pPr>
          </a:lstStyle>
          <a:p>
            <a:pPr rtl="0"/>
            <a:r>
              <a:rPr lang="pt-br"/>
              <a:t>Clique para editar o estilo de título Mestre</a:t>
            </a:r>
          </a:p>
        </p:txBody>
      </p:sp>
      <p:sp>
        <p:nvSpPr>
          <p:cNvPr id="7" name="Espaço Reservado para Conteúdo 6">
            <a:extLst>
              <a:ext uri="{FF2B5EF4-FFF2-40B4-BE49-F238E27FC236}">
                <a16:creationId xmlns:a16="http://schemas.microsoft.com/office/drawing/2014/main" id="{16E6EBA2-EEB8-DB5B-897E-6DAE1530B31E}"/>
              </a:ext>
            </a:extLst>
          </p:cNvPr>
          <p:cNvSpPr>
            <a:spLocks noGrp="1"/>
          </p:cNvSpPr>
          <p:nvPr>
            <p:ph sz="quarter" idx="14" hasCustomPrompt="1"/>
          </p:nvPr>
        </p:nvSpPr>
        <p:spPr>
          <a:xfrm>
            <a:off x="533400" y="533400"/>
            <a:ext cx="11125200" cy="4576763"/>
          </a:xfrm>
        </p:spPr>
        <p:txBody>
          <a:bodyPr rtlCol="0">
            <a:normAutofit/>
          </a:bodyPr>
          <a:lstStyle>
            <a:lvl1pPr marL="0" indent="0">
              <a:buNone/>
              <a:defRPr sz="30000" b="0">
                <a:solidFill>
                  <a:schemeClr val="bg1"/>
                </a:solidFill>
              </a:defRPr>
            </a:lvl1pPr>
          </a:lstStyle>
          <a:p>
            <a:pPr lvl="0" rtl="0"/>
            <a:r>
              <a:rPr lang="pt-br"/>
              <a:t>##%</a:t>
            </a:r>
          </a:p>
        </p:txBody>
      </p:sp>
      <p:sp>
        <p:nvSpPr>
          <p:cNvPr id="4" name="Espaço Reservado para Rodapé 3">
            <a:extLst>
              <a:ext uri="{FF2B5EF4-FFF2-40B4-BE49-F238E27FC236}">
                <a16:creationId xmlns:a16="http://schemas.microsoft.com/office/drawing/2014/main" id="{C394E47C-0C77-0005-1755-14F7739DF22E}"/>
              </a:ext>
            </a:extLst>
          </p:cNvPr>
          <p:cNvSpPr>
            <a:spLocks noGrp="1"/>
          </p:cNvSpPr>
          <p:nvPr>
            <p:ph type="ftr" sz="quarter" idx="11"/>
          </p:nvPr>
        </p:nvSpPr>
        <p:spPr>
          <a:xfrm>
            <a:off x="533399" y="6477000"/>
            <a:ext cx="8576637" cy="381001"/>
          </a:xfrm>
          <a:prstGeom prst="rect">
            <a:avLst/>
          </a:prstGeom>
        </p:spPr>
        <p:txBody>
          <a:bodyPr rtlCol="0"/>
          <a:lstStyle>
            <a:lvl1pPr>
              <a:defRPr>
                <a:solidFill>
                  <a:schemeClr val="bg1"/>
                </a:solidFill>
              </a:defRPr>
            </a:lvl1pPr>
          </a:lstStyle>
          <a:p>
            <a:pPr rtl="0"/>
            <a:r>
              <a:rPr lang="pt-br"/>
              <a:t>Título da Apresentação</a:t>
            </a:r>
            <a:endParaRPr lang="en-US" dirty="0"/>
          </a:p>
        </p:txBody>
      </p:sp>
      <p:sp>
        <p:nvSpPr>
          <p:cNvPr id="3" name="Espaço Reservado para Data 2">
            <a:extLst>
              <a:ext uri="{FF2B5EF4-FFF2-40B4-BE49-F238E27FC236}">
                <a16:creationId xmlns:a16="http://schemas.microsoft.com/office/drawing/2014/main" id="{4A591E5F-EDEF-7D02-30E6-B960B5E45903}"/>
              </a:ext>
            </a:extLst>
          </p:cNvPr>
          <p:cNvSpPr>
            <a:spLocks noGrp="1"/>
          </p:cNvSpPr>
          <p:nvPr>
            <p:ph type="dt" sz="half" idx="10"/>
          </p:nvPr>
        </p:nvSpPr>
        <p:spPr>
          <a:xfrm>
            <a:off x="9110036" y="6477000"/>
            <a:ext cx="1880546" cy="381000"/>
          </a:xfrm>
          <a:prstGeom prst="rect">
            <a:avLst/>
          </a:prstGeom>
        </p:spPr>
        <p:txBody>
          <a:bodyPr rtlCol="0"/>
          <a:lstStyle>
            <a:lvl1pPr>
              <a:defRPr>
                <a:solidFill>
                  <a:schemeClr val="bg1"/>
                </a:solidFill>
              </a:defRPr>
            </a:lvl1pPr>
          </a:lstStyle>
          <a:p>
            <a:pPr rtl="0"/>
            <a:r>
              <a:rPr lang="en-US"/>
              <a:t>17/09/2025</a:t>
            </a:r>
            <a:endParaRPr lang="en-US" dirty="0"/>
          </a:p>
        </p:txBody>
      </p:sp>
      <p:sp>
        <p:nvSpPr>
          <p:cNvPr id="5" name="Espaço Reservado para o Número do Slide 4">
            <a:extLst>
              <a:ext uri="{FF2B5EF4-FFF2-40B4-BE49-F238E27FC236}">
                <a16:creationId xmlns:a16="http://schemas.microsoft.com/office/drawing/2014/main" id="{CA0528A9-0729-B0FB-328C-3C96994AAB3C}"/>
              </a:ext>
            </a:extLst>
          </p:cNvPr>
          <p:cNvSpPr>
            <a:spLocks noGrp="1"/>
          </p:cNvSpPr>
          <p:nvPr>
            <p:ph type="sldNum" sz="quarter" idx="12"/>
          </p:nvPr>
        </p:nvSpPr>
        <p:spPr>
          <a:xfrm>
            <a:off x="10995976" y="6492241"/>
            <a:ext cx="662624" cy="365760"/>
          </a:xfrm>
          <a:prstGeom prst="rect">
            <a:avLst/>
          </a:prstGeom>
        </p:spPr>
        <p:txBody>
          <a:bodyPr rtlCol="0"/>
          <a:lstStyle>
            <a:lvl1pPr>
              <a:defRPr>
                <a:solidFill>
                  <a:schemeClr val="bg1"/>
                </a:solidFill>
              </a:defRPr>
            </a:lvl1pPr>
          </a:lstStyle>
          <a:p>
            <a:pPr rtl="0"/>
            <a:fld id="{AEAA3239-9EA4-4A65-A281-97F994456D9F}" type="slidenum">
              <a:rPr lang="en-US" smtClean="0"/>
              <a:pPr/>
              <a:t>‹#›</a:t>
            </a:fld>
            <a:endParaRPr lang="en-US" dirty="0"/>
          </a:p>
        </p:txBody>
      </p:sp>
      <p:sp>
        <p:nvSpPr>
          <p:cNvPr id="36" name="Retângulo 35">
            <a:extLst>
              <a:ext uri="{FF2B5EF4-FFF2-40B4-BE49-F238E27FC236}">
                <a16:creationId xmlns:a16="http://schemas.microsoft.com/office/drawing/2014/main" id="{CCD9F1A0-57DB-F034-0AB9-2E671ABA4CDD}"/>
              </a:ext>
            </a:extLst>
          </p:cNvPr>
          <p:cNvSpPr/>
          <p:nvPr/>
        </p:nvSpPr>
        <p:spPr>
          <a:xfrm>
            <a:off x="9110040" y="6155911"/>
            <a:ext cx="3081959" cy="640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37" name="Retângulo 36">
            <a:extLst>
              <a:ext uri="{FF2B5EF4-FFF2-40B4-BE49-F238E27FC236}">
                <a16:creationId xmlns:a16="http://schemas.microsoft.com/office/drawing/2014/main" id="{66B7340E-9893-2D44-91EA-76771EE522E6}"/>
              </a:ext>
            </a:extLst>
          </p:cNvPr>
          <p:cNvSpPr/>
          <p:nvPr/>
        </p:nvSpPr>
        <p:spPr>
          <a:xfrm>
            <a:off x="3467745" y="6155911"/>
            <a:ext cx="5642289" cy="64008"/>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232121620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Número Grande 2">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12" name="Título 11">
            <a:extLst>
              <a:ext uri="{FF2B5EF4-FFF2-40B4-BE49-F238E27FC236}">
                <a16:creationId xmlns:a16="http://schemas.microsoft.com/office/drawing/2014/main" id="{7598420F-9109-D819-4B18-8ABF253545AF}"/>
              </a:ext>
            </a:extLst>
          </p:cNvPr>
          <p:cNvSpPr>
            <a:spLocks noGrp="1"/>
          </p:cNvSpPr>
          <p:nvPr>
            <p:ph type="title"/>
          </p:nvPr>
        </p:nvSpPr>
        <p:spPr>
          <a:xfrm>
            <a:off x="3462961" y="5109526"/>
            <a:ext cx="8195638" cy="744634"/>
          </a:xfrm>
        </p:spPr>
        <p:txBody>
          <a:bodyPr rtlCol="0" anchor="b">
            <a:normAutofit/>
          </a:bodyPr>
          <a:lstStyle>
            <a:lvl1pPr>
              <a:defRPr sz="2000" b="1"/>
            </a:lvl1pPr>
          </a:lstStyle>
          <a:p>
            <a:pPr rtl="0"/>
            <a:r>
              <a:rPr lang="pt-br"/>
              <a:t>Clique para editar o estilo de título Mestre</a:t>
            </a:r>
          </a:p>
        </p:txBody>
      </p:sp>
      <p:sp>
        <p:nvSpPr>
          <p:cNvPr id="11" name="Espaço Reservado para Conteúdo 10">
            <a:extLst>
              <a:ext uri="{FF2B5EF4-FFF2-40B4-BE49-F238E27FC236}">
                <a16:creationId xmlns:a16="http://schemas.microsoft.com/office/drawing/2014/main" id="{1BEF40F6-4B37-BBD3-E0AD-279A48AF21F3}"/>
              </a:ext>
            </a:extLst>
          </p:cNvPr>
          <p:cNvSpPr>
            <a:spLocks noGrp="1"/>
          </p:cNvSpPr>
          <p:nvPr>
            <p:ph sz="quarter" idx="14" hasCustomPrompt="1"/>
          </p:nvPr>
        </p:nvSpPr>
        <p:spPr>
          <a:xfrm>
            <a:off x="1576388" y="533400"/>
            <a:ext cx="10082212" cy="4535488"/>
          </a:xfrm>
        </p:spPr>
        <p:txBody>
          <a:bodyPr rtlCol="0" anchor="b">
            <a:noAutofit/>
          </a:bodyPr>
          <a:lstStyle>
            <a:lvl1pPr marL="0" indent="0">
              <a:buNone/>
              <a:defRPr sz="30000"/>
            </a:lvl1pPr>
          </a:lstStyle>
          <a:p>
            <a:pPr lvl="0" rtl="0"/>
            <a:r>
              <a:rPr lang="pt-br"/>
              <a:t>##%</a:t>
            </a:r>
          </a:p>
        </p:txBody>
      </p:sp>
      <p:sp>
        <p:nvSpPr>
          <p:cNvPr id="4" name="Espaço Reservado para Rodapé 3">
            <a:extLst>
              <a:ext uri="{FF2B5EF4-FFF2-40B4-BE49-F238E27FC236}">
                <a16:creationId xmlns:a16="http://schemas.microsoft.com/office/drawing/2014/main" id="{C394E47C-0C77-0005-1755-14F7739DF22E}"/>
              </a:ext>
            </a:extLst>
          </p:cNvPr>
          <p:cNvSpPr>
            <a:spLocks noGrp="1"/>
          </p:cNvSpPr>
          <p:nvPr>
            <p:ph type="ftr" sz="quarter" idx="11"/>
          </p:nvPr>
        </p:nvSpPr>
        <p:spPr>
          <a:xfrm>
            <a:off x="533399" y="6492241"/>
            <a:ext cx="8576637" cy="365760"/>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3" name="Espaço Reservado para Data 2">
            <a:extLst>
              <a:ext uri="{FF2B5EF4-FFF2-40B4-BE49-F238E27FC236}">
                <a16:creationId xmlns:a16="http://schemas.microsoft.com/office/drawing/2014/main" id="{4A591E5F-EDEF-7D02-30E6-B960B5E45903}"/>
              </a:ext>
            </a:extLst>
          </p:cNvPr>
          <p:cNvSpPr>
            <a:spLocks noGrp="1"/>
          </p:cNvSpPr>
          <p:nvPr>
            <p:ph type="dt" sz="half" idx="10"/>
          </p:nvPr>
        </p:nvSpPr>
        <p:spPr>
          <a:xfrm>
            <a:off x="9110036" y="6492240"/>
            <a:ext cx="1891338" cy="365760"/>
          </a:xfrm>
          <a:prstGeom prst="rect">
            <a:avLst/>
          </a:prstGeom>
        </p:spPr>
        <p:txBody>
          <a:bodyPr rtlCol="0"/>
          <a:lstStyle>
            <a:lvl1pPr>
              <a:defRPr>
                <a:solidFill>
                  <a:schemeClr val="tx2"/>
                </a:solidFill>
              </a:defRPr>
            </a:lvl1pPr>
          </a:lstStyle>
          <a:p>
            <a:pPr rtl="0"/>
            <a:r>
              <a:rPr lang="en-US"/>
              <a:t>17/09/2025</a:t>
            </a:r>
          </a:p>
        </p:txBody>
      </p:sp>
      <p:sp>
        <p:nvSpPr>
          <p:cNvPr id="5" name="Espaço Reservado para o Número do Slide 4">
            <a:extLst>
              <a:ext uri="{FF2B5EF4-FFF2-40B4-BE49-F238E27FC236}">
                <a16:creationId xmlns:a16="http://schemas.microsoft.com/office/drawing/2014/main" id="{CA0528A9-0729-B0FB-328C-3C96994AAB3C}"/>
              </a:ext>
            </a:extLst>
          </p:cNvPr>
          <p:cNvSpPr>
            <a:spLocks noGrp="1"/>
          </p:cNvSpPr>
          <p:nvPr>
            <p:ph type="sldNum" sz="quarter" idx="12"/>
          </p:nvPr>
        </p:nvSpPr>
        <p:spPr>
          <a:xfrm>
            <a:off x="10995976" y="6492241"/>
            <a:ext cx="662624" cy="365760"/>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a:p>
        </p:txBody>
      </p:sp>
      <p:sp>
        <p:nvSpPr>
          <p:cNvPr id="9" name="Retângulo 8">
            <a:extLst>
              <a:ext uri="{FF2B5EF4-FFF2-40B4-BE49-F238E27FC236}">
                <a16:creationId xmlns:a16="http://schemas.microsoft.com/office/drawing/2014/main" id="{E839B9B1-5BEF-4F31-6B44-3CB4CD58885D}"/>
              </a:ext>
            </a:extLst>
          </p:cNvPr>
          <p:cNvSpPr/>
          <p:nvPr/>
        </p:nvSpPr>
        <p:spPr>
          <a:xfrm>
            <a:off x="9110040" y="6155911"/>
            <a:ext cx="3081959" cy="640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10" name="Retângulo 9">
            <a:extLst>
              <a:ext uri="{FF2B5EF4-FFF2-40B4-BE49-F238E27FC236}">
                <a16:creationId xmlns:a16="http://schemas.microsoft.com/office/drawing/2014/main" id="{27548359-EFF8-1F42-7DB6-7D93AD66C2F5}"/>
              </a:ext>
            </a:extLst>
          </p:cNvPr>
          <p:cNvSpPr/>
          <p:nvPr/>
        </p:nvSpPr>
        <p:spPr>
          <a:xfrm>
            <a:off x="3467745" y="6155911"/>
            <a:ext cx="5642289" cy="6400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16676215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Número Maior 3">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10" name="Título 9">
            <a:extLst>
              <a:ext uri="{FF2B5EF4-FFF2-40B4-BE49-F238E27FC236}">
                <a16:creationId xmlns:a16="http://schemas.microsoft.com/office/drawing/2014/main" id="{3F766B52-229C-C000-F364-4B90D3B58207}"/>
              </a:ext>
            </a:extLst>
          </p:cNvPr>
          <p:cNvSpPr>
            <a:spLocks noGrp="1"/>
          </p:cNvSpPr>
          <p:nvPr>
            <p:ph type="title"/>
          </p:nvPr>
        </p:nvSpPr>
        <p:spPr>
          <a:xfrm>
            <a:off x="533399" y="5503767"/>
            <a:ext cx="8197616" cy="744633"/>
          </a:xfrm>
        </p:spPr>
        <p:txBody>
          <a:bodyPr rtlCol="0" anchor="b">
            <a:normAutofit/>
          </a:bodyPr>
          <a:lstStyle>
            <a:lvl1pPr>
              <a:defRPr sz="2000" b="1"/>
            </a:lvl1pPr>
          </a:lstStyle>
          <a:p>
            <a:pPr rtl="0"/>
            <a:r>
              <a:rPr lang="pt-br"/>
              <a:t>Clique para editar o estilo de título Mestre</a:t>
            </a:r>
          </a:p>
        </p:txBody>
      </p:sp>
      <p:sp>
        <p:nvSpPr>
          <p:cNvPr id="9" name="Espaço Reservado para Conteúdo 8">
            <a:extLst>
              <a:ext uri="{FF2B5EF4-FFF2-40B4-BE49-F238E27FC236}">
                <a16:creationId xmlns:a16="http://schemas.microsoft.com/office/drawing/2014/main" id="{339F166E-4119-CF5D-6537-03CAC7026DAD}"/>
              </a:ext>
            </a:extLst>
          </p:cNvPr>
          <p:cNvSpPr>
            <a:spLocks noGrp="1"/>
          </p:cNvSpPr>
          <p:nvPr>
            <p:ph sz="quarter" idx="14" hasCustomPrompt="1"/>
          </p:nvPr>
        </p:nvSpPr>
        <p:spPr>
          <a:xfrm>
            <a:off x="533400" y="533400"/>
            <a:ext cx="8197850" cy="4535488"/>
          </a:xfrm>
        </p:spPr>
        <p:txBody>
          <a:bodyPr rtlCol="0">
            <a:normAutofit/>
          </a:bodyPr>
          <a:lstStyle>
            <a:lvl1pPr marL="0" indent="0">
              <a:buNone/>
              <a:defRPr sz="25000"/>
            </a:lvl1pPr>
          </a:lstStyle>
          <a:p>
            <a:pPr lvl="0" rtl="0"/>
            <a:r>
              <a:rPr lang="pt-br"/>
              <a:t>##%</a:t>
            </a:r>
          </a:p>
        </p:txBody>
      </p:sp>
      <p:sp>
        <p:nvSpPr>
          <p:cNvPr id="4" name="Espaço Reservado para Rodapé 3">
            <a:extLst>
              <a:ext uri="{FF2B5EF4-FFF2-40B4-BE49-F238E27FC236}">
                <a16:creationId xmlns:a16="http://schemas.microsoft.com/office/drawing/2014/main" id="{C394E47C-0C77-0005-1755-14F7739DF22E}"/>
              </a:ext>
            </a:extLst>
          </p:cNvPr>
          <p:cNvSpPr>
            <a:spLocks noGrp="1"/>
          </p:cNvSpPr>
          <p:nvPr>
            <p:ph type="ftr" sz="quarter" idx="11"/>
          </p:nvPr>
        </p:nvSpPr>
        <p:spPr>
          <a:xfrm>
            <a:off x="533400" y="6477000"/>
            <a:ext cx="5747706" cy="381001"/>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3" name="Espaço Reservado para Data 2">
            <a:extLst>
              <a:ext uri="{FF2B5EF4-FFF2-40B4-BE49-F238E27FC236}">
                <a16:creationId xmlns:a16="http://schemas.microsoft.com/office/drawing/2014/main" id="{4A591E5F-EDEF-7D02-30E6-B960B5E45903}"/>
              </a:ext>
            </a:extLst>
          </p:cNvPr>
          <p:cNvSpPr>
            <a:spLocks noGrp="1"/>
          </p:cNvSpPr>
          <p:nvPr>
            <p:ph type="dt" sz="half" idx="10"/>
          </p:nvPr>
        </p:nvSpPr>
        <p:spPr>
          <a:xfrm>
            <a:off x="6279139" y="6477000"/>
            <a:ext cx="1783858" cy="381000"/>
          </a:xfrm>
          <a:prstGeom prst="rect">
            <a:avLst/>
          </a:prstGeom>
        </p:spPr>
        <p:txBody>
          <a:bodyPr rtlCol="0"/>
          <a:lstStyle>
            <a:lvl1pPr>
              <a:defRPr>
                <a:solidFill>
                  <a:schemeClr val="tx2"/>
                </a:solidFill>
              </a:defRPr>
            </a:lvl1pPr>
          </a:lstStyle>
          <a:p>
            <a:pPr rtl="0"/>
            <a:r>
              <a:rPr lang="en-US"/>
              <a:t>17/09/2025</a:t>
            </a:r>
            <a:endParaRPr lang="en-US" dirty="0"/>
          </a:p>
        </p:txBody>
      </p:sp>
      <p:sp>
        <p:nvSpPr>
          <p:cNvPr id="5" name="Espaço Reservado para o Número do Slide 4">
            <a:extLst>
              <a:ext uri="{FF2B5EF4-FFF2-40B4-BE49-F238E27FC236}">
                <a16:creationId xmlns:a16="http://schemas.microsoft.com/office/drawing/2014/main" id="{CA0528A9-0729-B0FB-328C-3C96994AAB3C}"/>
              </a:ext>
            </a:extLst>
          </p:cNvPr>
          <p:cNvSpPr>
            <a:spLocks noGrp="1"/>
          </p:cNvSpPr>
          <p:nvPr>
            <p:ph type="sldNum" sz="quarter" idx="12"/>
          </p:nvPr>
        </p:nvSpPr>
        <p:spPr>
          <a:xfrm>
            <a:off x="8068391" y="6492241"/>
            <a:ext cx="662624" cy="365760"/>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dirty="0"/>
          </a:p>
        </p:txBody>
      </p:sp>
      <p:sp>
        <p:nvSpPr>
          <p:cNvPr id="32" name="Retângulo 31">
            <a:extLst>
              <a:ext uri="{FF2B5EF4-FFF2-40B4-BE49-F238E27FC236}">
                <a16:creationId xmlns:a16="http://schemas.microsoft.com/office/drawing/2014/main" id="{9B44F338-C24A-72CF-A14A-4F2D72023D14}"/>
              </a:ext>
            </a:extLst>
          </p:cNvPr>
          <p:cNvSpPr/>
          <p:nvPr/>
        </p:nvSpPr>
        <p:spPr>
          <a:xfrm>
            <a:off x="634030" y="565606"/>
            <a:ext cx="11557968" cy="6400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6" name="Retângulo 5">
            <a:extLst>
              <a:ext uri="{FF2B5EF4-FFF2-40B4-BE49-F238E27FC236}">
                <a16:creationId xmlns:a16="http://schemas.microsoft.com/office/drawing/2014/main" id="{60CA27EA-41C5-29B8-12D6-3E865A8BE203}"/>
              </a:ext>
            </a:extLst>
          </p:cNvPr>
          <p:cNvSpPr/>
          <p:nvPr userDrawn="1"/>
        </p:nvSpPr>
        <p:spPr>
          <a:xfrm>
            <a:off x="9110034" y="0"/>
            <a:ext cx="3081966"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8" name="Retângulo 7">
            <a:extLst>
              <a:ext uri="{FF2B5EF4-FFF2-40B4-BE49-F238E27FC236}">
                <a16:creationId xmlns:a16="http://schemas.microsoft.com/office/drawing/2014/main" id="{23853515-1714-73E5-D625-2A609526F7E8}"/>
              </a:ext>
            </a:extLst>
          </p:cNvPr>
          <p:cNvSpPr/>
          <p:nvPr userDrawn="1"/>
        </p:nvSpPr>
        <p:spPr>
          <a:xfrm>
            <a:off x="9110040" y="565606"/>
            <a:ext cx="3081959" cy="640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57144123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Declaração">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a:prstGeom prst="rect">
            <a:avLst/>
          </a:prstGeom>
        </p:spPr>
        <p:txBody>
          <a:bodyPr rtlCol="0"/>
          <a:lstStyle>
            <a:lvl1pPr>
              <a:defRPr>
                <a:solidFill>
                  <a:schemeClr val="bg1"/>
                </a:solidFill>
                <a:latin typeface="Arial" panose="020B0604020202020204" pitchFamily="34" charset="0"/>
                <a:cs typeface="Arial" panose="020B0604020202020204" pitchFamily="34" charset="0"/>
              </a:defRPr>
            </a:lvl1pPr>
          </a:lstStyle>
          <a:p>
            <a:pPr rtl="0"/>
            <a:r>
              <a:rPr lang="pt-br"/>
              <a:t>Clique para editar o estilo de título Mestre</a:t>
            </a:r>
          </a:p>
        </p:txBody>
      </p:sp>
      <p:sp>
        <p:nvSpPr>
          <p:cNvPr id="7" name="Espaço Reservado para Conteúdo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533399" y="1016955"/>
            <a:ext cx="11125201" cy="4840285"/>
          </a:xfrm>
          <a:prstGeom prst="rect">
            <a:avLst/>
          </a:prstGeom>
        </p:spPr>
        <p:txBody>
          <a:bodyPr rtlCol="0" anchor="t">
            <a:noAutofit/>
          </a:bodyPr>
          <a:lstStyle>
            <a:lvl1pPr marL="0" indent="0">
              <a:lnSpc>
                <a:spcPct val="90000"/>
              </a:lnSpc>
              <a:spcBef>
                <a:spcPts val="0"/>
              </a:spcBef>
              <a:buNone/>
              <a:defRPr sz="7200" b="1">
                <a:solidFill>
                  <a:schemeClr val="bg2"/>
                </a:solidFill>
                <a:latin typeface="Arial" panose="020B0604020202020204" pitchFamily="34" charset="0"/>
                <a:cs typeface="Arial" panose="020B0604020202020204" pitchFamily="34" charset="0"/>
              </a:defRPr>
            </a:lvl1pPr>
            <a:lvl2pPr marL="228600" indent="0">
              <a:lnSpc>
                <a:spcPct val="90000"/>
              </a:lnSpc>
              <a:spcBef>
                <a:spcPts val="0"/>
              </a:spcBef>
              <a:buNone/>
              <a:defRPr sz="7200" b="1">
                <a:solidFill>
                  <a:schemeClr val="bg2"/>
                </a:solidFill>
                <a:latin typeface="Arial" panose="020B0604020202020204" pitchFamily="34" charset="0"/>
                <a:cs typeface="Arial" panose="020B0604020202020204" pitchFamily="34" charset="0"/>
              </a:defRPr>
            </a:lvl2pPr>
            <a:lvl3pPr marL="457200" indent="0">
              <a:lnSpc>
                <a:spcPct val="90000"/>
              </a:lnSpc>
              <a:spcBef>
                <a:spcPts val="0"/>
              </a:spcBef>
              <a:buNone/>
              <a:defRPr sz="7200" b="1">
                <a:solidFill>
                  <a:schemeClr val="bg2"/>
                </a:solidFill>
                <a:latin typeface="Arial" panose="020B0604020202020204" pitchFamily="34" charset="0"/>
                <a:cs typeface="Arial" panose="020B0604020202020204" pitchFamily="34" charset="0"/>
              </a:defRPr>
            </a:lvl3pPr>
            <a:lvl4pPr marL="685800" indent="0">
              <a:lnSpc>
                <a:spcPct val="90000"/>
              </a:lnSpc>
              <a:spcBef>
                <a:spcPts val="0"/>
              </a:spcBef>
              <a:buNone/>
              <a:defRPr sz="7200" b="1">
                <a:solidFill>
                  <a:schemeClr val="bg2"/>
                </a:solidFill>
                <a:latin typeface="Arial" panose="020B0604020202020204" pitchFamily="34" charset="0"/>
                <a:cs typeface="Arial" panose="020B0604020202020204" pitchFamily="34" charset="0"/>
              </a:defRPr>
            </a:lvl4pPr>
            <a:lvl5pPr marL="914400" indent="0">
              <a:lnSpc>
                <a:spcPct val="90000"/>
              </a:lnSpc>
              <a:spcBef>
                <a:spcPts val="0"/>
              </a:spcBef>
              <a:buNone/>
              <a:defRPr sz="7200" b="1">
                <a:solidFill>
                  <a:schemeClr val="bg2"/>
                </a:solidFill>
                <a:latin typeface="Arial" panose="020B0604020202020204" pitchFamily="34" charset="0"/>
                <a:cs typeface="Arial" panose="020B0604020202020204" pitchFamily="34" charset="0"/>
              </a:defRPr>
            </a:lvl5pPr>
          </a:lstStyle>
          <a:p>
            <a:pPr lvl="0" rtl="0"/>
            <a:r>
              <a:rPr lang="pt-br"/>
              <a:t>Clique para adicionar uma Instrução</a:t>
            </a:r>
          </a:p>
          <a:p>
            <a:pPr lvl="1" rtl="0"/>
            <a:r>
              <a:rPr lang="pt-br"/>
              <a:t>Segundo nível</a:t>
            </a:r>
          </a:p>
          <a:p>
            <a:pPr lvl="2" rtl="0"/>
            <a:r>
              <a:rPr lang="pt-br"/>
              <a:t>Terceiro nível</a:t>
            </a:r>
          </a:p>
          <a:p>
            <a:pPr lvl="3" rtl="0"/>
            <a:r>
              <a:rPr lang="pt-br"/>
              <a:t>Quarto nível</a:t>
            </a:r>
          </a:p>
          <a:p>
            <a:pPr lvl="4" rtl="0"/>
            <a:r>
              <a:rPr lang="pt-br"/>
              <a:t>Quinto nível</a:t>
            </a:r>
          </a:p>
        </p:txBody>
      </p:sp>
      <p:sp>
        <p:nvSpPr>
          <p:cNvPr id="4" name="Espaço Reservado para Rodapé 3">
            <a:extLst>
              <a:ext uri="{FF2B5EF4-FFF2-40B4-BE49-F238E27FC236}">
                <a16:creationId xmlns:a16="http://schemas.microsoft.com/office/drawing/2014/main" id="{3D56E87B-2252-4382-E6E7-15A81BCC8029}"/>
              </a:ext>
            </a:extLst>
          </p:cNvPr>
          <p:cNvSpPr>
            <a:spLocks noGrp="1"/>
          </p:cNvSpPr>
          <p:nvPr>
            <p:ph type="ftr" sz="quarter" idx="11"/>
          </p:nvPr>
        </p:nvSpPr>
        <p:spPr>
          <a:xfrm>
            <a:off x="533399" y="6492240"/>
            <a:ext cx="8576637" cy="365761"/>
          </a:xfrm>
          <a:prstGeom prst="rect">
            <a:avLst/>
          </a:prstGeom>
        </p:spPr>
        <p:txBody>
          <a:bodyPr rtlCol="0"/>
          <a:lstStyle>
            <a:lvl1pPr>
              <a:defRPr>
                <a:solidFill>
                  <a:schemeClr val="bg2"/>
                </a:solidFill>
              </a:defRPr>
            </a:lvl1pPr>
          </a:lstStyle>
          <a:p>
            <a:pPr rtl="0"/>
            <a:r>
              <a:rPr lang="pt-br"/>
              <a:t>Título da apresentação</a:t>
            </a:r>
          </a:p>
        </p:txBody>
      </p:sp>
      <p:sp>
        <p:nvSpPr>
          <p:cNvPr id="3" name="Espaço Reservado para Data 2">
            <a:extLst>
              <a:ext uri="{FF2B5EF4-FFF2-40B4-BE49-F238E27FC236}">
                <a16:creationId xmlns:a16="http://schemas.microsoft.com/office/drawing/2014/main" id="{67F688C7-1128-9027-65E4-A17BBE7DDDF0}"/>
              </a:ext>
            </a:extLst>
          </p:cNvPr>
          <p:cNvSpPr>
            <a:spLocks noGrp="1"/>
          </p:cNvSpPr>
          <p:nvPr>
            <p:ph type="dt" sz="half" idx="10"/>
          </p:nvPr>
        </p:nvSpPr>
        <p:spPr>
          <a:xfrm>
            <a:off x="9110036" y="6492239"/>
            <a:ext cx="1891338" cy="365761"/>
          </a:xfrm>
          <a:prstGeom prst="rect">
            <a:avLst/>
          </a:prstGeom>
        </p:spPr>
        <p:txBody>
          <a:bodyPr rtlCol="0"/>
          <a:lstStyle>
            <a:lvl1pPr>
              <a:defRPr>
                <a:solidFill>
                  <a:schemeClr val="bg2"/>
                </a:solidFill>
              </a:defRPr>
            </a:lvl1pPr>
          </a:lstStyle>
          <a:p>
            <a:pPr rtl="0"/>
            <a:r>
              <a:rPr lang="en-US"/>
              <a:t>17/09/2025</a:t>
            </a:r>
            <a:endParaRPr lang="en-US" dirty="0"/>
          </a:p>
        </p:txBody>
      </p:sp>
      <p:sp>
        <p:nvSpPr>
          <p:cNvPr id="5" name="Espaço Reservado para o Número do Slide 4">
            <a:extLst>
              <a:ext uri="{FF2B5EF4-FFF2-40B4-BE49-F238E27FC236}">
                <a16:creationId xmlns:a16="http://schemas.microsoft.com/office/drawing/2014/main" id="{8C1C6A68-1AC4-7B10-CD66-D67327434E62}"/>
              </a:ext>
            </a:extLst>
          </p:cNvPr>
          <p:cNvSpPr>
            <a:spLocks noGrp="1"/>
          </p:cNvSpPr>
          <p:nvPr>
            <p:ph type="sldNum" sz="quarter" idx="12"/>
          </p:nvPr>
        </p:nvSpPr>
        <p:spPr>
          <a:xfrm>
            <a:off x="10995976" y="6492240"/>
            <a:ext cx="662624" cy="365761"/>
          </a:xfrm>
          <a:prstGeom prst="rect">
            <a:avLst/>
          </a:prstGeom>
        </p:spPr>
        <p:txBody>
          <a:bodyPr rtlCol="0"/>
          <a:lstStyle>
            <a:lvl1pPr>
              <a:defRPr>
                <a:solidFill>
                  <a:schemeClr val="bg2"/>
                </a:solidFill>
              </a:defRPr>
            </a:lvl1pPr>
          </a:lstStyle>
          <a:p>
            <a:pPr rtl="0"/>
            <a:fld id="{AEAA3239-9EA4-4A65-A281-97F994456D9F}" type="slidenum">
              <a:rPr lang="en-US" smtClean="0"/>
              <a:pPr/>
              <a:t>‹#›</a:t>
            </a:fld>
            <a:endParaRPr lang="en-US" dirty="0"/>
          </a:p>
        </p:txBody>
      </p:sp>
      <p:sp>
        <p:nvSpPr>
          <p:cNvPr id="6" name="Retângulo 5">
            <a:extLst>
              <a:ext uri="{FF2B5EF4-FFF2-40B4-BE49-F238E27FC236}">
                <a16:creationId xmlns:a16="http://schemas.microsoft.com/office/drawing/2014/main" id="{F810F272-8DCB-3D9F-8EA6-FBDD6B7DFDA3}"/>
              </a:ext>
            </a:extLst>
          </p:cNvPr>
          <p:cNvSpPr/>
          <p:nvPr userDrawn="1"/>
        </p:nvSpPr>
        <p:spPr>
          <a:xfrm>
            <a:off x="9110040" y="6155911"/>
            <a:ext cx="3081959" cy="6400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8" name="Retângulo 7">
            <a:extLst>
              <a:ext uri="{FF2B5EF4-FFF2-40B4-BE49-F238E27FC236}">
                <a16:creationId xmlns:a16="http://schemas.microsoft.com/office/drawing/2014/main" id="{F638ED97-EB88-D071-C45A-D0C32569D40D}"/>
              </a:ext>
            </a:extLst>
          </p:cNvPr>
          <p:cNvSpPr/>
          <p:nvPr userDrawn="1"/>
        </p:nvSpPr>
        <p:spPr>
          <a:xfrm>
            <a:off x="3467745" y="6155911"/>
            <a:ext cx="5642289" cy="64008"/>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2585701026"/>
      </p:ext>
    </p:extLst>
  </p:cSld>
  <p:clrMapOvr>
    <a:overrideClrMapping bg1="dk1" tx1="lt1" bg2="dk2" tx2="lt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Declaração 2">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a:prstGeom prst="rect">
            <a:avLst/>
          </a:prstGeom>
        </p:spPr>
        <p:txBody>
          <a:bodyPr rtlCol="0"/>
          <a:lstStyle>
            <a:lvl1pPr>
              <a:defRPr>
                <a:solidFill>
                  <a:schemeClr val="tx1"/>
                </a:solidFill>
              </a:defRPr>
            </a:lvl1pPr>
          </a:lstStyle>
          <a:p>
            <a:pPr rtl="0"/>
            <a:r>
              <a:rPr lang="pt-br"/>
              <a:t>Clique para editar o estilo de título Mestre</a:t>
            </a:r>
          </a:p>
        </p:txBody>
      </p:sp>
      <p:sp>
        <p:nvSpPr>
          <p:cNvPr id="7" name="Espaço Reservado para Conteúdo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533399" y="1013308"/>
            <a:ext cx="11125201" cy="5204612"/>
          </a:xfrm>
          <a:prstGeom prst="rect">
            <a:avLst/>
          </a:prstGeom>
        </p:spPr>
        <p:txBody>
          <a:bodyPr rtlCol="0" anchor="t">
            <a:normAutofit/>
          </a:bodyPr>
          <a:lstStyle>
            <a:lvl1pPr marL="0" indent="0">
              <a:lnSpc>
                <a:spcPct val="90000"/>
              </a:lnSpc>
              <a:spcBef>
                <a:spcPts val="0"/>
              </a:spcBef>
              <a:buNone/>
              <a:defRPr sz="7200" b="1">
                <a:solidFill>
                  <a:schemeClr val="tx2"/>
                </a:solidFill>
              </a:defRPr>
            </a:lvl1pPr>
            <a:lvl2pPr marL="228600" indent="0">
              <a:lnSpc>
                <a:spcPct val="90000"/>
              </a:lnSpc>
              <a:spcBef>
                <a:spcPts val="0"/>
              </a:spcBef>
              <a:buNone/>
              <a:defRPr sz="7200" b="1">
                <a:solidFill>
                  <a:schemeClr val="tx2"/>
                </a:solidFill>
              </a:defRPr>
            </a:lvl2pPr>
            <a:lvl3pPr marL="457200" indent="0">
              <a:lnSpc>
                <a:spcPct val="90000"/>
              </a:lnSpc>
              <a:spcBef>
                <a:spcPts val="0"/>
              </a:spcBef>
              <a:buNone/>
              <a:defRPr sz="7200" b="1">
                <a:solidFill>
                  <a:schemeClr val="tx2"/>
                </a:solidFill>
              </a:defRPr>
            </a:lvl3pPr>
            <a:lvl4pPr marL="685800" indent="0">
              <a:lnSpc>
                <a:spcPct val="90000"/>
              </a:lnSpc>
              <a:spcBef>
                <a:spcPts val="0"/>
              </a:spcBef>
              <a:buNone/>
              <a:defRPr sz="7200" b="1">
                <a:solidFill>
                  <a:schemeClr val="tx2"/>
                </a:solidFill>
              </a:defRPr>
            </a:lvl4pPr>
            <a:lvl5pPr marL="914400" indent="0">
              <a:lnSpc>
                <a:spcPct val="90000"/>
              </a:lnSpc>
              <a:spcBef>
                <a:spcPts val="0"/>
              </a:spcBef>
              <a:buNone/>
              <a:defRPr sz="7200" b="1">
                <a:solidFill>
                  <a:schemeClr val="tx2"/>
                </a:solidFill>
              </a:defRPr>
            </a:lvl5pPr>
          </a:lstStyle>
          <a:p>
            <a:pPr lvl="0" rtl="0"/>
            <a:r>
              <a:rPr lang="pt-br"/>
              <a:t>Clique para adicionar uma Instrução</a:t>
            </a:r>
          </a:p>
          <a:p>
            <a:pPr lvl="1" rtl="0"/>
            <a:r>
              <a:rPr lang="pt-br"/>
              <a:t>Segundo nível</a:t>
            </a:r>
          </a:p>
          <a:p>
            <a:pPr lvl="2" rtl="0"/>
            <a:r>
              <a:rPr lang="pt-br"/>
              <a:t>Terceiro nível</a:t>
            </a:r>
          </a:p>
          <a:p>
            <a:pPr lvl="3" rtl="0"/>
            <a:r>
              <a:rPr lang="pt-br"/>
              <a:t>Quarto nível</a:t>
            </a:r>
          </a:p>
          <a:p>
            <a:pPr lvl="4" rtl="0"/>
            <a:r>
              <a:rPr lang="pt-br"/>
              <a:t>Quinto nível</a:t>
            </a:r>
          </a:p>
        </p:txBody>
      </p:sp>
      <p:sp>
        <p:nvSpPr>
          <p:cNvPr id="10" name="Espaço Reservado para Rodapé 3">
            <a:extLst>
              <a:ext uri="{FF2B5EF4-FFF2-40B4-BE49-F238E27FC236}">
                <a16:creationId xmlns:a16="http://schemas.microsoft.com/office/drawing/2014/main" id="{8BF9C9D6-DA86-3C40-578D-A1E0A226D24A}"/>
              </a:ext>
            </a:extLst>
          </p:cNvPr>
          <p:cNvSpPr>
            <a:spLocks noGrp="1"/>
          </p:cNvSpPr>
          <p:nvPr>
            <p:ph type="ftr" sz="quarter" idx="11"/>
          </p:nvPr>
        </p:nvSpPr>
        <p:spPr>
          <a:xfrm>
            <a:off x="533399" y="6492241"/>
            <a:ext cx="8576637" cy="365760"/>
          </a:xfrm>
          <a:prstGeom prst="rect">
            <a:avLst/>
          </a:prstGeom>
        </p:spPr>
        <p:txBody>
          <a:bodyPr rtlCol="0"/>
          <a:lstStyle/>
          <a:p>
            <a:pPr rtl="0"/>
            <a:r>
              <a:rPr lang="pt-br"/>
              <a:t>Título da apresentação</a:t>
            </a:r>
            <a:endParaRPr lang="en-US" dirty="0"/>
          </a:p>
        </p:txBody>
      </p:sp>
      <p:sp>
        <p:nvSpPr>
          <p:cNvPr id="9" name="Espaço Reservado para Data 2">
            <a:extLst>
              <a:ext uri="{FF2B5EF4-FFF2-40B4-BE49-F238E27FC236}">
                <a16:creationId xmlns:a16="http://schemas.microsoft.com/office/drawing/2014/main" id="{EDDA72D8-8E1B-E9E1-BE77-CAA0A8C269FD}"/>
              </a:ext>
            </a:extLst>
          </p:cNvPr>
          <p:cNvSpPr>
            <a:spLocks noGrp="1"/>
          </p:cNvSpPr>
          <p:nvPr>
            <p:ph type="dt" sz="half" idx="10"/>
          </p:nvPr>
        </p:nvSpPr>
        <p:spPr>
          <a:xfrm>
            <a:off x="9110036" y="6492240"/>
            <a:ext cx="1891337" cy="365760"/>
          </a:xfrm>
          <a:prstGeom prst="rect">
            <a:avLst/>
          </a:prstGeom>
        </p:spPr>
        <p:txBody>
          <a:bodyPr rtlCol="0"/>
          <a:lstStyle/>
          <a:p>
            <a:pPr rtl="0"/>
            <a:r>
              <a:rPr lang="en-US"/>
              <a:t>17/09/2025</a:t>
            </a:r>
            <a:endParaRPr lang="en-US" dirty="0"/>
          </a:p>
        </p:txBody>
      </p:sp>
      <p:sp>
        <p:nvSpPr>
          <p:cNvPr id="11" name="Espaço Reservado para o Número do Slide 4">
            <a:extLst>
              <a:ext uri="{FF2B5EF4-FFF2-40B4-BE49-F238E27FC236}">
                <a16:creationId xmlns:a16="http://schemas.microsoft.com/office/drawing/2014/main" id="{6CD685AC-8C83-2966-C687-1A563ED4E20A}"/>
              </a:ext>
            </a:extLst>
          </p:cNvPr>
          <p:cNvSpPr>
            <a:spLocks noGrp="1"/>
          </p:cNvSpPr>
          <p:nvPr>
            <p:ph type="sldNum" sz="quarter" idx="12"/>
          </p:nvPr>
        </p:nvSpPr>
        <p:spPr>
          <a:xfrm>
            <a:off x="10995976" y="6492241"/>
            <a:ext cx="662623" cy="365760"/>
          </a:xfrm>
          <a:prstGeom prst="rect">
            <a:avLst/>
          </a:prstGeom>
        </p:spPr>
        <p:txBody>
          <a:bodyPr rtlCol="0"/>
          <a:lstStyle/>
          <a:p>
            <a:pPr rtl="0"/>
            <a:fld id="{AEAA3239-9EA4-4A65-A281-97F994456D9F}" type="slidenum">
              <a:rPr lang="en-US" smtClean="0"/>
              <a:t>‹#›</a:t>
            </a:fld>
            <a:endParaRPr lang="en-US" dirty="0"/>
          </a:p>
        </p:txBody>
      </p:sp>
      <p:sp>
        <p:nvSpPr>
          <p:cNvPr id="3" name="Retângulo 2">
            <a:extLst>
              <a:ext uri="{FF2B5EF4-FFF2-40B4-BE49-F238E27FC236}">
                <a16:creationId xmlns:a16="http://schemas.microsoft.com/office/drawing/2014/main" id="{16013958-6C87-60CF-9219-2BB1A3A4CCA8}"/>
              </a:ext>
            </a:extLst>
          </p:cNvPr>
          <p:cNvSpPr/>
          <p:nvPr userDrawn="1"/>
        </p:nvSpPr>
        <p:spPr>
          <a:xfrm>
            <a:off x="634029" y="570037"/>
            <a:ext cx="8476007" cy="6154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4" name="Retângulo 3">
            <a:extLst>
              <a:ext uri="{FF2B5EF4-FFF2-40B4-BE49-F238E27FC236}">
                <a16:creationId xmlns:a16="http://schemas.microsoft.com/office/drawing/2014/main" id="{7F72B8EA-56EE-EDC6-509C-908732AAD241}"/>
              </a:ext>
            </a:extLst>
          </p:cNvPr>
          <p:cNvSpPr/>
          <p:nvPr userDrawn="1"/>
        </p:nvSpPr>
        <p:spPr>
          <a:xfrm>
            <a:off x="9110036" y="570037"/>
            <a:ext cx="3081964" cy="6154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70037739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Instrução 3">
    <p:bg>
      <p:bgPr>
        <a:solidFill>
          <a:schemeClr val="tx2"/>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a:prstGeom prst="rect">
            <a:avLst/>
          </a:prstGeom>
        </p:spPr>
        <p:txBody>
          <a:bodyPr rtlCol="0"/>
          <a:lstStyle>
            <a:lvl1pPr>
              <a:defRPr>
                <a:solidFill>
                  <a:schemeClr val="tx1"/>
                </a:solidFill>
              </a:defRPr>
            </a:lvl1pPr>
          </a:lstStyle>
          <a:p>
            <a:pPr rtl="0"/>
            <a:r>
              <a:rPr lang="pt-br"/>
              <a:t>Clique para editar o estilo de título Mestre</a:t>
            </a:r>
          </a:p>
        </p:txBody>
      </p:sp>
      <p:sp>
        <p:nvSpPr>
          <p:cNvPr id="8" name="Espaço Reservado para Conteúdo 7">
            <a:extLst>
              <a:ext uri="{FF2B5EF4-FFF2-40B4-BE49-F238E27FC236}">
                <a16:creationId xmlns:a16="http://schemas.microsoft.com/office/drawing/2014/main" id="{3F6E1CB6-4A50-1364-430B-EF249B6D0012}"/>
              </a:ext>
            </a:extLst>
          </p:cNvPr>
          <p:cNvSpPr>
            <a:spLocks noGrp="1"/>
          </p:cNvSpPr>
          <p:nvPr>
            <p:ph sz="quarter" idx="14" hasCustomPrompt="1"/>
          </p:nvPr>
        </p:nvSpPr>
        <p:spPr>
          <a:xfrm>
            <a:off x="533398" y="1016955"/>
            <a:ext cx="11125201" cy="4782312"/>
          </a:xfrm>
          <a:prstGeom prst="rect">
            <a:avLst/>
          </a:prstGeom>
        </p:spPr>
        <p:txBody>
          <a:bodyPr rtlCol="0" anchor="b">
            <a:noAutofit/>
          </a:bodyPr>
          <a:lstStyle>
            <a:lvl1pPr marL="0" indent="0">
              <a:lnSpc>
                <a:spcPct val="90000"/>
              </a:lnSpc>
              <a:spcBef>
                <a:spcPts val="0"/>
              </a:spcBef>
              <a:buNone/>
              <a:defRPr sz="7200" b="1">
                <a:solidFill>
                  <a:schemeClr val="bg1"/>
                </a:solidFill>
              </a:defRPr>
            </a:lvl1pPr>
            <a:lvl2pPr marL="228600" indent="0">
              <a:lnSpc>
                <a:spcPct val="90000"/>
              </a:lnSpc>
              <a:spcBef>
                <a:spcPts val="0"/>
              </a:spcBef>
              <a:buNone/>
              <a:defRPr sz="7200" b="1">
                <a:solidFill>
                  <a:schemeClr val="bg1"/>
                </a:solidFill>
              </a:defRPr>
            </a:lvl2pPr>
            <a:lvl3pPr marL="457200" indent="0">
              <a:lnSpc>
                <a:spcPct val="90000"/>
              </a:lnSpc>
              <a:spcBef>
                <a:spcPts val="0"/>
              </a:spcBef>
              <a:buNone/>
              <a:defRPr sz="7200" b="1">
                <a:solidFill>
                  <a:schemeClr val="bg1"/>
                </a:solidFill>
              </a:defRPr>
            </a:lvl3pPr>
            <a:lvl4pPr marL="685800" indent="0">
              <a:lnSpc>
                <a:spcPct val="90000"/>
              </a:lnSpc>
              <a:spcBef>
                <a:spcPts val="0"/>
              </a:spcBef>
              <a:buNone/>
              <a:defRPr sz="7200" b="1">
                <a:solidFill>
                  <a:schemeClr val="bg1"/>
                </a:solidFill>
              </a:defRPr>
            </a:lvl4pPr>
            <a:lvl5pPr marL="914400" indent="0">
              <a:lnSpc>
                <a:spcPct val="90000"/>
              </a:lnSpc>
              <a:spcBef>
                <a:spcPts val="0"/>
              </a:spcBef>
              <a:buNone/>
              <a:defRPr sz="7200" b="1">
                <a:solidFill>
                  <a:schemeClr val="bg1"/>
                </a:solidFill>
              </a:defRPr>
            </a:lvl5pPr>
          </a:lstStyle>
          <a:p>
            <a:pPr lvl="0" rtl="0"/>
            <a:r>
              <a:rPr lang="pt-br"/>
              <a:t>Clique para adicionar uma instrução</a:t>
            </a:r>
          </a:p>
          <a:p>
            <a:pPr lvl="1" rtl="0"/>
            <a:r>
              <a:rPr lang="pt-br"/>
              <a:t>Segundo nível</a:t>
            </a:r>
          </a:p>
          <a:p>
            <a:pPr lvl="2" rtl="0"/>
            <a:r>
              <a:rPr lang="pt-br"/>
              <a:t>Terceiro nível</a:t>
            </a:r>
          </a:p>
          <a:p>
            <a:pPr lvl="3" rtl="0"/>
            <a:r>
              <a:rPr lang="pt-br"/>
              <a:t>Quarto nível</a:t>
            </a:r>
          </a:p>
          <a:p>
            <a:pPr lvl="4" rtl="0"/>
            <a:r>
              <a:rPr lang="pt-br"/>
              <a:t>Quinto nível</a:t>
            </a:r>
          </a:p>
        </p:txBody>
      </p:sp>
      <p:sp>
        <p:nvSpPr>
          <p:cNvPr id="4" name="Espaço Reservado para Rodapé 3">
            <a:extLst>
              <a:ext uri="{FF2B5EF4-FFF2-40B4-BE49-F238E27FC236}">
                <a16:creationId xmlns:a16="http://schemas.microsoft.com/office/drawing/2014/main" id="{3D56E87B-2252-4382-E6E7-15A81BCC8029}"/>
              </a:ext>
            </a:extLst>
          </p:cNvPr>
          <p:cNvSpPr>
            <a:spLocks noGrp="1"/>
          </p:cNvSpPr>
          <p:nvPr>
            <p:ph type="ftr" sz="quarter" idx="11"/>
          </p:nvPr>
        </p:nvSpPr>
        <p:spPr>
          <a:xfrm>
            <a:off x="533399" y="6492241"/>
            <a:ext cx="8576637" cy="365760"/>
          </a:xfrm>
          <a:prstGeom prst="rect">
            <a:avLst/>
          </a:prstGeom>
        </p:spPr>
        <p:txBody>
          <a:bodyPr rtlCol="0"/>
          <a:lstStyle>
            <a:lvl1pPr>
              <a:defRPr>
                <a:solidFill>
                  <a:schemeClr val="bg1"/>
                </a:solidFill>
              </a:defRPr>
            </a:lvl1pPr>
          </a:lstStyle>
          <a:p>
            <a:pPr rtl="0"/>
            <a:r>
              <a:rPr lang="pt-br"/>
              <a:t>Título da apresentação</a:t>
            </a:r>
            <a:endParaRPr lang="en-US" dirty="0"/>
          </a:p>
        </p:txBody>
      </p:sp>
      <p:sp>
        <p:nvSpPr>
          <p:cNvPr id="3" name="Espaço Reservado para Data 2">
            <a:extLst>
              <a:ext uri="{FF2B5EF4-FFF2-40B4-BE49-F238E27FC236}">
                <a16:creationId xmlns:a16="http://schemas.microsoft.com/office/drawing/2014/main" id="{67F688C7-1128-9027-65E4-A17BBE7DDDF0}"/>
              </a:ext>
            </a:extLst>
          </p:cNvPr>
          <p:cNvSpPr>
            <a:spLocks noGrp="1"/>
          </p:cNvSpPr>
          <p:nvPr>
            <p:ph type="dt" sz="half" idx="10"/>
          </p:nvPr>
        </p:nvSpPr>
        <p:spPr>
          <a:xfrm>
            <a:off x="9110036" y="6492240"/>
            <a:ext cx="1878955" cy="365760"/>
          </a:xfrm>
          <a:prstGeom prst="rect">
            <a:avLst/>
          </a:prstGeom>
        </p:spPr>
        <p:txBody>
          <a:bodyPr rtlCol="0"/>
          <a:lstStyle>
            <a:lvl1pPr>
              <a:defRPr>
                <a:solidFill>
                  <a:schemeClr val="bg1"/>
                </a:solidFill>
              </a:defRPr>
            </a:lvl1pPr>
          </a:lstStyle>
          <a:p>
            <a:pPr rtl="0"/>
            <a:r>
              <a:rPr lang="en-US"/>
              <a:t>17/09/2025</a:t>
            </a:r>
            <a:endParaRPr lang="en-US" dirty="0"/>
          </a:p>
        </p:txBody>
      </p:sp>
      <p:sp>
        <p:nvSpPr>
          <p:cNvPr id="5" name="Espaço Reservado para o Número do Slide 4">
            <a:extLst>
              <a:ext uri="{FF2B5EF4-FFF2-40B4-BE49-F238E27FC236}">
                <a16:creationId xmlns:a16="http://schemas.microsoft.com/office/drawing/2014/main" id="{8C1C6A68-1AC4-7B10-CD66-D67327434E62}"/>
              </a:ext>
            </a:extLst>
          </p:cNvPr>
          <p:cNvSpPr>
            <a:spLocks noGrp="1"/>
          </p:cNvSpPr>
          <p:nvPr>
            <p:ph type="sldNum" sz="quarter" idx="12"/>
          </p:nvPr>
        </p:nvSpPr>
        <p:spPr>
          <a:xfrm>
            <a:off x="10988996" y="6492241"/>
            <a:ext cx="669603" cy="365760"/>
          </a:xfrm>
          <a:prstGeom prst="rect">
            <a:avLst/>
          </a:prstGeom>
        </p:spPr>
        <p:txBody>
          <a:bodyPr rtlCol="0"/>
          <a:lstStyle>
            <a:lvl1pPr>
              <a:defRPr>
                <a:solidFill>
                  <a:schemeClr val="bg1"/>
                </a:solidFill>
              </a:defRPr>
            </a:lvl1pPr>
          </a:lstStyle>
          <a:p>
            <a:pPr rtl="0"/>
            <a:fld id="{AEAA3239-9EA4-4A65-A281-97F994456D9F}" type="slidenum">
              <a:rPr lang="en-US" smtClean="0"/>
              <a:pPr/>
              <a:t>‹#›</a:t>
            </a:fld>
            <a:endParaRPr lang="en-US" dirty="0"/>
          </a:p>
        </p:txBody>
      </p:sp>
      <p:sp>
        <p:nvSpPr>
          <p:cNvPr id="6" name="Retângulo 5">
            <a:extLst>
              <a:ext uri="{FF2B5EF4-FFF2-40B4-BE49-F238E27FC236}">
                <a16:creationId xmlns:a16="http://schemas.microsoft.com/office/drawing/2014/main" id="{CDEEA900-0D70-4D93-7863-89A4085C93C9}"/>
              </a:ext>
            </a:extLst>
          </p:cNvPr>
          <p:cNvSpPr/>
          <p:nvPr userDrawn="1"/>
        </p:nvSpPr>
        <p:spPr>
          <a:xfrm>
            <a:off x="634029" y="570037"/>
            <a:ext cx="8476007" cy="6154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7" name="Retângulo 6">
            <a:extLst>
              <a:ext uri="{FF2B5EF4-FFF2-40B4-BE49-F238E27FC236}">
                <a16:creationId xmlns:a16="http://schemas.microsoft.com/office/drawing/2014/main" id="{B6174C4B-8932-8749-0D17-218307FD761A}"/>
              </a:ext>
            </a:extLst>
          </p:cNvPr>
          <p:cNvSpPr/>
          <p:nvPr userDrawn="1"/>
        </p:nvSpPr>
        <p:spPr>
          <a:xfrm>
            <a:off x="9110036" y="570037"/>
            <a:ext cx="3081964" cy="6154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371817065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Citação">
    <p:bg>
      <p:bgPr>
        <a:solidFill>
          <a:schemeClr val="tx2">
            <a:lumMod val="40000"/>
            <a:lumOff val="6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12FA0A-1F7B-DD41-ECED-02B60BC46B10}"/>
              </a:ext>
            </a:extLst>
          </p:cNvPr>
          <p:cNvSpPr>
            <a:spLocks noGrp="1"/>
          </p:cNvSpPr>
          <p:nvPr>
            <p:ph type="title" hasCustomPrompt="1"/>
          </p:nvPr>
        </p:nvSpPr>
        <p:spPr>
          <a:xfrm>
            <a:off x="3467745" y="5216204"/>
            <a:ext cx="8190855" cy="640080"/>
          </a:xfrm>
          <a:prstGeom prst="rect">
            <a:avLst/>
          </a:prstGeom>
        </p:spPr>
        <p:txBody>
          <a:bodyPr rtlCol="0" anchor="b">
            <a:normAutofit/>
          </a:bodyPr>
          <a:lstStyle>
            <a:lvl1pPr>
              <a:lnSpc>
                <a:spcPct val="120000"/>
              </a:lnSpc>
              <a:defRPr sz="2000" spc="0">
                <a:solidFill>
                  <a:schemeClr val="tx2"/>
                </a:solidFill>
                <a:latin typeface="Arial" panose="020B0604020202020204" pitchFamily="34" charset="0"/>
                <a:cs typeface="Arial" panose="020B0604020202020204" pitchFamily="34" charset="0"/>
              </a:defRPr>
            </a:lvl1pPr>
          </a:lstStyle>
          <a:p>
            <a:pPr rtl="0"/>
            <a:r>
              <a:rPr lang="pt-br"/>
              <a:t>Autor da Citação</a:t>
            </a:r>
          </a:p>
        </p:txBody>
      </p:sp>
      <p:sp>
        <p:nvSpPr>
          <p:cNvPr id="7" name="Espaço Reservado para Conteúdo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533398" y="1016954"/>
            <a:ext cx="11125201" cy="3711571"/>
          </a:xfrm>
          <a:prstGeom prst="rect">
            <a:avLst/>
          </a:prstGeom>
        </p:spPr>
        <p:txBody>
          <a:bodyPr rtlCol="0" anchor="t">
            <a:normAutofit/>
          </a:bodyPr>
          <a:lstStyle>
            <a:lvl1pPr marL="164592" indent="-164592">
              <a:lnSpc>
                <a:spcPct val="90000"/>
              </a:lnSpc>
              <a:spcBef>
                <a:spcPts val="0"/>
              </a:spcBef>
              <a:buNone/>
              <a:defRPr sz="7200">
                <a:latin typeface="Arial" panose="020B0604020202020204" pitchFamily="34" charset="0"/>
                <a:cs typeface="Arial" panose="020B0604020202020204" pitchFamily="34" charset="0"/>
              </a:defRPr>
            </a:lvl1pPr>
          </a:lstStyle>
          <a:p>
            <a:pPr lvl="0" rtl="0"/>
            <a:r>
              <a:rPr lang="pt-br"/>
              <a:t>Clique para adicionar uma Citação</a:t>
            </a:r>
          </a:p>
        </p:txBody>
      </p:sp>
      <p:sp>
        <p:nvSpPr>
          <p:cNvPr id="4" name="Espaço Reservado para Rodapé 3">
            <a:extLst>
              <a:ext uri="{FF2B5EF4-FFF2-40B4-BE49-F238E27FC236}">
                <a16:creationId xmlns:a16="http://schemas.microsoft.com/office/drawing/2014/main" id="{B23912E3-7555-EAAB-BE83-59ED3B5C9E5B}"/>
              </a:ext>
            </a:extLst>
          </p:cNvPr>
          <p:cNvSpPr>
            <a:spLocks noGrp="1"/>
          </p:cNvSpPr>
          <p:nvPr>
            <p:ph type="ftr" sz="quarter" idx="11"/>
          </p:nvPr>
        </p:nvSpPr>
        <p:spPr>
          <a:xfrm>
            <a:off x="533399" y="6492241"/>
            <a:ext cx="8576637" cy="365760"/>
          </a:xfrm>
          <a:prstGeom prst="rect">
            <a:avLst/>
          </a:prstGeom>
        </p:spPr>
        <p:txBody>
          <a:bodyPr rtlCol="0"/>
          <a:lstStyle/>
          <a:p>
            <a:pPr rtl="0"/>
            <a:r>
              <a:rPr lang="pt-br"/>
              <a:t>Título da apresentação</a:t>
            </a:r>
          </a:p>
        </p:txBody>
      </p:sp>
      <p:sp>
        <p:nvSpPr>
          <p:cNvPr id="3" name="Espaço Reservado para Data 2">
            <a:extLst>
              <a:ext uri="{FF2B5EF4-FFF2-40B4-BE49-F238E27FC236}">
                <a16:creationId xmlns:a16="http://schemas.microsoft.com/office/drawing/2014/main" id="{C344C372-F7FA-5AA5-92C1-CF476A26623E}"/>
              </a:ext>
            </a:extLst>
          </p:cNvPr>
          <p:cNvSpPr>
            <a:spLocks noGrp="1"/>
          </p:cNvSpPr>
          <p:nvPr>
            <p:ph type="dt" sz="half" idx="10"/>
          </p:nvPr>
        </p:nvSpPr>
        <p:spPr>
          <a:xfrm>
            <a:off x="9110036" y="6492240"/>
            <a:ext cx="1878961" cy="365760"/>
          </a:xfrm>
          <a:prstGeom prst="rect">
            <a:avLst/>
          </a:prstGeom>
        </p:spPr>
        <p:txBody>
          <a:bodyPr rtlCol="0"/>
          <a:lstStyle/>
          <a:p>
            <a:pPr rtl="0"/>
            <a:r>
              <a:rPr lang="en-US"/>
              <a:t>17/09/2025</a:t>
            </a:r>
            <a:endParaRPr lang="en-US" dirty="0"/>
          </a:p>
        </p:txBody>
      </p:sp>
      <p:sp>
        <p:nvSpPr>
          <p:cNvPr id="5" name="Espaço Reservado para o Número do Slide 4">
            <a:extLst>
              <a:ext uri="{FF2B5EF4-FFF2-40B4-BE49-F238E27FC236}">
                <a16:creationId xmlns:a16="http://schemas.microsoft.com/office/drawing/2014/main" id="{C6EAECF6-9F03-4C12-4BD4-4E8AE63A4F3A}"/>
              </a:ext>
            </a:extLst>
          </p:cNvPr>
          <p:cNvSpPr>
            <a:spLocks noGrp="1"/>
          </p:cNvSpPr>
          <p:nvPr>
            <p:ph type="sldNum" sz="quarter" idx="12"/>
          </p:nvPr>
        </p:nvSpPr>
        <p:spPr>
          <a:xfrm>
            <a:off x="11001368" y="6492241"/>
            <a:ext cx="657231" cy="365760"/>
          </a:xfrm>
          <a:prstGeom prst="rect">
            <a:avLst/>
          </a:prstGeom>
        </p:spPr>
        <p:txBody>
          <a:bodyPr rtlCol="0"/>
          <a:lstStyle/>
          <a:p>
            <a:pPr rtl="0"/>
            <a:fld id="{AEAA3239-9EA4-4A65-A281-97F994456D9F}" type="slidenum">
              <a:rPr lang="en-US" smtClean="0"/>
              <a:t>‹#›</a:t>
            </a:fld>
            <a:endParaRPr lang="en-US" dirty="0"/>
          </a:p>
        </p:txBody>
      </p:sp>
      <p:sp>
        <p:nvSpPr>
          <p:cNvPr id="34" name="Retângulo 33">
            <a:extLst>
              <a:ext uri="{FF2B5EF4-FFF2-40B4-BE49-F238E27FC236}">
                <a16:creationId xmlns:a16="http://schemas.microsoft.com/office/drawing/2014/main" id="{F22AFB11-60F0-1BFB-3EE2-25A317606ED4}"/>
              </a:ext>
            </a:extLst>
          </p:cNvPr>
          <p:cNvSpPr/>
          <p:nvPr/>
        </p:nvSpPr>
        <p:spPr>
          <a:xfrm>
            <a:off x="9110040" y="6155911"/>
            <a:ext cx="3081959" cy="6400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35" name="Retângulo 34">
            <a:extLst>
              <a:ext uri="{FF2B5EF4-FFF2-40B4-BE49-F238E27FC236}">
                <a16:creationId xmlns:a16="http://schemas.microsoft.com/office/drawing/2014/main" id="{3DB6C2DA-9756-1101-616C-92AE71300FD8}"/>
              </a:ext>
            </a:extLst>
          </p:cNvPr>
          <p:cNvSpPr/>
          <p:nvPr/>
        </p:nvSpPr>
        <p:spPr>
          <a:xfrm>
            <a:off x="3467745" y="6155911"/>
            <a:ext cx="5642289" cy="640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1969560426"/>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itação 2">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8" name="Título 7">
            <a:extLst>
              <a:ext uri="{FF2B5EF4-FFF2-40B4-BE49-F238E27FC236}">
                <a16:creationId xmlns:a16="http://schemas.microsoft.com/office/drawing/2014/main" id="{8E449530-F624-DF0E-5783-08CE43BB9B09}"/>
              </a:ext>
            </a:extLst>
          </p:cNvPr>
          <p:cNvSpPr>
            <a:spLocks noGrp="1"/>
          </p:cNvSpPr>
          <p:nvPr>
            <p:ph type="title" hasCustomPrompt="1"/>
          </p:nvPr>
        </p:nvSpPr>
        <p:spPr>
          <a:xfrm>
            <a:off x="3450579" y="5213166"/>
            <a:ext cx="7152032" cy="654234"/>
          </a:xfrm>
        </p:spPr>
        <p:txBody>
          <a:bodyPr rtlCol="0" anchor="b">
            <a:normAutofit/>
          </a:bodyPr>
          <a:lstStyle>
            <a:lvl1pPr>
              <a:defRPr sz="2000">
                <a:solidFill>
                  <a:schemeClr val="bg2"/>
                </a:solidFill>
              </a:defRPr>
            </a:lvl1pPr>
          </a:lstStyle>
          <a:p>
            <a:pPr rtl="0"/>
            <a:r>
              <a:rPr lang="pt-br"/>
              <a:t>Autor da Citação</a:t>
            </a:r>
          </a:p>
        </p:txBody>
      </p:sp>
      <p:sp>
        <p:nvSpPr>
          <p:cNvPr id="7" name="Espaço Reservado para Conteúdo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1564629" y="1016955"/>
            <a:ext cx="9037983" cy="3361830"/>
          </a:xfrm>
          <a:prstGeom prst="rect">
            <a:avLst/>
          </a:prstGeom>
        </p:spPr>
        <p:txBody>
          <a:bodyPr rtlCol="0" anchor="t">
            <a:normAutofit/>
          </a:bodyPr>
          <a:lstStyle>
            <a:lvl1pPr marL="164592" indent="-164592">
              <a:lnSpc>
                <a:spcPct val="90000"/>
              </a:lnSpc>
              <a:spcBef>
                <a:spcPts val="0"/>
              </a:spcBef>
              <a:buNone/>
              <a:defRPr sz="7200">
                <a:solidFill>
                  <a:schemeClr val="bg2"/>
                </a:solidFill>
                <a:latin typeface="Arial" panose="020B0604020202020204" pitchFamily="34" charset="0"/>
                <a:cs typeface="Arial" panose="020B0604020202020204" pitchFamily="34" charset="0"/>
              </a:defRPr>
            </a:lvl1pPr>
          </a:lstStyle>
          <a:p>
            <a:pPr lvl="0" rtl="0"/>
            <a:r>
              <a:rPr lang="pt-br"/>
              <a:t>Clique para adicionar uma citação</a:t>
            </a:r>
          </a:p>
        </p:txBody>
      </p:sp>
      <p:sp>
        <p:nvSpPr>
          <p:cNvPr id="4" name="Espaço Reservado para Rodapé 3">
            <a:extLst>
              <a:ext uri="{FF2B5EF4-FFF2-40B4-BE49-F238E27FC236}">
                <a16:creationId xmlns:a16="http://schemas.microsoft.com/office/drawing/2014/main" id="{B23912E3-7555-EAAB-BE83-59ED3B5C9E5B}"/>
              </a:ext>
            </a:extLst>
          </p:cNvPr>
          <p:cNvSpPr>
            <a:spLocks noGrp="1"/>
          </p:cNvSpPr>
          <p:nvPr>
            <p:ph type="ftr" sz="quarter" idx="11"/>
          </p:nvPr>
        </p:nvSpPr>
        <p:spPr>
          <a:xfrm>
            <a:off x="533399" y="6492241"/>
            <a:ext cx="8576637" cy="365760"/>
          </a:xfrm>
          <a:prstGeom prst="rect">
            <a:avLst/>
          </a:prstGeom>
        </p:spPr>
        <p:txBody>
          <a:bodyPr rtlCol="0"/>
          <a:lstStyle>
            <a:lvl1pPr>
              <a:defRPr>
                <a:solidFill>
                  <a:schemeClr val="bg2"/>
                </a:solidFill>
              </a:defRPr>
            </a:lvl1pPr>
          </a:lstStyle>
          <a:p>
            <a:pPr rtl="0"/>
            <a:r>
              <a:rPr lang="pt-br"/>
              <a:t>Título da apresentação</a:t>
            </a:r>
          </a:p>
        </p:txBody>
      </p:sp>
      <p:sp>
        <p:nvSpPr>
          <p:cNvPr id="3" name="Espaço Reservado para Data 2">
            <a:extLst>
              <a:ext uri="{FF2B5EF4-FFF2-40B4-BE49-F238E27FC236}">
                <a16:creationId xmlns:a16="http://schemas.microsoft.com/office/drawing/2014/main" id="{C344C372-F7FA-5AA5-92C1-CF476A26623E}"/>
              </a:ext>
            </a:extLst>
          </p:cNvPr>
          <p:cNvSpPr>
            <a:spLocks noGrp="1"/>
          </p:cNvSpPr>
          <p:nvPr>
            <p:ph type="dt" sz="half" idx="10"/>
          </p:nvPr>
        </p:nvSpPr>
        <p:spPr>
          <a:xfrm>
            <a:off x="9110036" y="6492240"/>
            <a:ext cx="1878955" cy="365760"/>
          </a:xfrm>
          <a:prstGeom prst="rect">
            <a:avLst/>
          </a:prstGeom>
        </p:spPr>
        <p:txBody>
          <a:bodyPr rtlCol="0"/>
          <a:lstStyle>
            <a:lvl1pPr>
              <a:defRPr>
                <a:solidFill>
                  <a:schemeClr val="bg2"/>
                </a:solidFill>
              </a:defRPr>
            </a:lvl1pPr>
          </a:lstStyle>
          <a:p>
            <a:pPr rtl="0"/>
            <a:r>
              <a:rPr lang="en-US"/>
              <a:t>17/09/2025</a:t>
            </a:r>
            <a:endParaRPr lang="en-US" dirty="0"/>
          </a:p>
        </p:txBody>
      </p:sp>
      <p:sp>
        <p:nvSpPr>
          <p:cNvPr id="5" name="Espaço Reservado para o Número do Slide 4">
            <a:extLst>
              <a:ext uri="{FF2B5EF4-FFF2-40B4-BE49-F238E27FC236}">
                <a16:creationId xmlns:a16="http://schemas.microsoft.com/office/drawing/2014/main" id="{C6EAECF6-9F03-4C12-4BD4-4E8AE63A4F3A}"/>
              </a:ext>
            </a:extLst>
          </p:cNvPr>
          <p:cNvSpPr>
            <a:spLocks noGrp="1"/>
          </p:cNvSpPr>
          <p:nvPr>
            <p:ph type="sldNum" sz="quarter" idx="12"/>
          </p:nvPr>
        </p:nvSpPr>
        <p:spPr>
          <a:xfrm>
            <a:off x="10988996" y="6492239"/>
            <a:ext cx="669603" cy="365762"/>
          </a:xfrm>
          <a:prstGeom prst="rect">
            <a:avLst/>
          </a:prstGeom>
        </p:spPr>
        <p:txBody>
          <a:bodyPr rtlCol="0"/>
          <a:lstStyle>
            <a:lvl1pPr>
              <a:defRPr>
                <a:solidFill>
                  <a:schemeClr val="bg2"/>
                </a:solidFill>
              </a:defRPr>
            </a:lvl1pPr>
          </a:lstStyle>
          <a:p>
            <a:pPr rtl="0"/>
            <a:fld id="{AEAA3239-9EA4-4A65-A281-97F994456D9F}" type="slidenum">
              <a:rPr lang="en-US" smtClean="0"/>
              <a:pPr/>
              <a:t>‹#›</a:t>
            </a:fld>
            <a:endParaRPr lang="en-US" dirty="0"/>
          </a:p>
        </p:txBody>
      </p:sp>
      <p:sp>
        <p:nvSpPr>
          <p:cNvPr id="34" name="Retângulo 33">
            <a:extLst>
              <a:ext uri="{FF2B5EF4-FFF2-40B4-BE49-F238E27FC236}">
                <a16:creationId xmlns:a16="http://schemas.microsoft.com/office/drawing/2014/main" id="{4DFFCFBA-7D7E-58B0-8630-FC532477B231}"/>
              </a:ext>
            </a:extLst>
          </p:cNvPr>
          <p:cNvSpPr/>
          <p:nvPr/>
        </p:nvSpPr>
        <p:spPr>
          <a:xfrm>
            <a:off x="9110040" y="6155911"/>
            <a:ext cx="3081959" cy="6400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35" name="Retângulo 34">
            <a:extLst>
              <a:ext uri="{FF2B5EF4-FFF2-40B4-BE49-F238E27FC236}">
                <a16:creationId xmlns:a16="http://schemas.microsoft.com/office/drawing/2014/main" id="{C7ABCBB3-5444-1C63-982A-1A2C44851352}"/>
              </a:ext>
            </a:extLst>
          </p:cNvPr>
          <p:cNvSpPr/>
          <p:nvPr/>
        </p:nvSpPr>
        <p:spPr>
          <a:xfrm>
            <a:off x="3467745" y="6155911"/>
            <a:ext cx="5642289" cy="64008"/>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1395003965"/>
      </p:ext>
    </p:extLst>
  </p:cSld>
  <p:clrMapOvr>
    <a:overrideClrMapping bg1="dk1" tx1="lt1" bg2="dk2" tx2="lt2" accent1="accent1" accent2="accent2" accent3="accent3" accent4="accent4" accent5="accent5" accent6="accent6" hlink="hlink" folHlink="folHlink"/>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Citação 3">
    <p:spTree>
      <p:nvGrpSpPr>
        <p:cNvPr id="1" name=""/>
        <p:cNvGrpSpPr/>
        <p:nvPr/>
      </p:nvGrpSpPr>
      <p:grpSpPr>
        <a:xfrm>
          <a:off x="0" y="0"/>
          <a:ext cx="0" cy="0"/>
          <a:chOff x="0" y="0"/>
          <a:chExt cx="0" cy="0"/>
        </a:xfrm>
      </p:grpSpPr>
      <p:sp>
        <p:nvSpPr>
          <p:cNvPr id="9" name="Título 8">
            <a:extLst>
              <a:ext uri="{FF2B5EF4-FFF2-40B4-BE49-F238E27FC236}">
                <a16:creationId xmlns:a16="http://schemas.microsoft.com/office/drawing/2014/main" id="{F3911537-9B2D-3AC3-4978-FFAA74E6CB17}"/>
              </a:ext>
            </a:extLst>
          </p:cNvPr>
          <p:cNvSpPr>
            <a:spLocks noGrp="1"/>
          </p:cNvSpPr>
          <p:nvPr>
            <p:ph type="title" hasCustomPrompt="1"/>
          </p:nvPr>
        </p:nvSpPr>
        <p:spPr>
          <a:xfrm>
            <a:off x="5900118" y="5472201"/>
            <a:ext cx="5758481" cy="385039"/>
          </a:xfrm>
        </p:spPr>
        <p:txBody>
          <a:bodyPr rtlCol="0" anchor="b">
            <a:normAutofit/>
          </a:bodyPr>
          <a:lstStyle>
            <a:lvl1pPr>
              <a:defRPr sz="2000">
                <a:solidFill>
                  <a:schemeClr val="tx1"/>
                </a:solidFill>
              </a:defRPr>
            </a:lvl1pPr>
          </a:lstStyle>
          <a:p>
            <a:pPr rtl="0"/>
            <a:r>
              <a:rPr lang="pt-br"/>
              <a:t>Autor da Citação</a:t>
            </a:r>
          </a:p>
        </p:txBody>
      </p:sp>
      <p:sp>
        <p:nvSpPr>
          <p:cNvPr id="7" name="Espaço Reservado para Conteúdo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533399" y="1016954"/>
            <a:ext cx="8576637" cy="4089489"/>
          </a:xfrm>
          <a:prstGeom prst="rect">
            <a:avLst/>
          </a:prstGeom>
        </p:spPr>
        <p:txBody>
          <a:bodyPr rtlCol="0" anchor="t">
            <a:normAutofit/>
          </a:bodyPr>
          <a:lstStyle>
            <a:lvl1pPr marL="164592" indent="-164592">
              <a:lnSpc>
                <a:spcPct val="90000"/>
              </a:lnSpc>
              <a:spcBef>
                <a:spcPts val="0"/>
              </a:spcBef>
              <a:buNone/>
              <a:defRPr sz="7200">
                <a:latin typeface="Arial" panose="020B0604020202020204" pitchFamily="34" charset="0"/>
                <a:cs typeface="Arial" panose="020B0604020202020204" pitchFamily="34" charset="0"/>
              </a:defRPr>
            </a:lvl1pPr>
          </a:lstStyle>
          <a:p>
            <a:pPr lvl="0" rtl="0"/>
            <a:r>
              <a:rPr lang="pt-br"/>
              <a:t>Clique para adicionar uma Citação</a:t>
            </a:r>
          </a:p>
        </p:txBody>
      </p:sp>
      <p:sp>
        <p:nvSpPr>
          <p:cNvPr id="4" name="Espaço Reservado para Rodapé 3">
            <a:extLst>
              <a:ext uri="{FF2B5EF4-FFF2-40B4-BE49-F238E27FC236}">
                <a16:creationId xmlns:a16="http://schemas.microsoft.com/office/drawing/2014/main" id="{B23912E3-7555-EAAB-BE83-59ED3B5C9E5B}"/>
              </a:ext>
            </a:extLst>
          </p:cNvPr>
          <p:cNvSpPr>
            <a:spLocks noGrp="1"/>
          </p:cNvSpPr>
          <p:nvPr>
            <p:ph type="ftr" sz="quarter" idx="11"/>
          </p:nvPr>
        </p:nvSpPr>
        <p:spPr>
          <a:xfrm>
            <a:off x="533399" y="6492241"/>
            <a:ext cx="8576637" cy="365760"/>
          </a:xfrm>
          <a:prstGeom prst="rect">
            <a:avLst/>
          </a:prstGeom>
        </p:spPr>
        <p:txBody>
          <a:bodyPr rtlCol="0"/>
          <a:lstStyle/>
          <a:p>
            <a:pPr rtl="0"/>
            <a:r>
              <a:rPr lang="pt-br"/>
              <a:t>Título da apresentação</a:t>
            </a:r>
            <a:endParaRPr lang="en-US" dirty="0"/>
          </a:p>
        </p:txBody>
      </p:sp>
      <p:sp>
        <p:nvSpPr>
          <p:cNvPr id="3" name="Espaço Reservado para Data 2">
            <a:extLst>
              <a:ext uri="{FF2B5EF4-FFF2-40B4-BE49-F238E27FC236}">
                <a16:creationId xmlns:a16="http://schemas.microsoft.com/office/drawing/2014/main" id="{C344C372-F7FA-5AA5-92C1-CF476A26623E}"/>
              </a:ext>
            </a:extLst>
          </p:cNvPr>
          <p:cNvSpPr>
            <a:spLocks noGrp="1"/>
          </p:cNvSpPr>
          <p:nvPr>
            <p:ph type="dt" sz="half" idx="10"/>
          </p:nvPr>
        </p:nvSpPr>
        <p:spPr>
          <a:xfrm>
            <a:off x="9110036" y="6492240"/>
            <a:ext cx="1891337" cy="365760"/>
          </a:xfrm>
          <a:prstGeom prst="rect">
            <a:avLst/>
          </a:prstGeom>
        </p:spPr>
        <p:txBody>
          <a:bodyPr rtlCol="0"/>
          <a:lstStyle/>
          <a:p>
            <a:pPr rtl="0"/>
            <a:r>
              <a:rPr lang="en-US"/>
              <a:t>17/09/2025</a:t>
            </a:r>
            <a:endParaRPr lang="en-US" dirty="0"/>
          </a:p>
        </p:txBody>
      </p:sp>
      <p:sp>
        <p:nvSpPr>
          <p:cNvPr id="5" name="Espaço Reservado para o Número do Slide 4">
            <a:extLst>
              <a:ext uri="{FF2B5EF4-FFF2-40B4-BE49-F238E27FC236}">
                <a16:creationId xmlns:a16="http://schemas.microsoft.com/office/drawing/2014/main" id="{C6EAECF6-9F03-4C12-4BD4-4E8AE63A4F3A}"/>
              </a:ext>
            </a:extLst>
          </p:cNvPr>
          <p:cNvSpPr>
            <a:spLocks noGrp="1"/>
          </p:cNvSpPr>
          <p:nvPr>
            <p:ph type="sldNum" sz="quarter" idx="12"/>
          </p:nvPr>
        </p:nvSpPr>
        <p:spPr>
          <a:xfrm>
            <a:off x="10995976" y="6492241"/>
            <a:ext cx="662623" cy="365760"/>
          </a:xfrm>
          <a:prstGeom prst="rect">
            <a:avLst/>
          </a:prstGeom>
        </p:spPr>
        <p:txBody>
          <a:bodyPr rtlCol="0"/>
          <a:lstStyle/>
          <a:p>
            <a:pPr rtl="0"/>
            <a:fld id="{AEAA3239-9EA4-4A65-A281-97F994456D9F}" type="slidenum">
              <a:rPr lang="en-US" smtClean="0"/>
              <a:t>‹#›</a:t>
            </a:fld>
            <a:endParaRPr lang="en-US" dirty="0"/>
          </a:p>
        </p:txBody>
      </p:sp>
      <p:sp>
        <p:nvSpPr>
          <p:cNvPr id="6" name="Retângulo 5">
            <a:extLst>
              <a:ext uri="{FF2B5EF4-FFF2-40B4-BE49-F238E27FC236}">
                <a16:creationId xmlns:a16="http://schemas.microsoft.com/office/drawing/2014/main" id="{23216E38-A715-5665-7BB7-7254F2F2D693}"/>
              </a:ext>
            </a:extLst>
          </p:cNvPr>
          <p:cNvSpPr/>
          <p:nvPr userDrawn="1"/>
        </p:nvSpPr>
        <p:spPr>
          <a:xfrm>
            <a:off x="5900118" y="6155910"/>
            <a:ext cx="6279500" cy="64008"/>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2192828364"/>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Dois Conteúdos">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AF3BB49-A328-F121-7F27-DEB7C3CC2B0F}"/>
              </a:ext>
            </a:extLst>
          </p:cNvPr>
          <p:cNvSpPr>
            <a:spLocks noGrp="1"/>
          </p:cNvSpPr>
          <p:nvPr>
            <p:ph type="title"/>
          </p:nvPr>
        </p:nvSpPr>
        <p:spPr>
          <a:xfrm>
            <a:off x="533398" y="1016956"/>
            <a:ext cx="11125201" cy="731520"/>
          </a:xfrm>
          <a:prstGeom prst="rect">
            <a:avLst/>
          </a:prstGeom>
        </p:spPr>
        <p:txBody>
          <a:bodyPr rtlCol="0" anchor="t"/>
          <a:lstStyle>
            <a:lvl1pPr>
              <a:defRPr cap="all" baseline="0"/>
            </a:lvl1pPr>
          </a:lstStyle>
          <a:p>
            <a:pPr rtl="0"/>
            <a:r>
              <a:rPr lang="pt-br"/>
              <a:t>Clique para editar o estilo de título Mestre</a:t>
            </a:r>
          </a:p>
        </p:txBody>
      </p:sp>
      <p:sp>
        <p:nvSpPr>
          <p:cNvPr id="37" name="Espaço Reservado para Conteúdo 5">
            <a:extLst>
              <a:ext uri="{FF2B5EF4-FFF2-40B4-BE49-F238E27FC236}">
                <a16:creationId xmlns:a16="http://schemas.microsoft.com/office/drawing/2014/main" id="{2D30AC1E-99F3-1176-72D1-F6FF258E3075}"/>
              </a:ext>
            </a:extLst>
          </p:cNvPr>
          <p:cNvSpPr>
            <a:spLocks noGrp="1"/>
          </p:cNvSpPr>
          <p:nvPr>
            <p:ph sz="quarter" idx="15"/>
          </p:nvPr>
        </p:nvSpPr>
        <p:spPr>
          <a:xfrm>
            <a:off x="533399" y="1883248"/>
            <a:ext cx="5075238" cy="4339752"/>
          </a:xfrm>
          <a:prstGeom prst="rect">
            <a:avLst/>
          </a:prstGeom>
        </p:spPr>
        <p:txBody>
          <a:bodyPr rtlCol="0"/>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38" name="Espaço Reservado para Conteúdo 11">
            <a:extLst>
              <a:ext uri="{FF2B5EF4-FFF2-40B4-BE49-F238E27FC236}">
                <a16:creationId xmlns:a16="http://schemas.microsoft.com/office/drawing/2014/main" id="{54CE6F64-34A4-5E4B-21B9-E65B60D60DF7}"/>
              </a:ext>
            </a:extLst>
          </p:cNvPr>
          <p:cNvSpPr>
            <a:spLocks noGrp="1"/>
          </p:cNvSpPr>
          <p:nvPr>
            <p:ph sz="quarter" idx="16"/>
          </p:nvPr>
        </p:nvSpPr>
        <p:spPr>
          <a:xfrm>
            <a:off x="6583043" y="1883248"/>
            <a:ext cx="5075556" cy="4339752"/>
          </a:xfrm>
          <a:prstGeom prst="rect">
            <a:avLst/>
          </a:prstGeom>
        </p:spPr>
        <p:txBody>
          <a:bodyPr rtlCol="0"/>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6" name="Espaço Reservado para Rodapé 5">
            <a:extLst>
              <a:ext uri="{FF2B5EF4-FFF2-40B4-BE49-F238E27FC236}">
                <a16:creationId xmlns:a16="http://schemas.microsoft.com/office/drawing/2014/main" id="{C2BDD5A2-CE3E-3215-6DAA-F75C0D1229DA}"/>
              </a:ext>
            </a:extLst>
          </p:cNvPr>
          <p:cNvSpPr>
            <a:spLocks noGrp="1"/>
          </p:cNvSpPr>
          <p:nvPr>
            <p:ph type="ftr" sz="quarter" idx="11"/>
          </p:nvPr>
        </p:nvSpPr>
        <p:spPr>
          <a:xfrm>
            <a:off x="533399" y="6492241"/>
            <a:ext cx="8576637" cy="365760"/>
          </a:xfrm>
          <a:prstGeom prst="rect">
            <a:avLst/>
          </a:prstGeom>
        </p:spPr>
        <p:txBody>
          <a:bodyPr rtlCol="0"/>
          <a:lstStyle/>
          <a:p>
            <a:pPr rtl="0"/>
            <a:r>
              <a:rPr lang="pt-br"/>
              <a:t>Título da apresentação</a:t>
            </a:r>
            <a:endParaRPr lang="en-US" dirty="0"/>
          </a:p>
        </p:txBody>
      </p:sp>
      <p:sp>
        <p:nvSpPr>
          <p:cNvPr id="5" name="Espaço Reservado para Data 4">
            <a:extLst>
              <a:ext uri="{FF2B5EF4-FFF2-40B4-BE49-F238E27FC236}">
                <a16:creationId xmlns:a16="http://schemas.microsoft.com/office/drawing/2014/main" id="{897D0B7E-1A60-DA52-6965-92412B1C2F9F}"/>
              </a:ext>
            </a:extLst>
          </p:cNvPr>
          <p:cNvSpPr>
            <a:spLocks noGrp="1"/>
          </p:cNvSpPr>
          <p:nvPr>
            <p:ph type="dt" sz="half" idx="10"/>
          </p:nvPr>
        </p:nvSpPr>
        <p:spPr>
          <a:xfrm>
            <a:off x="9110036" y="6492240"/>
            <a:ext cx="1891338" cy="365760"/>
          </a:xfrm>
          <a:prstGeom prst="rect">
            <a:avLst/>
          </a:prstGeom>
        </p:spPr>
        <p:txBody>
          <a:bodyPr rtlCol="0"/>
          <a:lstStyle/>
          <a:p>
            <a:pPr rtl="0"/>
            <a:r>
              <a:rPr lang="en-US"/>
              <a:t>17/09/2025</a:t>
            </a:r>
          </a:p>
        </p:txBody>
      </p:sp>
      <p:sp>
        <p:nvSpPr>
          <p:cNvPr id="7" name="Espaço Reservado para o Número do Slide 6">
            <a:extLst>
              <a:ext uri="{FF2B5EF4-FFF2-40B4-BE49-F238E27FC236}">
                <a16:creationId xmlns:a16="http://schemas.microsoft.com/office/drawing/2014/main" id="{B1B822F1-284A-1786-FAF2-72129E2FE64D}"/>
              </a:ext>
            </a:extLst>
          </p:cNvPr>
          <p:cNvSpPr>
            <a:spLocks noGrp="1"/>
          </p:cNvSpPr>
          <p:nvPr>
            <p:ph type="sldNum" sz="quarter" idx="12"/>
          </p:nvPr>
        </p:nvSpPr>
        <p:spPr>
          <a:xfrm>
            <a:off x="10995976" y="6492239"/>
            <a:ext cx="662624" cy="365761"/>
          </a:xfrm>
          <a:prstGeom prst="rect">
            <a:avLst/>
          </a:prstGeom>
        </p:spPr>
        <p:txBody>
          <a:bodyPr rtlCol="0"/>
          <a:lstStyle/>
          <a:p>
            <a:pPr rtl="0"/>
            <a:fld id="{AEAA3239-9EA4-4A65-A281-97F994456D9F}" type="slidenum">
              <a:rPr lang="en-US" smtClean="0"/>
              <a:t>‹#›</a:t>
            </a:fld>
            <a:endParaRPr lang="en-US"/>
          </a:p>
        </p:txBody>
      </p:sp>
      <p:sp>
        <p:nvSpPr>
          <p:cNvPr id="8" name="Retângulo 7">
            <a:extLst>
              <a:ext uri="{FF2B5EF4-FFF2-40B4-BE49-F238E27FC236}">
                <a16:creationId xmlns:a16="http://schemas.microsoft.com/office/drawing/2014/main" id="{B0DF6D21-8591-4FB9-5FF0-44B10800DC79}"/>
              </a:ext>
            </a:extLst>
          </p:cNvPr>
          <p:cNvSpPr/>
          <p:nvPr/>
        </p:nvSpPr>
        <p:spPr>
          <a:xfrm>
            <a:off x="634029" y="570037"/>
            <a:ext cx="8476007" cy="6154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9" name="Retângulo 8">
            <a:extLst>
              <a:ext uri="{FF2B5EF4-FFF2-40B4-BE49-F238E27FC236}">
                <a16:creationId xmlns:a16="http://schemas.microsoft.com/office/drawing/2014/main" id="{7A7345B5-8AF1-C46D-5FB8-FF298EC5943D}"/>
              </a:ext>
            </a:extLst>
          </p:cNvPr>
          <p:cNvSpPr/>
          <p:nvPr/>
        </p:nvSpPr>
        <p:spPr>
          <a:xfrm>
            <a:off x="9110036" y="570037"/>
            <a:ext cx="3081964" cy="6154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778661411"/>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Comparação">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1FEE969-634D-6E32-D227-18E9282C6F9E}"/>
              </a:ext>
            </a:extLst>
          </p:cNvPr>
          <p:cNvSpPr>
            <a:spLocks noGrp="1"/>
          </p:cNvSpPr>
          <p:nvPr>
            <p:ph type="title"/>
          </p:nvPr>
        </p:nvSpPr>
        <p:spPr>
          <a:xfrm>
            <a:off x="533398" y="1016955"/>
            <a:ext cx="11125201" cy="731520"/>
          </a:xfrm>
          <a:prstGeom prst="rect">
            <a:avLst/>
          </a:prstGeom>
        </p:spPr>
        <p:txBody>
          <a:bodyPr rtlCol="0" anchor="t"/>
          <a:lstStyle>
            <a:lvl1pPr>
              <a:defRPr cap="all" baseline="0"/>
            </a:lvl1pPr>
          </a:lstStyle>
          <a:p>
            <a:pPr rtl="0"/>
            <a:r>
              <a:rPr lang="pt-br"/>
              <a:t>Clique para editar o estilo de título Mestre</a:t>
            </a:r>
          </a:p>
        </p:txBody>
      </p:sp>
      <p:sp>
        <p:nvSpPr>
          <p:cNvPr id="3" name="Espaço Reservado para Texto 2">
            <a:extLst>
              <a:ext uri="{FF2B5EF4-FFF2-40B4-BE49-F238E27FC236}">
                <a16:creationId xmlns:a16="http://schemas.microsoft.com/office/drawing/2014/main" id="{61CD26D4-290A-F0ED-7D62-41EDA6FEC2B9}"/>
              </a:ext>
            </a:extLst>
          </p:cNvPr>
          <p:cNvSpPr>
            <a:spLocks noGrp="1"/>
          </p:cNvSpPr>
          <p:nvPr>
            <p:ph type="body" idx="1"/>
          </p:nvPr>
        </p:nvSpPr>
        <p:spPr>
          <a:xfrm>
            <a:off x="533399" y="1883248"/>
            <a:ext cx="5074920" cy="375613"/>
          </a:xfrm>
          <a:prstGeom prst="rect">
            <a:avLst/>
          </a:prstGeom>
        </p:spPr>
        <p:txBody>
          <a:bodyPr rtlCol="0" anchor="t">
            <a:norm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pt-br"/>
              <a:t>Clique para editar o texto Mestre</a:t>
            </a:r>
          </a:p>
        </p:txBody>
      </p:sp>
      <p:sp>
        <p:nvSpPr>
          <p:cNvPr id="6" name="Espaço Reservado para Conteúdo 5">
            <a:extLst>
              <a:ext uri="{FF2B5EF4-FFF2-40B4-BE49-F238E27FC236}">
                <a16:creationId xmlns:a16="http://schemas.microsoft.com/office/drawing/2014/main" id="{5776AAF7-C632-FCD0-6A60-E0EA4A52F229}"/>
              </a:ext>
            </a:extLst>
          </p:cNvPr>
          <p:cNvSpPr>
            <a:spLocks noGrp="1"/>
          </p:cNvSpPr>
          <p:nvPr>
            <p:ph sz="quarter" idx="15"/>
          </p:nvPr>
        </p:nvSpPr>
        <p:spPr>
          <a:xfrm>
            <a:off x="533399" y="2444434"/>
            <a:ext cx="5075238" cy="3778566"/>
          </a:xfrm>
          <a:prstGeom prst="rect">
            <a:avLst/>
          </a:prstGeom>
        </p:spPr>
        <p:txBody>
          <a:bodyPr rtlCol="0"/>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5" name="Espaço Reservado para Texto 4">
            <a:extLst>
              <a:ext uri="{FF2B5EF4-FFF2-40B4-BE49-F238E27FC236}">
                <a16:creationId xmlns:a16="http://schemas.microsoft.com/office/drawing/2014/main" id="{06536620-C4F3-EEC3-DBF1-05196B1CBB55}"/>
              </a:ext>
            </a:extLst>
          </p:cNvPr>
          <p:cNvSpPr>
            <a:spLocks noGrp="1"/>
          </p:cNvSpPr>
          <p:nvPr>
            <p:ph type="body" sz="quarter" idx="3"/>
          </p:nvPr>
        </p:nvSpPr>
        <p:spPr>
          <a:xfrm>
            <a:off x="6583679" y="1883247"/>
            <a:ext cx="5074920" cy="375613"/>
          </a:xfrm>
          <a:prstGeom prst="rect">
            <a:avLst/>
          </a:prstGeom>
        </p:spPr>
        <p:txBody>
          <a:bodyPr rtlCol="0" anchor="t">
            <a:norm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pt-br"/>
              <a:t>Clique para editar o texto Mestre</a:t>
            </a:r>
          </a:p>
        </p:txBody>
      </p:sp>
      <p:sp>
        <p:nvSpPr>
          <p:cNvPr id="12" name="Espaço Reservado para Conteúdo 11">
            <a:extLst>
              <a:ext uri="{FF2B5EF4-FFF2-40B4-BE49-F238E27FC236}">
                <a16:creationId xmlns:a16="http://schemas.microsoft.com/office/drawing/2014/main" id="{CD998360-6973-27D8-8B08-ACAE10572B32}"/>
              </a:ext>
            </a:extLst>
          </p:cNvPr>
          <p:cNvSpPr>
            <a:spLocks noGrp="1"/>
          </p:cNvSpPr>
          <p:nvPr>
            <p:ph sz="quarter" idx="16"/>
          </p:nvPr>
        </p:nvSpPr>
        <p:spPr>
          <a:xfrm>
            <a:off x="6583043" y="2444434"/>
            <a:ext cx="5075556" cy="3778566"/>
          </a:xfrm>
          <a:prstGeom prst="rect">
            <a:avLst/>
          </a:prstGeom>
        </p:spPr>
        <p:txBody>
          <a:bodyPr rtlCol="0"/>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8" name="Espaço Reservado para Rodapé 7">
            <a:extLst>
              <a:ext uri="{FF2B5EF4-FFF2-40B4-BE49-F238E27FC236}">
                <a16:creationId xmlns:a16="http://schemas.microsoft.com/office/drawing/2014/main" id="{949D76D8-9033-26CF-BF4C-AECCC685C177}"/>
              </a:ext>
            </a:extLst>
          </p:cNvPr>
          <p:cNvSpPr>
            <a:spLocks noGrp="1"/>
          </p:cNvSpPr>
          <p:nvPr>
            <p:ph type="ftr" sz="quarter" idx="11"/>
          </p:nvPr>
        </p:nvSpPr>
        <p:spPr>
          <a:xfrm>
            <a:off x="533399" y="6492241"/>
            <a:ext cx="8576637" cy="365760"/>
          </a:xfrm>
          <a:prstGeom prst="rect">
            <a:avLst/>
          </a:prstGeom>
        </p:spPr>
        <p:txBody>
          <a:bodyPr rtlCol="0"/>
          <a:lstStyle/>
          <a:p>
            <a:pPr rtl="0"/>
            <a:r>
              <a:rPr lang="pt-br"/>
              <a:t>Título da apresentação</a:t>
            </a:r>
            <a:endParaRPr lang="en-US" dirty="0"/>
          </a:p>
        </p:txBody>
      </p:sp>
      <p:sp>
        <p:nvSpPr>
          <p:cNvPr id="7" name="Espaço Reservado para Data 6">
            <a:extLst>
              <a:ext uri="{FF2B5EF4-FFF2-40B4-BE49-F238E27FC236}">
                <a16:creationId xmlns:a16="http://schemas.microsoft.com/office/drawing/2014/main" id="{4E3B3581-658A-8487-F9CB-E79F2BFF27E4}"/>
              </a:ext>
            </a:extLst>
          </p:cNvPr>
          <p:cNvSpPr>
            <a:spLocks noGrp="1"/>
          </p:cNvSpPr>
          <p:nvPr>
            <p:ph type="dt" sz="half" idx="10"/>
          </p:nvPr>
        </p:nvSpPr>
        <p:spPr>
          <a:xfrm>
            <a:off x="9110036" y="6492240"/>
            <a:ext cx="1891338" cy="365760"/>
          </a:xfrm>
          <a:prstGeom prst="rect">
            <a:avLst/>
          </a:prstGeom>
        </p:spPr>
        <p:txBody>
          <a:bodyPr rtlCol="0"/>
          <a:lstStyle/>
          <a:p>
            <a:pPr rtl="0"/>
            <a:r>
              <a:rPr lang="en-US"/>
              <a:t>17/09/2025</a:t>
            </a:r>
          </a:p>
        </p:txBody>
      </p:sp>
      <p:sp>
        <p:nvSpPr>
          <p:cNvPr id="9" name="Espaço Reservado para o Número do Slide 8">
            <a:extLst>
              <a:ext uri="{FF2B5EF4-FFF2-40B4-BE49-F238E27FC236}">
                <a16:creationId xmlns:a16="http://schemas.microsoft.com/office/drawing/2014/main" id="{E02A06B8-CC1D-542F-D8EB-7625046B91D2}"/>
              </a:ext>
            </a:extLst>
          </p:cNvPr>
          <p:cNvSpPr>
            <a:spLocks noGrp="1"/>
          </p:cNvSpPr>
          <p:nvPr>
            <p:ph type="sldNum" sz="quarter" idx="12"/>
          </p:nvPr>
        </p:nvSpPr>
        <p:spPr>
          <a:xfrm>
            <a:off x="11001374" y="6492241"/>
            <a:ext cx="657226" cy="365760"/>
          </a:xfrm>
          <a:prstGeom prst="rect">
            <a:avLst/>
          </a:prstGeom>
        </p:spPr>
        <p:txBody>
          <a:bodyPr rtlCol="0"/>
          <a:lstStyle/>
          <a:p>
            <a:pPr rtl="0"/>
            <a:fld id="{AEAA3239-9EA4-4A65-A281-97F994456D9F}" type="slidenum">
              <a:rPr lang="en-US" smtClean="0"/>
              <a:t>‹#›</a:t>
            </a:fld>
            <a:endParaRPr lang="en-US"/>
          </a:p>
        </p:txBody>
      </p:sp>
      <p:sp>
        <p:nvSpPr>
          <p:cNvPr id="37" name="Retângulo 36">
            <a:extLst>
              <a:ext uri="{FF2B5EF4-FFF2-40B4-BE49-F238E27FC236}">
                <a16:creationId xmlns:a16="http://schemas.microsoft.com/office/drawing/2014/main" id="{AB0A7ECD-2835-13DC-1392-DC6E9D6B14EE}"/>
              </a:ext>
            </a:extLst>
          </p:cNvPr>
          <p:cNvSpPr/>
          <p:nvPr/>
        </p:nvSpPr>
        <p:spPr>
          <a:xfrm>
            <a:off x="634029" y="570037"/>
            <a:ext cx="8476007" cy="6154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38" name="Retângulo 37">
            <a:extLst>
              <a:ext uri="{FF2B5EF4-FFF2-40B4-BE49-F238E27FC236}">
                <a16:creationId xmlns:a16="http://schemas.microsoft.com/office/drawing/2014/main" id="{33FF6D6A-BF5E-8499-2E05-993B26BA4977}"/>
              </a:ext>
            </a:extLst>
          </p:cNvPr>
          <p:cNvSpPr/>
          <p:nvPr/>
        </p:nvSpPr>
        <p:spPr>
          <a:xfrm>
            <a:off x="9110036" y="570037"/>
            <a:ext cx="3081964" cy="6154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416578429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66A9F42-7FF7-F803-C075-BC4968D35E34}"/>
              </a:ext>
            </a:extLst>
          </p:cNvPr>
          <p:cNvSpPr>
            <a:spLocks noGrp="1"/>
          </p:cNvSpPr>
          <p:nvPr>
            <p:ph type="title"/>
          </p:nvPr>
        </p:nvSpPr>
        <p:spPr>
          <a:xfrm>
            <a:off x="533398" y="1016955"/>
            <a:ext cx="11125201" cy="1112519"/>
          </a:xfrm>
          <a:prstGeom prst="rect">
            <a:avLst/>
          </a:prstGeom>
        </p:spPr>
        <p:txBody>
          <a:bodyPr rtlCol="0" anchor="t"/>
          <a:lstStyle>
            <a:lvl1pPr>
              <a:defRPr cap="all" baseline="0">
                <a:solidFill>
                  <a:schemeClr val="tx2"/>
                </a:solidFill>
              </a:defRPr>
            </a:lvl1pPr>
          </a:lstStyle>
          <a:p>
            <a:pPr rtl="0"/>
            <a:r>
              <a:rPr lang="pt-br"/>
              <a:t>Clique para editar o estilo de título Mestre</a:t>
            </a:r>
          </a:p>
        </p:txBody>
      </p:sp>
      <p:sp>
        <p:nvSpPr>
          <p:cNvPr id="4" name="Espaço Reservado para Rodapé 3">
            <a:extLst>
              <a:ext uri="{FF2B5EF4-FFF2-40B4-BE49-F238E27FC236}">
                <a16:creationId xmlns:a16="http://schemas.microsoft.com/office/drawing/2014/main" id="{6B968DDD-323F-89A1-84E3-DDBA626D9386}"/>
              </a:ext>
            </a:extLst>
          </p:cNvPr>
          <p:cNvSpPr>
            <a:spLocks noGrp="1"/>
          </p:cNvSpPr>
          <p:nvPr>
            <p:ph type="ftr" sz="quarter" idx="11"/>
          </p:nvPr>
        </p:nvSpPr>
        <p:spPr>
          <a:xfrm>
            <a:off x="533399" y="6492241"/>
            <a:ext cx="8576637" cy="365760"/>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3" name="Espaço Reservado para Data 2">
            <a:extLst>
              <a:ext uri="{FF2B5EF4-FFF2-40B4-BE49-F238E27FC236}">
                <a16:creationId xmlns:a16="http://schemas.microsoft.com/office/drawing/2014/main" id="{E89E8268-7232-2944-F1BD-399F9419B563}"/>
              </a:ext>
            </a:extLst>
          </p:cNvPr>
          <p:cNvSpPr>
            <a:spLocks noGrp="1"/>
          </p:cNvSpPr>
          <p:nvPr>
            <p:ph type="dt" sz="half" idx="10"/>
          </p:nvPr>
        </p:nvSpPr>
        <p:spPr>
          <a:xfrm>
            <a:off x="9110036" y="6492240"/>
            <a:ext cx="1891338" cy="365760"/>
          </a:xfrm>
          <a:prstGeom prst="rect">
            <a:avLst/>
          </a:prstGeom>
        </p:spPr>
        <p:txBody>
          <a:bodyPr rtlCol="0"/>
          <a:lstStyle>
            <a:lvl1pPr>
              <a:defRPr>
                <a:solidFill>
                  <a:schemeClr val="tx2"/>
                </a:solidFill>
              </a:defRPr>
            </a:lvl1pPr>
          </a:lstStyle>
          <a:p>
            <a:pPr rtl="0"/>
            <a:r>
              <a:rPr lang="en-US"/>
              <a:t>17/09/2025</a:t>
            </a:r>
          </a:p>
        </p:txBody>
      </p:sp>
      <p:sp>
        <p:nvSpPr>
          <p:cNvPr id="5" name="Espaço Reservado para o Número do Slide 4">
            <a:extLst>
              <a:ext uri="{FF2B5EF4-FFF2-40B4-BE49-F238E27FC236}">
                <a16:creationId xmlns:a16="http://schemas.microsoft.com/office/drawing/2014/main" id="{98FBDC76-671D-1671-DCE2-D5658BD40E29}"/>
              </a:ext>
            </a:extLst>
          </p:cNvPr>
          <p:cNvSpPr>
            <a:spLocks noGrp="1"/>
          </p:cNvSpPr>
          <p:nvPr>
            <p:ph type="sldNum" sz="quarter" idx="12"/>
          </p:nvPr>
        </p:nvSpPr>
        <p:spPr>
          <a:xfrm>
            <a:off x="10995976" y="6492241"/>
            <a:ext cx="662624" cy="365760"/>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a:p>
        </p:txBody>
      </p:sp>
      <p:sp>
        <p:nvSpPr>
          <p:cNvPr id="6" name="Retângulo 5">
            <a:extLst>
              <a:ext uri="{FF2B5EF4-FFF2-40B4-BE49-F238E27FC236}">
                <a16:creationId xmlns:a16="http://schemas.microsoft.com/office/drawing/2014/main" id="{D0F7BCB4-DC28-7382-4A0F-0498411C4247}"/>
              </a:ext>
            </a:extLst>
          </p:cNvPr>
          <p:cNvSpPr/>
          <p:nvPr userDrawn="1"/>
        </p:nvSpPr>
        <p:spPr>
          <a:xfrm>
            <a:off x="634029" y="570037"/>
            <a:ext cx="8476007" cy="6154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7" name="Retângulo 6">
            <a:extLst>
              <a:ext uri="{FF2B5EF4-FFF2-40B4-BE49-F238E27FC236}">
                <a16:creationId xmlns:a16="http://schemas.microsoft.com/office/drawing/2014/main" id="{DB5560D8-36FC-D0D1-04BB-54F2CCBC8B5E}"/>
              </a:ext>
            </a:extLst>
          </p:cNvPr>
          <p:cNvSpPr/>
          <p:nvPr userDrawn="1"/>
        </p:nvSpPr>
        <p:spPr>
          <a:xfrm>
            <a:off x="9110036" y="570037"/>
            <a:ext cx="3081964" cy="6154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200760490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Vazio">
    <p:spTree>
      <p:nvGrpSpPr>
        <p:cNvPr id="1" name=""/>
        <p:cNvGrpSpPr/>
        <p:nvPr/>
      </p:nvGrpSpPr>
      <p:grpSpPr>
        <a:xfrm>
          <a:off x="0" y="0"/>
          <a:ext cx="0" cy="0"/>
          <a:chOff x="0" y="0"/>
          <a:chExt cx="0" cy="0"/>
        </a:xfrm>
      </p:grpSpPr>
      <p:sp>
        <p:nvSpPr>
          <p:cNvPr id="3" name="Espaço Reservado para Rodapé 2">
            <a:extLst>
              <a:ext uri="{FF2B5EF4-FFF2-40B4-BE49-F238E27FC236}">
                <a16:creationId xmlns:a16="http://schemas.microsoft.com/office/drawing/2014/main" id="{10EAA6C9-A7F3-19F1-D17C-A1D83FAF553F}"/>
              </a:ext>
            </a:extLst>
          </p:cNvPr>
          <p:cNvSpPr>
            <a:spLocks noGrp="1"/>
          </p:cNvSpPr>
          <p:nvPr>
            <p:ph type="ftr" sz="quarter" idx="11"/>
          </p:nvPr>
        </p:nvSpPr>
        <p:spPr>
          <a:xfrm>
            <a:off x="533399" y="6492241"/>
            <a:ext cx="8576637" cy="365760"/>
          </a:xfrm>
          <a:prstGeom prst="rect">
            <a:avLst/>
          </a:prstGeom>
        </p:spPr>
        <p:txBody>
          <a:bodyPr rtlCol="0"/>
          <a:lstStyle/>
          <a:p>
            <a:pPr rtl="0"/>
            <a:r>
              <a:rPr lang="pt-br"/>
              <a:t>Título da apresentação</a:t>
            </a:r>
            <a:endParaRPr lang="en-US" dirty="0"/>
          </a:p>
        </p:txBody>
      </p:sp>
      <p:sp>
        <p:nvSpPr>
          <p:cNvPr id="2" name="Espaço Reservado para Data 1">
            <a:extLst>
              <a:ext uri="{FF2B5EF4-FFF2-40B4-BE49-F238E27FC236}">
                <a16:creationId xmlns:a16="http://schemas.microsoft.com/office/drawing/2014/main" id="{49BC4D82-0182-501C-9231-46767680476E}"/>
              </a:ext>
            </a:extLst>
          </p:cNvPr>
          <p:cNvSpPr>
            <a:spLocks noGrp="1"/>
          </p:cNvSpPr>
          <p:nvPr>
            <p:ph type="dt" sz="half" idx="10"/>
          </p:nvPr>
        </p:nvSpPr>
        <p:spPr>
          <a:xfrm>
            <a:off x="9110036" y="6492240"/>
            <a:ext cx="1891338" cy="365760"/>
          </a:xfrm>
          <a:prstGeom prst="rect">
            <a:avLst/>
          </a:prstGeom>
        </p:spPr>
        <p:txBody>
          <a:bodyPr rtlCol="0"/>
          <a:lstStyle/>
          <a:p>
            <a:pPr rtl="0"/>
            <a:r>
              <a:rPr lang="en-US"/>
              <a:t>17/09/2025</a:t>
            </a:r>
          </a:p>
        </p:txBody>
      </p:sp>
      <p:sp>
        <p:nvSpPr>
          <p:cNvPr id="4" name="Espaço Reservado para o Número do Slide 3">
            <a:extLst>
              <a:ext uri="{FF2B5EF4-FFF2-40B4-BE49-F238E27FC236}">
                <a16:creationId xmlns:a16="http://schemas.microsoft.com/office/drawing/2014/main" id="{34EBB816-1B94-116F-92D4-6043AE9E0C6B}"/>
              </a:ext>
            </a:extLst>
          </p:cNvPr>
          <p:cNvSpPr>
            <a:spLocks noGrp="1"/>
          </p:cNvSpPr>
          <p:nvPr>
            <p:ph type="sldNum" sz="quarter" idx="12"/>
          </p:nvPr>
        </p:nvSpPr>
        <p:spPr>
          <a:xfrm>
            <a:off x="11001374" y="6492241"/>
            <a:ext cx="657226" cy="365760"/>
          </a:xfrm>
          <a:prstGeom prst="rect">
            <a:avLst/>
          </a:prstGeom>
        </p:spPr>
        <p:txBody>
          <a:bodyPr rtlCol="0"/>
          <a:lstStyle/>
          <a:p>
            <a:pPr rtl="0"/>
            <a:fld id="{AEAA3239-9EA4-4A65-A281-97F994456D9F}" type="slidenum">
              <a:rPr lang="en-US" smtClean="0"/>
              <a:t>‹#›</a:t>
            </a:fld>
            <a:endParaRPr lang="en-US"/>
          </a:p>
        </p:txBody>
      </p:sp>
    </p:spTree>
    <p:extLst>
      <p:ext uri="{BB962C8B-B14F-4D97-AF65-F5344CB8AC3E}">
        <p14:creationId xmlns:p14="http://schemas.microsoft.com/office/powerpoint/2010/main" val="3647844138"/>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350C37F-77BE-E128-4248-D001C39E79C6}"/>
              </a:ext>
            </a:extLst>
          </p:cNvPr>
          <p:cNvSpPr>
            <a:spLocks noGrp="1"/>
          </p:cNvSpPr>
          <p:nvPr>
            <p:ph type="title"/>
          </p:nvPr>
        </p:nvSpPr>
        <p:spPr>
          <a:xfrm>
            <a:off x="533398" y="1016955"/>
            <a:ext cx="3867155" cy="1757505"/>
          </a:xfrm>
          <a:prstGeom prst="rect">
            <a:avLst/>
          </a:prstGeom>
        </p:spPr>
        <p:txBody>
          <a:bodyPr rtlCol="0" anchor="t">
            <a:normAutofit/>
          </a:bodyPr>
          <a:lstStyle>
            <a:lvl1pPr>
              <a:defRPr sz="3600" cap="all" baseline="0"/>
            </a:lvl1pPr>
          </a:lstStyle>
          <a:p>
            <a:pPr rtl="0"/>
            <a:r>
              <a:rPr lang="pt-br"/>
              <a:t>Clique para editar o estilo de título Mestre</a:t>
            </a:r>
          </a:p>
        </p:txBody>
      </p:sp>
      <p:sp>
        <p:nvSpPr>
          <p:cNvPr id="4" name="Espaço Reservado para Texto 3">
            <a:extLst>
              <a:ext uri="{FF2B5EF4-FFF2-40B4-BE49-F238E27FC236}">
                <a16:creationId xmlns:a16="http://schemas.microsoft.com/office/drawing/2014/main" id="{EC0EEBFB-2026-6A35-33ED-F008376B67A0}"/>
              </a:ext>
            </a:extLst>
          </p:cNvPr>
          <p:cNvSpPr>
            <a:spLocks noGrp="1"/>
          </p:cNvSpPr>
          <p:nvPr>
            <p:ph type="body" sz="half" idx="2"/>
          </p:nvPr>
        </p:nvSpPr>
        <p:spPr>
          <a:xfrm>
            <a:off x="533398" y="3242948"/>
            <a:ext cx="3867154" cy="3081652"/>
          </a:xfrm>
          <a:prstGeom prst="rect">
            <a:avLst/>
          </a:prstGeom>
        </p:spPr>
        <p:txBody>
          <a:bodyPr rtlCol="0" anchor="t">
            <a:normAutofit/>
          </a:bodyPr>
          <a:lstStyle>
            <a:lvl1pPr marL="0" indent="0">
              <a:buNone/>
              <a:defRPr sz="1400">
                <a:solidFill>
                  <a:schemeClr val="tx2"/>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rtl="0"/>
            <a:r>
              <a:rPr lang="pt-br"/>
              <a:t>Clique para editar o texto Mestre</a:t>
            </a:r>
          </a:p>
        </p:txBody>
      </p:sp>
      <p:sp>
        <p:nvSpPr>
          <p:cNvPr id="3" name="Espaço Reservado para Conteúdo 2">
            <a:extLst>
              <a:ext uri="{FF2B5EF4-FFF2-40B4-BE49-F238E27FC236}">
                <a16:creationId xmlns:a16="http://schemas.microsoft.com/office/drawing/2014/main" id="{2F3B20A8-A604-C977-02C0-083BA8663484}"/>
              </a:ext>
            </a:extLst>
          </p:cNvPr>
          <p:cNvSpPr>
            <a:spLocks noGrp="1"/>
          </p:cNvSpPr>
          <p:nvPr>
            <p:ph idx="1"/>
          </p:nvPr>
        </p:nvSpPr>
        <p:spPr>
          <a:xfrm>
            <a:off x="4962527" y="1001714"/>
            <a:ext cx="6696073" cy="5221285"/>
          </a:xfrm>
          <a:prstGeom prst="rect">
            <a:avLst/>
          </a:prstGeom>
        </p:spPr>
        <p:txBody>
          <a:bodyPr vert="horz" lIns="91440" tIns="45720" rIns="91440" bIns="45720" rtlCol="0">
            <a:normAutofit/>
          </a:bodyPr>
          <a:lstStyle>
            <a:lvl1pPr>
              <a:defRPr lang="en-US" dirty="0">
                <a:solidFill>
                  <a:schemeClr val="tx2"/>
                </a:solidFill>
              </a:defRPr>
            </a:lvl1pPr>
            <a:lvl2pPr>
              <a:defRPr lang="en-US" dirty="0">
                <a:solidFill>
                  <a:schemeClr val="tx2"/>
                </a:solidFill>
              </a:defRPr>
            </a:lvl2pPr>
            <a:lvl3pPr>
              <a:defRPr lang="en-US" dirty="0">
                <a:solidFill>
                  <a:schemeClr val="tx2"/>
                </a:solidFill>
              </a:defRPr>
            </a:lvl3pPr>
            <a:lvl4pPr>
              <a:defRPr lang="en-US" dirty="0">
                <a:solidFill>
                  <a:schemeClr val="tx2"/>
                </a:solidFill>
              </a:defRPr>
            </a:lvl4pPr>
            <a:lvl5pPr>
              <a:defRPr lang="en-US" dirty="0">
                <a:solidFill>
                  <a:schemeClr val="tx2"/>
                </a:solidFill>
              </a:defRPr>
            </a:lvl5pPr>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6" name="Espaço Reservado para Rodapé 5">
            <a:extLst>
              <a:ext uri="{FF2B5EF4-FFF2-40B4-BE49-F238E27FC236}">
                <a16:creationId xmlns:a16="http://schemas.microsoft.com/office/drawing/2014/main" id="{9C85A215-184B-2105-0279-ED02F6445831}"/>
              </a:ext>
            </a:extLst>
          </p:cNvPr>
          <p:cNvSpPr>
            <a:spLocks noGrp="1"/>
          </p:cNvSpPr>
          <p:nvPr>
            <p:ph type="ftr" sz="quarter" idx="11"/>
          </p:nvPr>
        </p:nvSpPr>
        <p:spPr>
          <a:xfrm>
            <a:off x="533399" y="6492241"/>
            <a:ext cx="8576637" cy="365760"/>
          </a:xfrm>
          <a:prstGeom prst="rect">
            <a:avLst/>
          </a:prstGeom>
        </p:spPr>
        <p:txBody>
          <a:bodyPr rtlCol="0"/>
          <a:lstStyle/>
          <a:p>
            <a:pPr rtl="0"/>
            <a:r>
              <a:rPr lang="pt-br"/>
              <a:t>Título da apresentação</a:t>
            </a:r>
            <a:endParaRPr lang="en-US" dirty="0"/>
          </a:p>
        </p:txBody>
      </p:sp>
      <p:sp>
        <p:nvSpPr>
          <p:cNvPr id="5" name="Espaço Reservado para Data 4">
            <a:extLst>
              <a:ext uri="{FF2B5EF4-FFF2-40B4-BE49-F238E27FC236}">
                <a16:creationId xmlns:a16="http://schemas.microsoft.com/office/drawing/2014/main" id="{93F05638-7A56-469A-825A-1DFA600254C8}"/>
              </a:ext>
            </a:extLst>
          </p:cNvPr>
          <p:cNvSpPr>
            <a:spLocks noGrp="1"/>
          </p:cNvSpPr>
          <p:nvPr>
            <p:ph type="dt" sz="half" idx="10"/>
          </p:nvPr>
        </p:nvSpPr>
        <p:spPr>
          <a:xfrm>
            <a:off x="9110036" y="6492240"/>
            <a:ext cx="1891338" cy="365760"/>
          </a:xfrm>
          <a:prstGeom prst="rect">
            <a:avLst/>
          </a:prstGeom>
        </p:spPr>
        <p:txBody>
          <a:bodyPr rtlCol="0"/>
          <a:lstStyle/>
          <a:p>
            <a:pPr rtl="0"/>
            <a:r>
              <a:rPr lang="en-US"/>
              <a:t>17/09/2025</a:t>
            </a:r>
          </a:p>
        </p:txBody>
      </p:sp>
      <p:sp>
        <p:nvSpPr>
          <p:cNvPr id="7" name="Espaço Reservado para o Número do Slide 6">
            <a:extLst>
              <a:ext uri="{FF2B5EF4-FFF2-40B4-BE49-F238E27FC236}">
                <a16:creationId xmlns:a16="http://schemas.microsoft.com/office/drawing/2014/main" id="{32C7CA46-892B-253A-3A28-7414E17B837B}"/>
              </a:ext>
            </a:extLst>
          </p:cNvPr>
          <p:cNvSpPr>
            <a:spLocks noGrp="1"/>
          </p:cNvSpPr>
          <p:nvPr>
            <p:ph type="sldNum" sz="quarter" idx="12"/>
          </p:nvPr>
        </p:nvSpPr>
        <p:spPr>
          <a:xfrm>
            <a:off x="10995976" y="6492241"/>
            <a:ext cx="662624" cy="365760"/>
          </a:xfrm>
          <a:prstGeom prst="rect">
            <a:avLst/>
          </a:prstGeom>
        </p:spPr>
        <p:txBody>
          <a:bodyPr rtlCol="0"/>
          <a:lstStyle/>
          <a:p>
            <a:pPr rtl="0"/>
            <a:fld id="{AEAA3239-9EA4-4A65-A281-97F994456D9F}" type="slidenum">
              <a:rPr lang="en-US" smtClean="0"/>
              <a:t>‹#›</a:t>
            </a:fld>
            <a:endParaRPr lang="en-US"/>
          </a:p>
        </p:txBody>
      </p:sp>
      <p:sp>
        <p:nvSpPr>
          <p:cNvPr id="37" name="Retângulo 36">
            <a:extLst>
              <a:ext uri="{FF2B5EF4-FFF2-40B4-BE49-F238E27FC236}">
                <a16:creationId xmlns:a16="http://schemas.microsoft.com/office/drawing/2014/main" id="{120561F0-CF17-B530-6961-589A8ED59092}"/>
              </a:ext>
            </a:extLst>
          </p:cNvPr>
          <p:cNvSpPr/>
          <p:nvPr/>
        </p:nvSpPr>
        <p:spPr>
          <a:xfrm>
            <a:off x="634029" y="570037"/>
            <a:ext cx="3766523" cy="6154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38" name="Retângulo 37">
            <a:extLst>
              <a:ext uri="{FF2B5EF4-FFF2-40B4-BE49-F238E27FC236}">
                <a16:creationId xmlns:a16="http://schemas.microsoft.com/office/drawing/2014/main" id="{38CC40D6-7654-D186-61ED-908232C31F69}"/>
              </a:ext>
            </a:extLst>
          </p:cNvPr>
          <p:cNvSpPr/>
          <p:nvPr/>
        </p:nvSpPr>
        <p:spPr>
          <a:xfrm>
            <a:off x="4400552" y="570037"/>
            <a:ext cx="7791448" cy="6154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2783284291"/>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FB06A09-98CF-FAC2-3708-AECC4360C651}"/>
              </a:ext>
            </a:extLst>
          </p:cNvPr>
          <p:cNvSpPr>
            <a:spLocks noGrp="1"/>
          </p:cNvSpPr>
          <p:nvPr>
            <p:ph type="title"/>
          </p:nvPr>
        </p:nvSpPr>
        <p:spPr>
          <a:xfrm>
            <a:off x="533399" y="1016955"/>
            <a:ext cx="3486153" cy="1762083"/>
          </a:xfrm>
          <a:prstGeom prst="rect">
            <a:avLst/>
          </a:prstGeom>
        </p:spPr>
        <p:txBody>
          <a:bodyPr rtlCol="0" anchor="t">
            <a:normAutofit/>
          </a:bodyPr>
          <a:lstStyle>
            <a:lvl1pPr>
              <a:defRPr sz="3600" cap="all" baseline="0"/>
            </a:lvl1pPr>
          </a:lstStyle>
          <a:p>
            <a:pPr rtl="0"/>
            <a:r>
              <a:rPr lang="pt-br"/>
              <a:t>Clique para editar o estilo de título Mestre</a:t>
            </a:r>
          </a:p>
        </p:txBody>
      </p:sp>
      <p:sp>
        <p:nvSpPr>
          <p:cNvPr id="4" name="Espaço Reservado para Texto 3">
            <a:extLst>
              <a:ext uri="{FF2B5EF4-FFF2-40B4-BE49-F238E27FC236}">
                <a16:creationId xmlns:a16="http://schemas.microsoft.com/office/drawing/2014/main" id="{F32C4A61-EF2A-C5A5-B150-4448600B3937}"/>
              </a:ext>
            </a:extLst>
          </p:cNvPr>
          <p:cNvSpPr>
            <a:spLocks noGrp="1"/>
          </p:cNvSpPr>
          <p:nvPr>
            <p:ph type="body" sz="half" idx="2"/>
          </p:nvPr>
        </p:nvSpPr>
        <p:spPr>
          <a:xfrm>
            <a:off x="533399" y="2991503"/>
            <a:ext cx="3486153" cy="3333097"/>
          </a:xfrm>
          <a:prstGeom prst="rect">
            <a:avLst/>
          </a:prstGeom>
        </p:spPr>
        <p:txBody>
          <a:bodyPr rtlCol="0" anchor="b">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rtl="0"/>
            <a:r>
              <a:rPr lang="pt-br"/>
              <a:t>Clique para editar o texto Mestre</a:t>
            </a:r>
          </a:p>
        </p:txBody>
      </p:sp>
      <p:sp>
        <p:nvSpPr>
          <p:cNvPr id="3" name="Espaço Reservado para Imagem 2">
            <a:extLst>
              <a:ext uri="{FF2B5EF4-FFF2-40B4-BE49-F238E27FC236}">
                <a16:creationId xmlns:a16="http://schemas.microsoft.com/office/drawing/2014/main" id="{9571C769-CEC8-962A-01E6-15B0E056791E}"/>
              </a:ext>
            </a:extLst>
          </p:cNvPr>
          <p:cNvSpPr>
            <a:spLocks noGrp="1"/>
          </p:cNvSpPr>
          <p:nvPr>
            <p:ph type="pic" idx="1" hasCustomPrompt="1"/>
          </p:nvPr>
        </p:nvSpPr>
        <p:spPr>
          <a:xfrm>
            <a:off x="4962527" y="631580"/>
            <a:ext cx="6696073" cy="5845420"/>
          </a:xfrm>
          <a:prstGeom prst="rect">
            <a:avLst/>
          </a:prstGeom>
          <a:blipFill dpi="0" rotWithShape="1">
            <a:blip r:embed="rId2">
              <a:alphaModFix amt="60000"/>
            </a:blip>
            <a:srcRect/>
            <a:stretch>
              <a:fillRect/>
            </a:stretch>
          </a:blipFill>
        </p:spPr>
        <p:txBody>
          <a:bodyPr rtlCol="0">
            <a:normAutofit/>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rtl="0"/>
            <a:r>
              <a:rPr lang="pt-br"/>
              <a:t> </a:t>
            </a:r>
          </a:p>
        </p:txBody>
      </p:sp>
      <p:sp>
        <p:nvSpPr>
          <p:cNvPr id="6" name="Espaço Reservado para Rodapé 5">
            <a:extLst>
              <a:ext uri="{FF2B5EF4-FFF2-40B4-BE49-F238E27FC236}">
                <a16:creationId xmlns:a16="http://schemas.microsoft.com/office/drawing/2014/main" id="{7FDC75DA-9A78-9AB9-7171-95A08CC51C56}"/>
              </a:ext>
            </a:extLst>
          </p:cNvPr>
          <p:cNvSpPr>
            <a:spLocks noGrp="1"/>
          </p:cNvSpPr>
          <p:nvPr>
            <p:ph type="ftr" sz="quarter" idx="11"/>
          </p:nvPr>
        </p:nvSpPr>
        <p:spPr>
          <a:xfrm>
            <a:off x="533399" y="6492241"/>
            <a:ext cx="8576637" cy="365760"/>
          </a:xfrm>
          <a:prstGeom prst="rect">
            <a:avLst/>
          </a:prstGeom>
        </p:spPr>
        <p:txBody>
          <a:bodyPr rtlCol="0"/>
          <a:lstStyle/>
          <a:p>
            <a:pPr rtl="0"/>
            <a:r>
              <a:rPr lang="pt-br"/>
              <a:t>Título da apresentação</a:t>
            </a:r>
          </a:p>
        </p:txBody>
      </p:sp>
      <p:sp>
        <p:nvSpPr>
          <p:cNvPr id="5" name="Espaço Reservado para Data 4">
            <a:extLst>
              <a:ext uri="{FF2B5EF4-FFF2-40B4-BE49-F238E27FC236}">
                <a16:creationId xmlns:a16="http://schemas.microsoft.com/office/drawing/2014/main" id="{920B235E-39C7-4C78-20EF-DB48ECD9CB90}"/>
              </a:ext>
            </a:extLst>
          </p:cNvPr>
          <p:cNvSpPr>
            <a:spLocks noGrp="1"/>
          </p:cNvSpPr>
          <p:nvPr>
            <p:ph type="dt" sz="half" idx="10"/>
          </p:nvPr>
        </p:nvSpPr>
        <p:spPr>
          <a:xfrm>
            <a:off x="9110036" y="6492238"/>
            <a:ext cx="1880548" cy="365761"/>
          </a:xfrm>
          <a:prstGeom prst="rect">
            <a:avLst/>
          </a:prstGeom>
        </p:spPr>
        <p:txBody>
          <a:bodyPr rtlCol="0"/>
          <a:lstStyle/>
          <a:p>
            <a:pPr rtl="0"/>
            <a:r>
              <a:rPr lang="en-US"/>
              <a:t>17/09/2025</a:t>
            </a:r>
          </a:p>
        </p:txBody>
      </p:sp>
      <p:sp>
        <p:nvSpPr>
          <p:cNvPr id="7" name="Espaço Reservado para o Número do Slide 6">
            <a:extLst>
              <a:ext uri="{FF2B5EF4-FFF2-40B4-BE49-F238E27FC236}">
                <a16:creationId xmlns:a16="http://schemas.microsoft.com/office/drawing/2014/main" id="{5EFE1A03-DCCB-53C7-DBFE-2AD55C90591B}"/>
              </a:ext>
            </a:extLst>
          </p:cNvPr>
          <p:cNvSpPr>
            <a:spLocks noGrp="1"/>
          </p:cNvSpPr>
          <p:nvPr>
            <p:ph type="sldNum" sz="quarter" idx="12"/>
          </p:nvPr>
        </p:nvSpPr>
        <p:spPr>
          <a:xfrm>
            <a:off x="10995976" y="6492237"/>
            <a:ext cx="662624" cy="365763"/>
          </a:xfrm>
          <a:prstGeom prst="rect">
            <a:avLst/>
          </a:prstGeom>
        </p:spPr>
        <p:txBody>
          <a:bodyPr rtlCol="0"/>
          <a:lstStyle/>
          <a:p>
            <a:pPr rtl="0"/>
            <a:fld id="{AEAA3239-9EA4-4A65-A281-97F994456D9F}" type="slidenum">
              <a:rPr lang="en-US" smtClean="0"/>
              <a:t>‹#›</a:t>
            </a:fld>
            <a:endParaRPr lang="en-US" dirty="0"/>
          </a:p>
        </p:txBody>
      </p:sp>
      <p:sp>
        <p:nvSpPr>
          <p:cNvPr id="35" name="Retângulo 34">
            <a:extLst>
              <a:ext uri="{FF2B5EF4-FFF2-40B4-BE49-F238E27FC236}">
                <a16:creationId xmlns:a16="http://schemas.microsoft.com/office/drawing/2014/main" id="{103DE75D-DDAE-AF30-6FFC-D490DF411F57}"/>
              </a:ext>
            </a:extLst>
          </p:cNvPr>
          <p:cNvSpPr/>
          <p:nvPr/>
        </p:nvSpPr>
        <p:spPr>
          <a:xfrm>
            <a:off x="634029" y="570037"/>
            <a:ext cx="4323111" cy="7481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36" name="Retângulo 35">
            <a:extLst>
              <a:ext uri="{FF2B5EF4-FFF2-40B4-BE49-F238E27FC236}">
                <a16:creationId xmlns:a16="http://schemas.microsoft.com/office/drawing/2014/main" id="{37FF2131-F761-6A93-E155-1DE63565D2B6}"/>
              </a:ext>
            </a:extLst>
          </p:cNvPr>
          <p:cNvSpPr/>
          <p:nvPr/>
        </p:nvSpPr>
        <p:spPr>
          <a:xfrm>
            <a:off x="4962522" y="570037"/>
            <a:ext cx="7229478" cy="74817"/>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2953577063"/>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Conclusão">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433D9-FD02-59E2-0F81-A0B7201D2DA0}"/>
              </a:ext>
            </a:extLst>
          </p:cNvPr>
          <p:cNvSpPr>
            <a:spLocks noGrp="1"/>
          </p:cNvSpPr>
          <p:nvPr>
            <p:ph type="title"/>
          </p:nvPr>
        </p:nvSpPr>
        <p:spPr>
          <a:xfrm>
            <a:off x="533398" y="1016955"/>
            <a:ext cx="11125201" cy="1860235"/>
          </a:xfrm>
          <a:prstGeom prst="rect">
            <a:avLst/>
          </a:prstGeom>
        </p:spPr>
        <p:txBody>
          <a:bodyPr rtlCol="0" anchor="t">
            <a:noAutofit/>
          </a:bodyPr>
          <a:lstStyle>
            <a:lvl1pPr>
              <a:defRPr sz="7200" cap="all" baseline="0">
                <a:solidFill>
                  <a:schemeClr val="tx2"/>
                </a:solidFill>
              </a:defRPr>
            </a:lvl1pPr>
          </a:lstStyle>
          <a:p>
            <a:pPr rtl="0"/>
            <a:r>
              <a:rPr lang="pt-br"/>
              <a:t>Clique para editar o estilo de título Mestre</a:t>
            </a:r>
          </a:p>
        </p:txBody>
      </p:sp>
      <p:sp>
        <p:nvSpPr>
          <p:cNvPr id="8" name="Espaço Reservado para Conteúdo 7">
            <a:extLst>
              <a:ext uri="{FF2B5EF4-FFF2-40B4-BE49-F238E27FC236}">
                <a16:creationId xmlns:a16="http://schemas.microsoft.com/office/drawing/2014/main" id="{C7E1FCC9-2D1D-9C6B-8C9A-E3D0A77DBEF0}"/>
              </a:ext>
            </a:extLst>
          </p:cNvPr>
          <p:cNvSpPr>
            <a:spLocks noGrp="1"/>
          </p:cNvSpPr>
          <p:nvPr>
            <p:ph sz="quarter" idx="13"/>
          </p:nvPr>
        </p:nvSpPr>
        <p:spPr>
          <a:xfrm>
            <a:off x="533398" y="3258190"/>
            <a:ext cx="11125201" cy="2964810"/>
          </a:xfrm>
          <a:prstGeom prst="rect">
            <a:avLst/>
          </a:prstGeom>
        </p:spPr>
        <p:txBody>
          <a:bodyPr rtlCol="0"/>
          <a:lstStyle>
            <a:lvl1pPr marL="0" indent="0">
              <a:buNone/>
              <a:defRPr>
                <a:solidFill>
                  <a:schemeClr val="tx2"/>
                </a:solidFill>
              </a:defRPr>
            </a:lvl1pPr>
            <a:lvl2pPr marL="228600" indent="0">
              <a:buNone/>
              <a:defRPr>
                <a:solidFill>
                  <a:schemeClr val="tx2"/>
                </a:solidFill>
              </a:defRPr>
            </a:lvl2pPr>
            <a:lvl3pPr marL="457200" indent="0">
              <a:buNone/>
              <a:defRPr>
                <a:solidFill>
                  <a:schemeClr val="tx2"/>
                </a:solidFill>
              </a:defRPr>
            </a:lvl3pPr>
            <a:lvl4pPr marL="685800" indent="0">
              <a:buNone/>
              <a:defRPr>
                <a:solidFill>
                  <a:schemeClr val="tx2"/>
                </a:solidFill>
              </a:defRPr>
            </a:lvl4pPr>
            <a:lvl5pPr marL="914400" indent="0">
              <a:buNone/>
              <a:defRPr>
                <a:solidFill>
                  <a:schemeClr val="tx2"/>
                </a:solidFill>
              </a:defRPr>
            </a:lvl5pPr>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5" name="Espaço Reservado para Rodapé 4">
            <a:extLst>
              <a:ext uri="{FF2B5EF4-FFF2-40B4-BE49-F238E27FC236}">
                <a16:creationId xmlns:a16="http://schemas.microsoft.com/office/drawing/2014/main" id="{B17E6B5E-6174-FD5C-41E8-FFC44C650D7E}"/>
              </a:ext>
            </a:extLst>
          </p:cNvPr>
          <p:cNvSpPr>
            <a:spLocks noGrp="1"/>
          </p:cNvSpPr>
          <p:nvPr>
            <p:ph type="ftr" sz="quarter" idx="11"/>
          </p:nvPr>
        </p:nvSpPr>
        <p:spPr>
          <a:xfrm>
            <a:off x="533399" y="6492241"/>
            <a:ext cx="8576637" cy="365760"/>
          </a:xfrm>
          <a:prstGeom prst="rect">
            <a:avLst/>
          </a:prstGeom>
        </p:spPr>
        <p:txBody>
          <a:bodyPr rtlCol="0"/>
          <a:lstStyle>
            <a:lvl1pPr>
              <a:defRPr>
                <a:solidFill>
                  <a:schemeClr val="tx2"/>
                </a:solidFill>
              </a:defRPr>
            </a:lvl1pPr>
          </a:lstStyle>
          <a:p>
            <a:pPr rtl="0"/>
            <a:r>
              <a:rPr lang="pt-br"/>
              <a:t>Título da apresentação</a:t>
            </a:r>
          </a:p>
        </p:txBody>
      </p:sp>
      <p:sp>
        <p:nvSpPr>
          <p:cNvPr id="4" name="Espaço Reservado para Data 3">
            <a:extLst>
              <a:ext uri="{FF2B5EF4-FFF2-40B4-BE49-F238E27FC236}">
                <a16:creationId xmlns:a16="http://schemas.microsoft.com/office/drawing/2014/main" id="{0B9485D1-E172-8F0A-A425-3097B3ABCFB4}"/>
              </a:ext>
            </a:extLst>
          </p:cNvPr>
          <p:cNvSpPr>
            <a:spLocks noGrp="1"/>
          </p:cNvSpPr>
          <p:nvPr>
            <p:ph type="dt" sz="half" idx="10"/>
          </p:nvPr>
        </p:nvSpPr>
        <p:spPr>
          <a:xfrm>
            <a:off x="9110036" y="6492240"/>
            <a:ext cx="1504949" cy="365760"/>
          </a:xfrm>
          <a:prstGeom prst="rect">
            <a:avLst/>
          </a:prstGeom>
        </p:spPr>
        <p:txBody>
          <a:bodyPr rtlCol="0"/>
          <a:lstStyle>
            <a:lvl1pPr>
              <a:defRPr>
                <a:solidFill>
                  <a:schemeClr val="tx2"/>
                </a:solidFill>
              </a:defRPr>
            </a:lvl1pPr>
          </a:lstStyle>
          <a:p>
            <a:pPr rtl="0"/>
            <a:r>
              <a:rPr lang="en-US"/>
              <a:t>17/09/2025</a:t>
            </a:r>
          </a:p>
        </p:txBody>
      </p:sp>
      <p:sp>
        <p:nvSpPr>
          <p:cNvPr id="6" name="Espaço Reservado para o Número do Slide 5">
            <a:extLst>
              <a:ext uri="{FF2B5EF4-FFF2-40B4-BE49-F238E27FC236}">
                <a16:creationId xmlns:a16="http://schemas.microsoft.com/office/drawing/2014/main" id="{4BF72154-F85B-E301-DA57-E314D7315916}"/>
              </a:ext>
            </a:extLst>
          </p:cNvPr>
          <p:cNvSpPr>
            <a:spLocks noGrp="1"/>
          </p:cNvSpPr>
          <p:nvPr>
            <p:ph type="sldNum" sz="quarter" idx="12"/>
          </p:nvPr>
        </p:nvSpPr>
        <p:spPr>
          <a:xfrm>
            <a:off x="10614990" y="6492241"/>
            <a:ext cx="1043610" cy="365760"/>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dirty="0"/>
          </a:p>
        </p:txBody>
      </p:sp>
      <p:sp>
        <p:nvSpPr>
          <p:cNvPr id="34" name="Retângulo 33">
            <a:extLst>
              <a:ext uri="{FF2B5EF4-FFF2-40B4-BE49-F238E27FC236}">
                <a16:creationId xmlns:a16="http://schemas.microsoft.com/office/drawing/2014/main" id="{C0612DD4-C154-5A34-CBE2-09022345DFF5}"/>
              </a:ext>
            </a:extLst>
          </p:cNvPr>
          <p:cNvSpPr/>
          <p:nvPr/>
        </p:nvSpPr>
        <p:spPr>
          <a:xfrm>
            <a:off x="634029" y="570037"/>
            <a:ext cx="8476007" cy="6154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solidFill>
                <a:schemeClr val="tx2"/>
              </a:solidFill>
            </a:endParaRPr>
          </a:p>
        </p:txBody>
      </p:sp>
      <p:sp>
        <p:nvSpPr>
          <p:cNvPr id="35" name="Retângulo 34">
            <a:extLst>
              <a:ext uri="{FF2B5EF4-FFF2-40B4-BE49-F238E27FC236}">
                <a16:creationId xmlns:a16="http://schemas.microsoft.com/office/drawing/2014/main" id="{A245B82D-4F13-20D2-DD25-C26E60C48A92}"/>
              </a:ext>
            </a:extLst>
          </p:cNvPr>
          <p:cNvSpPr/>
          <p:nvPr/>
        </p:nvSpPr>
        <p:spPr>
          <a:xfrm>
            <a:off x="9110036" y="570037"/>
            <a:ext cx="3081964" cy="6154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1800403535"/>
      </p:ext>
    </p:extLst>
  </p:cSld>
  <p:clrMapOvr>
    <a:overrideClrMapping bg1="lt1" tx1="dk1" bg2="lt2" tx2="dk2" accent1="accent1" accent2="accent2" accent3="accent3" accent4="accent4" accent5="accent5" accent6="accent6" hlink="hlink" folHlink="folHlink"/>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Conclusão 2">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433D9-FD02-59E2-0F81-A0B7201D2DA0}"/>
              </a:ext>
            </a:extLst>
          </p:cNvPr>
          <p:cNvSpPr>
            <a:spLocks noGrp="1"/>
          </p:cNvSpPr>
          <p:nvPr>
            <p:ph type="title"/>
          </p:nvPr>
        </p:nvSpPr>
        <p:spPr>
          <a:xfrm>
            <a:off x="533400" y="1016955"/>
            <a:ext cx="8576636" cy="1842020"/>
          </a:xfrm>
          <a:prstGeom prst="rect">
            <a:avLst/>
          </a:prstGeom>
        </p:spPr>
        <p:txBody>
          <a:bodyPr rtlCol="0" anchor="t">
            <a:noAutofit/>
          </a:bodyPr>
          <a:lstStyle>
            <a:lvl1pPr>
              <a:defRPr sz="7200" cap="all" baseline="0">
                <a:solidFill>
                  <a:schemeClr val="tx2"/>
                </a:solidFill>
              </a:defRPr>
            </a:lvl1pPr>
          </a:lstStyle>
          <a:p>
            <a:pPr rtl="0"/>
            <a:r>
              <a:rPr lang="pt-br"/>
              <a:t>Clique para editar o estilo de título Mestre</a:t>
            </a:r>
          </a:p>
        </p:txBody>
      </p:sp>
      <p:sp>
        <p:nvSpPr>
          <p:cNvPr id="7" name="Espaço Reservado para Conteúdo 6">
            <a:extLst>
              <a:ext uri="{FF2B5EF4-FFF2-40B4-BE49-F238E27FC236}">
                <a16:creationId xmlns:a16="http://schemas.microsoft.com/office/drawing/2014/main" id="{053FFEDA-E57B-DF13-2394-A1514E15F85A}"/>
              </a:ext>
            </a:extLst>
          </p:cNvPr>
          <p:cNvSpPr>
            <a:spLocks noGrp="1"/>
          </p:cNvSpPr>
          <p:nvPr>
            <p:ph sz="quarter" idx="14"/>
          </p:nvPr>
        </p:nvSpPr>
        <p:spPr>
          <a:xfrm>
            <a:off x="533400" y="4614992"/>
            <a:ext cx="8576506" cy="1608008"/>
          </a:xfrm>
          <a:prstGeom prst="rect">
            <a:avLst/>
          </a:prstGeom>
        </p:spPr>
        <p:txBody>
          <a:bodyPr rtlCol="0">
            <a:noAutofit/>
          </a:bodyPr>
          <a:lstStyle>
            <a:lvl1pPr marL="0" indent="0">
              <a:buNone/>
              <a:defRPr sz="2000" b="1" i="0">
                <a:solidFill>
                  <a:schemeClr val="tx2"/>
                </a:solidFill>
                <a:latin typeface="Arial" panose="020B0604020202020204" pitchFamily="34" charset="0"/>
                <a:cs typeface="Arial" panose="020B0604020202020204" pitchFamily="34" charset="0"/>
              </a:defRPr>
            </a:lvl1pPr>
            <a:lvl2pPr marL="228600" indent="0">
              <a:buNone/>
              <a:defRPr sz="2000" b="1" i="0">
                <a:solidFill>
                  <a:schemeClr val="tx2"/>
                </a:solidFill>
                <a:latin typeface="Arial" panose="020B0604020202020204" pitchFamily="34" charset="0"/>
                <a:cs typeface="Arial" panose="020B0604020202020204" pitchFamily="34" charset="0"/>
              </a:defRPr>
            </a:lvl2pPr>
            <a:lvl3pPr marL="457200" indent="0">
              <a:buNone/>
              <a:defRPr sz="2000" b="1" i="0">
                <a:solidFill>
                  <a:schemeClr val="tx2"/>
                </a:solidFill>
                <a:latin typeface="Arial" panose="020B0604020202020204" pitchFamily="34" charset="0"/>
                <a:cs typeface="Arial" panose="020B0604020202020204" pitchFamily="34" charset="0"/>
              </a:defRPr>
            </a:lvl3pPr>
            <a:lvl4pPr marL="685800" indent="0">
              <a:buNone/>
              <a:defRPr sz="2000" b="1" i="0">
                <a:solidFill>
                  <a:schemeClr val="tx2"/>
                </a:solidFill>
                <a:latin typeface="Arial" panose="020B0604020202020204" pitchFamily="34" charset="0"/>
                <a:cs typeface="Arial" panose="020B0604020202020204" pitchFamily="34" charset="0"/>
              </a:defRPr>
            </a:lvl4pPr>
            <a:lvl5pPr marL="914400" indent="0">
              <a:buNone/>
              <a:defRPr sz="2000" b="1" i="0">
                <a:solidFill>
                  <a:schemeClr val="tx2"/>
                </a:solidFill>
                <a:latin typeface="Arial" panose="020B0604020202020204" pitchFamily="34" charset="0"/>
                <a:cs typeface="Arial" panose="020B0604020202020204" pitchFamily="34" charset="0"/>
              </a:defRPr>
            </a:lvl5pPr>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5" name="Espaço Reservado para Rodapé 4">
            <a:extLst>
              <a:ext uri="{FF2B5EF4-FFF2-40B4-BE49-F238E27FC236}">
                <a16:creationId xmlns:a16="http://schemas.microsoft.com/office/drawing/2014/main" id="{B17E6B5E-6174-FD5C-41E8-FFC44C650D7E}"/>
              </a:ext>
            </a:extLst>
          </p:cNvPr>
          <p:cNvSpPr>
            <a:spLocks noGrp="1"/>
          </p:cNvSpPr>
          <p:nvPr>
            <p:ph type="ftr" sz="quarter" idx="11"/>
          </p:nvPr>
        </p:nvSpPr>
        <p:spPr>
          <a:xfrm>
            <a:off x="533400" y="6492241"/>
            <a:ext cx="8576636" cy="365760"/>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4" name="Espaço Reservado para Data 3">
            <a:extLst>
              <a:ext uri="{FF2B5EF4-FFF2-40B4-BE49-F238E27FC236}">
                <a16:creationId xmlns:a16="http://schemas.microsoft.com/office/drawing/2014/main" id="{0B9485D1-E172-8F0A-A425-3097B3ABCFB4}"/>
              </a:ext>
            </a:extLst>
          </p:cNvPr>
          <p:cNvSpPr>
            <a:spLocks noGrp="1"/>
          </p:cNvSpPr>
          <p:nvPr>
            <p:ph type="dt" sz="half" idx="10"/>
          </p:nvPr>
        </p:nvSpPr>
        <p:spPr>
          <a:xfrm>
            <a:off x="9110036" y="6492240"/>
            <a:ext cx="1891338" cy="365760"/>
          </a:xfrm>
          <a:prstGeom prst="rect">
            <a:avLst/>
          </a:prstGeom>
        </p:spPr>
        <p:txBody>
          <a:bodyPr rtlCol="0"/>
          <a:lstStyle>
            <a:lvl1pPr>
              <a:defRPr>
                <a:solidFill>
                  <a:schemeClr val="tx2"/>
                </a:solidFill>
              </a:defRPr>
            </a:lvl1pPr>
          </a:lstStyle>
          <a:p>
            <a:pPr rtl="0"/>
            <a:r>
              <a:rPr lang="en-US"/>
              <a:t>17/09/2025</a:t>
            </a:r>
            <a:endParaRPr lang="en-US" dirty="0"/>
          </a:p>
        </p:txBody>
      </p:sp>
      <p:sp>
        <p:nvSpPr>
          <p:cNvPr id="6" name="Espaço Reservado para o Número do Slide 5">
            <a:extLst>
              <a:ext uri="{FF2B5EF4-FFF2-40B4-BE49-F238E27FC236}">
                <a16:creationId xmlns:a16="http://schemas.microsoft.com/office/drawing/2014/main" id="{4BF72154-F85B-E301-DA57-E314D7315916}"/>
              </a:ext>
            </a:extLst>
          </p:cNvPr>
          <p:cNvSpPr>
            <a:spLocks noGrp="1"/>
          </p:cNvSpPr>
          <p:nvPr>
            <p:ph type="sldNum" sz="quarter" idx="12"/>
          </p:nvPr>
        </p:nvSpPr>
        <p:spPr>
          <a:xfrm>
            <a:off x="11001374" y="6492241"/>
            <a:ext cx="657226" cy="365760"/>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a:p>
        </p:txBody>
      </p:sp>
      <p:sp>
        <p:nvSpPr>
          <p:cNvPr id="58" name="Retângulo 57">
            <a:extLst>
              <a:ext uri="{FF2B5EF4-FFF2-40B4-BE49-F238E27FC236}">
                <a16:creationId xmlns:a16="http://schemas.microsoft.com/office/drawing/2014/main" id="{C0E45243-34A7-09D9-589C-A28D8FB592BD}"/>
              </a:ext>
            </a:extLst>
          </p:cNvPr>
          <p:cNvSpPr/>
          <p:nvPr/>
        </p:nvSpPr>
        <p:spPr>
          <a:xfrm>
            <a:off x="634029" y="570037"/>
            <a:ext cx="8476007" cy="6154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59" name="Retângulo 58">
            <a:extLst>
              <a:ext uri="{FF2B5EF4-FFF2-40B4-BE49-F238E27FC236}">
                <a16:creationId xmlns:a16="http://schemas.microsoft.com/office/drawing/2014/main" id="{377B2CF5-DB49-E6FB-F72A-24AA38988AEC}"/>
              </a:ext>
            </a:extLst>
          </p:cNvPr>
          <p:cNvSpPr/>
          <p:nvPr/>
        </p:nvSpPr>
        <p:spPr>
          <a:xfrm>
            <a:off x="9110036" y="570037"/>
            <a:ext cx="3081964" cy="6154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3562945291"/>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475BFB69-9245-EC58-F1DE-FEB625BD336A}"/>
              </a:ext>
            </a:extLst>
          </p:cNvPr>
          <p:cNvSpPr>
            <a:spLocks noGrp="1"/>
          </p:cNvSpPr>
          <p:nvPr>
            <p:ph type="title"/>
          </p:nvPr>
        </p:nvSpPr>
        <p:spPr>
          <a:xfrm>
            <a:off x="533398" y="1016955"/>
            <a:ext cx="11125201" cy="746759"/>
          </a:xfrm>
          <a:prstGeom prst="rect">
            <a:avLst/>
          </a:prstGeom>
        </p:spPr>
        <p:txBody>
          <a:bodyPr vert="horz" lIns="91440" tIns="45720" rIns="91440" bIns="45720" rtlCol="0" anchor="t">
            <a:normAutofit/>
          </a:bodyPr>
          <a:lstStyle/>
          <a:p>
            <a:pPr rtl="0"/>
            <a:r>
              <a:rPr lang="pt-br"/>
              <a:t>Clique para editar o estilo de título Mestre</a:t>
            </a:r>
          </a:p>
        </p:txBody>
      </p:sp>
      <p:sp>
        <p:nvSpPr>
          <p:cNvPr id="3" name="Espaço Reservado para Texto 2">
            <a:extLst>
              <a:ext uri="{FF2B5EF4-FFF2-40B4-BE49-F238E27FC236}">
                <a16:creationId xmlns:a16="http://schemas.microsoft.com/office/drawing/2014/main" id="{5516AFD5-5144-C460-0CA4-644BC4A93C02}"/>
              </a:ext>
            </a:extLst>
          </p:cNvPr>
          <p:cNvSpPr>
            <a:spLocks noGrp="1"/>
          </p:cNvSpPr>
          <p:nvPr>
            <p:ph type="body" idx="1"/>
          </p:nvPr>
        </p:nvSpPr>
        <p:spPr>
          <a:xfrm>
            <a:off x="533398" y="1748474"/>
            <a:ext cx="11125202" cy="4728524"/>
          </a:xfrm>
          <a:prstGeom prst="rect">
            <a:avLst/>
          </a:prstGeom>
        </p:spPr>
        <p:txBody>
          <a:bodyPr vert="horz" lIns="91440" tIns="45720" rIns="91440" bIns="45720" rtlCol="0">
            <a:normAutofit/>
          </a:bodyPr>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p>
        </p:txBody>
      </p:sp>
      <p:sp>
        <p:nvSpPr>
          <p:cNvPr id="5" name="Espaço Reservado para Rodapé 4">
            <a:extLst>
              <a:ext uri="{FF2B5EF4-FFF2-40B4-BE49-F238E27FC236}">
                <a16:creationId xmlns:a16="http://schemas.microsoft.com/office/drawing/2014/main" id="{D4E1B7C8-DA74-800B-EE14-A39E9DB32DE4}"/>
              </a:ext>
            </a:extLst>
          </p:cNvPr>
          <p:cNvSpPr>
            <a:spLocks noGrp="1"/>
          </p:cNvSpPr>
          <p:nvPr>
            <p:ph type="ftr" sz="quarter" idx="3"/>
          </p:nvPr>
        </p:nvSpPr>
        <p:spPr>
          <a:xfrm>
            <a:off x="533399" y="6476998"/>
            <a:ext cx="8576637" cy="381003"/>
          </a:xfrm>
          <a:prstGeom prst="rect">
            <a:avLst/>
          </a:prstGeom>
        </p:spPr>
        <p:txBody>
          <a:bodyPr vert="horz" lIns="91440" tIns="45720" rIns="91440" bIns="45720" rtlCol="0" anchor="ctr"/>
          <a:lstStyle>
            <a:lvl1pPr algn="l" rtl="0">
              <a:defRPr sz="800">
                <a:solidFill>
                  <a:schemeClr val="tx2"/>
                </a:solidFill>
                <a:latin typeface="+mn-lt"/>
                <a:cs typeface="Arial" panose="020B0604020202020204" pitchFamily="34" charset="0"/>
              </a:defRPr>
            </a:lvl1pPr>
          </a:lstStyle>
          <a:p>
            <a:pPr rtl="0"/>
            <a:r>
              <a:rPr lang="pt-br"/>
              <a:t>Título da apresentação</a:t>
            </a:r>
            <a:endParaRPr lang="en-US" dirty="0"/>
          </a:p>
        </p:txBody>
      </p:sp>
      <p:sp>
        <p:nvSpPr>
          <p:cNvPr id="4" name="Espaço Reservado para Data 3">
            <a:extLst>
              <a:ext uri="{FF2B5EF4-FFF2-40B4-BE49-F238E27FC236}">
                <a16:creationId xmlns:a16="http://schemas.microsoft.com/office/drawing/2014/main" id="{3995753E-AF8A-7E04-8A1A-205B755A0215}"/>
              </a:ext>
            </a:extLst>
          </p:cNvPr>
          <p:cNvSpPr>
            <a:spLocks noGrp="1"/>
          </p:cNvSpPr>
          <p:nvPr>
            <p:ph type="dt" sz="half" idx="2"/>
          </p:nvPr>
        </p:nvSpPr>
        <p:spPr>
          <a:xfrm>
            <a:off x="9110036" y="6476998"/>
            <a:ext cx="1885951" cy="381003"/>
          </a:xfrm>
          <a:prstGeom prst="rect">
            <a:avLst/>
          </a:prstGeom>
        </p:spPr>
        <p:txBody>
          <a:bodyPr vert="horz" lIns="91440" tIns="45720" rIns="91440" bIns="45720" rtlCol="0" anchor="ctr"/>
          <a:lstStyle>
            <a:lvl1pPr algn="r" rtl="0">
              <a:defRPr sz="800">
                <a:solidFill>
                  <a:schemeClr val="tx2"/>
                </a:solidFill>
                <a:latin typeface="+mn-lt"/>
                <a:cs typeface="Arial" panose="020B0604020202020204" pitchFamily="34" charset="0"/>
              </a:defRPr>
            </a:lvl1pPr>
          </a:lstStyle>
          <a:p>
            <a:pPr rtl="0"/>
            <a:r>
              <a:rPr lang="en-US"/>
              <a:t>17/09/2025</a:t>
            </a:r>
            <a:endParaRPr lang="en-US" dirty="0"/>
          </a:p>
        </p:txBody>
      </p:sp>
      <p:sp>
        <p:nvSpPr>
          <p:cNvPr id="6" name="Espaço Reservado para o Número do Slide 5">
            <a:extLst>
              <a:ext uri="{FF2B5EF4-FFF2-40B4-BE49-F238E27FC236}">
                <a16:creationId xmlns:a16="http://schemas.microsoft.com/office/drawing/2014/main" id="{7AC1647D-0DF0-CA1B-F723-EF7B8F508DB7}"/>
              </a:ext>
            </a:extLst>
          </p:cNvPr>
          <p:cNvSpPr>
            <a:spLocks noGrp="1"/>
          </p:cNvSpPr>
          <p:nvPr>
            <p:ph type="sldNum" sz="quarter" idx="4"/>
          </p:nvPr>
        </p:nvSpPr>
        <p:spPr>
          <a:xfrm>
            <a:off x="11001379" y="6476998"/>
            <a:ext cx="657221" cy="381003"/>
          </a:xfrm>
          <a:prstGeom prst="rect">
            <a:avLst/>
          </a:prstGeom>
        </p:spPr>
        <p:txBody>
          <a:bodyPr vert="horz" lIns="91440" tIns="45720" rIns="91440" bIns="45720" rtlCol="0" anchor="ctr"/>
          <a:lstStyle>
            <a:lvl1pPr algn="r" rtl="0">
              <a:defRPr sz="800">
                <a:solidFill>
                  <a:schemeClr val="tx2"/>
                </a:solidFill>
                <a:latin typeface="+mn-lt"/>
                <a:cs typeface="Arial" panose="020B0604020202020204" pitchFamily="34" charset="0"/>
              </a:defRPr>
            </a:lvl1pPr>
          </a:lstStyle>
          <a:p>
            <a:pPr rtl="0"/>
            <a:fld id="{AEAA3239-9EA4-4A65-A281-97F994456D9F}" type="slidenum">
              <a:rPr lang="en-US" smtClean="0"/>
              <a:pPr/>
              <a:t>‹#›</a:t>
            </a:fld>
            <a:endParaRPr lang="en-US" dirty="0"/>
          </a:p>
        </p:txBody>
      </p:sp>
    </p:spTree>
    <p:extLst>
      <p:ext uri="{BB962C8B-B14F-4D97-AF65-F5344CB8AC3E}">
        <p14:creationId xmlns:p14="http://schemas.microsoft.com/office/powerpoint/2010/main" val="1339175978"/>
      </p:ext>
    </p:extLst>
  </p:cSld>
  <p:clrMap bg1="lt1" tx1="dk1" bg2="lt2" tx2="dk2" accent1="accent1" accent2="accent2" accent3="accent3" accent4="accent4" accent5="accent5" accent6="accent6" hlink="hlink" folHlink="folHlink"/>
  <p:sldLayoutIdLst>
    <p:sldLayoutId id="2147483953" r:id="rId1"/>
    <p:sldLayoutId id="2147483954" r:id="rId2"/>
    <p:sldLayoutId id="2147483955" r:id="rId3"/>
    <p:sldLayoutId id="2147483956" r:id="rId4"/>
    <p:sldLayoutId id="2147483957" r:id="rId5"/>
    <p:sldLayoutId id="2147483958" r:id="rId6"/>
    <p:sldLayoutId id="2147483959" r:id="rId7"/>
    <p:sldLayoutId id="2147483960" r:id="rId8"/>
    <p:sldLayoutId id="2147483961" r:id="rId9"/>
    <p:sldLayoutId id="2147483962" r:id="rId10"/>
    <p:sldLayoutId id="2147483963" r:id="rId11"/>
    <p:sldLayoutId id="2147483964" r:id="rId12"/>
    <p:sldLayoutId id="2147483965" r:id="rId13"/>
    <p:sldLayoutId id="2147483967" r:id="rId14"/>
    <p:sldLayoutId id="2147483966" r:id="rId15"/>
    <p:sldLayoutId id="2147483968" r:id="rId16"/>
    <p:sldLayoutId id="2147483969" r:id="rId17"/>
    <p:sldLayoutId id="2147483970" r:id="rId18"/>
    <p:sldLayoutId id="2147483971" r:id="rId19"/>
    <p:sldLayoutId id="2147483972" r:id="rId20"/>
    <p:sldLayoutId id="2147483973" r:id="rId21"/>
    <p:sldLayoutId id="2147483974" r:id="rId22"/>
    <p:sldLayoutId id="2147483975" r:id="rId23"/>
    <p:sldLayoutId id="2147483976" r:id="rId24"/>
    <p:sldLayoutId id="2147483977" r:id="rId25"/>
    <p:sldLayoutId id="2147483978" r:id="rId26"/>
    <p:sldLayoutId id="2147483979" r:id="rId27"/>
    <p:sldLayoutId id="2147483980" r:id="rId28"/>
    <p:sldLayoutId id="2147483981" r:id="rId29"/>
    <p:sldLayoutId id="2147483982" r:id="rId30"/>
    <p:sldLayoutId id="2147483983" r:id="rId31"/>
    <p:sldLayoutId id="2147483984" r:id="rId32"/>
    <p:sldLayoutId id="2147483985" r:id="rId33"/>
    <p:sldLayoutId id="2147483986" r:id="rId34"/>
    <p:sldLayoutId id="2147483987" r:id="rId35"/>
    <p:sldLayoutId id="2147483988" r:id="rId36"/>
    <p:sldLayoutId id="2147483989" r:id="rId37"/>
    <p:sldLayoutId id="2147483990" r:id="rId38"/>
    <p:sldLayoutId id="2147483991" r:id="rId39"/>
    <p:sldLayoutId id="2147483992" r:id="rId40"/>
    <p:sldLayoutId id="2147483993" r:id="rId41"/>
    <p:sldLayoutId id="2147483994" r:id="rId42"/>
    <p:sldLayoutId id="2147483995" r:id="rId43"/>
    <p:sldLayoutId id="2147484008" r:id="rId44"/>
    <p:sldLayoutId id="2147483997" r:id="rId45"/>
    <p:sldLayoutId id="2147483998" r:id="rId46"/>
    <p:sldLayoutId id="2147483999" r:id="rId47"/>
    <p:sldLayoutId id="2147484000" r:id="rId48"/>
    <p:sldLayoutId id="2147484001" r:id="rId49"/>
    <p:sldLayoutId id="2147484002" r:id="rId50"/>
    <p:sldLayoutId id="2147484003" r:id="rId51"/>
    <p:sldLayoutId id="2147484004" r:id="rId52"/>
    <p:sldLayoutId id="2147484005" r:id="rId53"/>
    <p:sldLayoutId id="2147484006" r:id="rId54"/>
    <p:sldLayoutId id="2147484007" r:id="rId55"/>
  </p:sldLayoutIdLst>
  <p:hf sldNum="0" hdr="0" ftr="0" dt="0"/>
  <p:txStyles>
    <p:titleStyle>
      <a:lvl1pPr algn="l" defTabSz="914400" rtl="0" eaLnBrk="1" latinLnBrk="0" hangingPunct="1">
        <a:lnSpc>
          <a:spcPct val="80000"/>
        </a:lnSpc>
        <a:spcBef>
          <a:spcPct val="0"/>
        </a:spcBef>
        <a:buNone/>
        <a:defRPr sz="3600" b="0" kern="1200" spc="0" baseline="0">
          <a:solidFill>
            <a:schemeClr val="tx2"/>
          </a:solidFill>
          <a:latin typeface="+mj-lt"/>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400" kern="1200">
          <a:solidFill>
            <a:schemeClr val="tx2"/>
          </a:solidFill>
          <a:latin typeface="+mn-lt"/>
          <a:ea typeface="+mn-ea"/>
          <a:cs typeface="Arial" panose="020B0604020202020204" pitchFamily="34" charset="0"/>
        </a:defRPr>
      </a:lvl1pPr>
      <a:lvl2pPr marL="457200" indent="-228600" algn="l" defTabSz="914400" rtl="0" eaLnBrk="1" latinLnBrk="0" hangingPunct="1">
        <a:lnSpc>
          <a:spcPct val="90000"/>
        </a:lnSpc>
        <a:spcBef>
          <a:spcPts val="500"/>
        </a:spcBef>
        <a:buFont typeface="Arial" panose="020B0604020202020204" pitchFamily="34" charset="0"/>
        <a:buChar char="•"/>
        <a:defRPr sz="1400" kern="1200">
          <a:solidFill>
            <a:schemeClr val="tx2"/>
          </a:solidFill>
          <a:latin typeface="+mn-lt"/>
          <a:ea typeface="+mn-ea"/>
          <a:cs typeface="Arial" panose="020B0604020202020204" pitchFamily="34" charset="0"/>
        </a:defRPr>
      </a:lvl2pPr>
      <a:lvl3pPr marL="685800" indent="-228600" algn="l" defTabSz="914400" rtl="0" eaLnBrk="1" latinLnBrk="0" hangingPunct="1">
        <a:lnSpc>
          <a:spcPct val="90000"/>
        </a:lnSpc>
        <a:spcBef>
          <a:spcPts val="500"/>
        </a:spcBef>
        <a:buFont typeface="Arial" panose="020B0604020202020204" pitchFamily="34" charset="0"/>
        <a:buChar char="•"/>
        <a:defRPr sz="1400" kern="1200">
          <a:solidFill>
            <a:schemeClr val="tx2"/>
          </a:solidFill>
          <a:latin typeface="+mn-lt"/>
          <a:ea typeface="+mn-ea"/>
          <a:cs typeface="Arial" panose="020B0604020202020204" pitchFamily="34" charset="0"/>
        </a:defRPr>
      </a:lvl3pPr>
      <a:lvl4pPr marL="914400" indent="-228600" algn="l" defTabSz="914400" rtl="0" eaLnBrk="1" latinLnBrk="0" hangingPunct="1">
        <a:lnSpc>
          <a:spcPct val="90000"/>
        </a:lnSpc>
        <a:spcBef>
          <a:spcPts val="500"/>
        </a:spcBef>
        <a:buFont typeface="Arial" panose="020B0604020202020204" pitchFamily="34" charset="0"/>
        <a:buChar char="•"/>
        <a:defRPr sz="1400" kern="1200">
          <a:solidFill>
            <a:schemeClr val="tx2"/>
          </a:solidFill>
          <a:latin typeface="+mn-lt"/>
          <a:ea typeface="+mn-ea"/>
          <a:cs typeface="Arial" panose="020B0604020202020204" pitchFamily="34" charset="0"/>
        </a:defRPr>
      </a:lvl4pPr>
      <a:lvl5pPr marL="1143000" indent="-228600" algn="l" defTabSz="914400" rtl="0" eaLnBrk="1" latinLnBrk="0" hangingPunct="1">
        <a:lnSpc>
          <a:spcPct val="90000"/>
        </a:lnSpc>
        <a:spcBef>
          <a:spcPts val="500"/>
        </a:spcBef>
        <a:buFont typeface="Arial" panose="020B0604020202020204" pitchFamily="34" charset="0"/>
        <a:buChar char="•"/>
        <a:defRPr sz="1400" kern="1200">
          <a:solidFill>
            <a:schemeClr val="tx2"/>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0" orient="horz" pos="2160" userDrawn="1">
          <p15:clr>
            <a:srgbClr val="F26B43"/>
          </p15:clr>
        </p15:guide>
        <p15:guide id="31" pos="3840" userDrawn="1">
          <p15:clr>
            <a:srgbClr val="F26B43"/>
          </p15:clr>
        </p15:guide>
        <p15:guide id="32" pos="336" userDrawn="1">
          <p15:clr>
            <a:srgbClr val="F26B43"/>
          </p15:clr>
        </p15:guide>
        <p15:guide id="33" pos="7344" userDrawn="1">
          <p15:clr>
            <a:srgbClr val="F26B43"/>
          </p15:clr>
        </p15:guide>
        <p15:guide id="34" orient="horz" pos="4080" userDrawn="1">
          <p15:clr>
            <a:srgbClr val="F26B43"/>
          </p15:clr>
        </p15:guide>
        <p15:guide id="35" orient="horz" pos="1344" userDrawn="1">
          <p15:clr>
            <a:srgbClr val="F26B43"/>
          </p15:clr>
        </p15:guide>
        <p15:guide id="36" orient="horz" pos="3888"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3.xml"/><Relationship Id="rId1" Type="http://schemas.openxmlformats.org/officeDocument/2006/relationships/slideLayout" Target="../slideLayouts/slideLayout13.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5.xml"/><Relationship Id="rId1" Type="http://schemas.openxmlformats.org/officeDocument/2006/relationships/slideLayout" Target="../slideLayouts/slideLayout13.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6.xml"/><Relationship Id="rId1" Type="http://schemas.openxmlformats.org/officeDocument/2006/relationships/slideLayout" Target="../slideLayouts/slideLayout13.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7.xml"/><Relationship Id="rId1" Type="http://schemas.openxmlformats.org/officeDocument/2006/relationships/slideLayout" Target="../slideLayouts/slideLayout13.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9.xml"/><Relationship Id="rId1" Type="http://schemas.openxmlformats.org/officeDocument/2006/relationships/slideLayout" Target="../slideLayouts/slideLayout13.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11.xml"/><Relationship Id="rId1" Type="http://schemas.openxmlformats.org/officeDocument/2006/relationships/slideLayout" Target="../slideLayouts/slideLayout13.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D9FFFC-0E9A-3AEB-085E-E6210E43517E}"/>
              </a:ext>
            </a:extLst>
          </p:cNvPr>
          <p:cNvSpPr>
            <a:spLocks noGrp="1"/>
          </p:cNvSpPr>
          <p:nvPr>
            <p:ph type="title"/>
          </p:nvPr>
        </p:nvSpPr>
        <p:spPr>
          <a:xfrm>
            <a:off x="3048000" y="2971799"/>
            <a:ext cx="8644563" cy="3414423"/>
          </a:xfrm>
        </p:spPr>
        <p:txBody>
          <a:bodyPr anchor="b">
            <a:normAutofit fontScale="90000"/>
          </a:bodyPr>
          <a:lstStyle/>
          <a:p>
            <a:r>
              <a:rPr lang="pt-PT" sz="6700" noProof="0" dirty="0"/>
              <a:t>Sistema de </a:t>
            </a:r>
            <a:r>
              <a:rPr lang="pt-PT" sz="6700" noProof="0" dirty="0" err="1"/>
              <a:t>Streaming</a:t>
            </a:r>
            <a:r>
              <a:rPr lang="pt-PT" sz="6700" noProof="0" dirty="0"/>
              <a:t> de Eventos em Tempo Real com </a:t>
            </a:r>
            <a:r>
              <a:rPr lang="pt-PT" sz="6700" noProof="0" dirty="0" err="1"/>
              <a:t>Rabbitmq</a:t>
            </a:r>
            <a:endParaRPr lang="pt-PT" sz="6700" noProof="0" dirty="0"/>
          </a:p>
        </p:txBody>
      </p:sp>
      <p:sp>
        <p:nvSpPr>
          <p:cNvPr id="3" name="Subtitle 2">
            <a:extLst>
              <a:ext uri="{FF2B5EF4-FFF2-40B4-BE49-F238E27FC236}">
                <a16:creationId xmlns:a16="http://schemas.microsoft.com/office/drawing/2014/main" id="{E7C6663F-B15B-5E9D-B884-3E90BC05EAB5}"/>
              </a:ext>
            </a:extLst>
          </p:cNvPr>
          <p:cNvSpPr>
            <a:spLocks noGrp="1"/>
          </p:cNvSpPr>
          <p:nvPr>
            <p:ph type="subTitle" idx="1"/>
          </p:nvPr>
        </p:nvSpPr>
        <p:spPr>
          <a:xfrm>
            <a:off x="533400" y="1016955"/>
            <a:ext cx="7924797" cy="1128714"/>
          </a:xfrm>
        </p:spPr>
        <p:txBody>
          <a:bodyPr anchor="t">
            <a:normAutofit/>
          </a:bodyPr>
          <a:lstStyle/>
          <a:p>
            <a:r>
              <a:rPr lang="pt-PT" noProof="0" dirty="0"/>
              <a:t>Exploração da estrutura, execução e resultados alcançados</a:t>
            </a:r>
          </a:p>
        </p:txBody>
      </p:sp>
    </p:spTree>
    <p:extLst>
      <p:ext uri="{BB962C8B-B14F-4D97-AF65-F5344CB8AC3E}">
        <p14:creationId xmlns:p14="http://schemas.microsoft.com/office/powerpoint/2010/main" val="35610535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0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par>
                                <p:cTn id="11" presetID="10" presetClass="entr" presetSubtype="0" fill="hold" grpId="1" nodeType="withEffect">
                                  <p:stCondLst>
                                    <p:cond delay="250"/>
                                  </p:stCondLst>
                                  <p:iterate>
                                    <p:tmPct val="10000"/>
                                  </p:iterate>
                                  <p:childTnLst>
                                    <p:set>
                                      <p:cBhvr>
                                        <p:cTn id="12" dur="1" fill="hold">
                                          <p:stCondLst>
                                            <p:cond delay="0"/>
                                          </p:stCondLst>
                                        </p:cTn>
                                        <p:tgtEl>
                                          <p:spTgt spid="3"/>
                                        </p:tgtEl>
                                        <p:attrNameLst>
                                          <p:attrName>style.visibility</p:attrName>
                                        </p:attrNameLst>
                                      </p:cBhvr>
                                      <p:to>
                                        <p:strVal val="visible"/>
                                      </p:to>
                                    </p:set>
                                    <p:animEffect transition="in" filter="fade">
                                      <p:cBhvr>
                                        <p:cTn id="13"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P spid="3" grpId="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6F335D-F57B-7752-9438-104BC2F671DB}"/>
              </a:ext>
            </a:extLst>
          </p:cNvPr>
          <p:cNvSpPr>
            <a:spLocks noGrp="1"/>
          </p:cNvSpPr>
          <p:nvPr>
            <p:ph type="ctrTitle"/>
          </p:nvPr>
        </p:nvSpPr>
        <p:spPr>
          <a:xfrm>
            <a:off x="533400" y="1143000"/>
            <a:ext cx="8576636" cy="5271008"/>
          </a:xfrm>
        </p:spPr>
        <p:txBody>
          <a:bodyPr anchor="b">
            <a:normAutofit/>
          </a:bodyPr>
          <a:lstStyle/>
          <a:p>
            <a:r>
              <a:rPr lang="pt-PT" noProof="0" dirty="0"/>
              <a:t>Introdução e Constituição do Grupo</a:t>
            </a:r>
          </a:p>
        </p:txBody>
      </p:sp>
    </p:spTree>
    <p:extLst>
      <p:ext uri="{BB962C8B-B14F-4D97-AF65-F5344CB8AC3E}">
        <p14:creationId xmlns:p14="http://schemas.microsoft.com/office/powerpoint/2010/main" val="114849244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F5C7D0-0F05-E436-AA20-75BE14AAFC0B}"/>
              </a:ext>
            </a:extLst>
          </p:cNvPr>
          <p:cNvSpPr>
            <a:spLocks noGrp="1"/>
          </p:cNvSpPr>
          <p:nvPr>
            <p:ph type="title"/>
          </p:nvPr>
        </p:nvSpPr>
        <p:spPr>
          <a:xfrm>
            <a:off x="533399" y="1016955"/>
            <a:ext cx="8195646" cy="1127758"/>
          </a:xfrm>
        </p:spPr>
        <p:txBody>
          <a:bodyPr anchor="t">
            <a:normAutofit/>
          </a:bodyPr>
          <a:lstStyle/>
          <a:p>
            <a:r>
              <a:rPr lang="pt-PT" sz="4000" noProof="0" dirty="0" err="1"/>
              <a:t>EquipA</a:t>
            </a:r>
            <a:endParaRPr lang="pt-PT" sz="4000" noProof="0" dirty="0"/>
          </a:p>
        </p:txBody>
      </p:sp>
      <p:graphicFrame>
        <p:nvGraphicFramePr>
          <p:cNvPr id="7" name="Content Placeholder 2">
            <a:extLst>
              <a:ext uri="{FF2B5EF4-FFF2-40B4-BE49-F238E27FC236}">
                <a16:creationId xmlns:a16="http://schemas.microsoft.com/office/drawing/2014/main" id="{4EC8D31F-F98C-A145-62D1-4116239212C0}"/>
              </a:ext>
            </a:extLst>
          </p:cNvPr>
          <p:cNvGraphicFramePr>
            <a:graphicFrameLocks noGrp="1"/>
          </p:cNvGraphicFramePr>
          <p:nvPr>
            <p:ph sz="quarter" idx="13"/>
            <p:extLst>
              <p:ext uri="{D42A27DB-BD31-4B8C-83A1-F6EECF244321}">
                <p14:modId xmlns:p14="http://schemas.microsoft.com/office/powerpoint/2010/main" val="317659251"/>
              </p:ext>
              <p:ext uri="{E7BDC344-281C-4309-B0C6-D0EE65EED2A8}">
                <p202:designPr xmlns:p202="http://schemas.microsoft.com/office/powerpoint/2020/02/main">
                  <p202:designTagLst>
                    <p202:designTag name="ARCH:1:CLS" val="InformationBlock"/>
                    <p202:designTag name="ARCH:1:VSVAR" val="TitledTextBox"/>
                  </p202:designTagLst>
                </p202:designPr>
              </p:ext>
            </p:extLst>
          </p:nvPr>
        </p:nvGraphicFramePr>
        <p:xfrm>
          <a:off x="533399" y="2510472"/>
          <a:ext cx="8190496" cy="396652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54566449"/>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BF58F-617C-7C50-C775-AE236D87BF65}"/>
              </a:ext>
            </a:extLst>
          </p:cNvPr>
          <p:cNvSpPr>
            <a:spLocks noGrp="1"/>
          </p:cNvSpPr>
          <p:nvPr>
            <p:ph type="ctrTitle"/>
          </p:nvPr>
        </p:nvSpPr>
        <p:spPr>
          <a:xfrm>
            <a:off x="533400" y="1143000"/>
            <a:ext cx="8576636" cy="5271008"/>
          </a:xfrm>
        </p:spPr>
        <p:txBody>
          <a:bodyPr anchor="b">
            <a:normAutofit/>
          </a:bodyPr>
          <a:lstStyle/>
          <a:p>
            <a:r>
              <a:rPr lang="pt-PT" noProof="0" dirty="0"/>
              <a:t>Arquitetura e Implementação</a:t>
            </a:r>
          </a:p>
        </p:txBody>
      </p:sp>
    </p:spTree>
    <p:extLst>
      <p:ext uri="{BB962C8B-B14F-4D97-AF65-F5344CB8AC3E}">
        <p14:creationId xmlns:p14="http://schemas.microsoft.com/office/powerpoint/2010/main" val="298038578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2762F5-4C99-279C-877B-854D0E85BCC7}"/>
              </a:ext>
            </a:extLst>
          </p:cNvPr>
          <p:cNvSpPr>
            <a:spLocks noGrp="1"/>
          </p:cNvSpPr>
          <p:nvPr>
            <p:ph type="title"/>
          </p:nvPr>
        </p:nvSpPr>
        <p:spPr>
          <a:xfrm>
            <a:off x="533399" y="1016955"/>
            <a:ext cx="8195646" cy="1127758"/>
          </a:xfrm>
        </p:spPr>
        <p:txBody>
          <a:bodyPr anchor="t">
            <a:normAutofit/>
          </a:bodyPr>
          <a:lstStyle/>
          <a:p>
            <a:r>
              <a:rPr lang="pt-PT" sz="4000" noProof="0" dirty="0"/>
              <a:t>Arquitetura Geral do Sistema</a:t>
            </a:r>
          </a:p>
        </p:txBody>
      </p:sp>
      <p:graphicFrame>
        <p:nvGraphicFramePr>
          <p:cNvPr id="7" name="Content Placeholder 2">
            <a:extLst>
              <a:ext uri="{FF2B5EF4-FFF2-40B4-BE49-F238E27FC236}">
                <a16:creationId xmlns:a16="http://schemas.microsoft.com/office/drawing/2014/main" id="{9936C4F2-6113-243B-835A-1D1E9893AE75}"/>
              </a:ext>
            </a:extLst>
          </p:cNvPr>
          <p:cNvGraphicFramePr>
            <a:graphicFrameLocks noGrp="1"/>
          </p:cNvGraphicFramePr>
          <p:nvPr>
            <p:ph sz="quarter" idx="13"/>
            <p:extLst>
              <p:ext uri="{D42A27DB-BD31-4B8C-83A1-F6EECF244321}">
                <p14:modId xmlns:p14="http://schemas.microsoft.com/office/powerpoint/2010/main" val="1924971145"/>
              </p:ext>
              <p:ext uri="{E7BDC344-281C-4309-B0C6-D0EE65EED2A8}">
                <p202:designPr xmlns:p202="http://schemas.microsoft.com/office/powerpoint/2020/02/main">
                  <p202:designTagLst>
                    <p202:designTag name="ARCH:1:CLS" val="InformationBlock"/>
                    <p202:designTag name="ARCH:1:VSVAR" val="TitledTextBox"/>
                  </p202:designTagLst>
                </p202:designPr>
              </p:ext>
            </p:extLst>
          </p:nvPr>
        </p:nvGraphicFramePr>
        <p:xfrm>
          <a:off x="533399" y="2510472"/>
          <a:ext cx="8190496" cy="396652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26547523"/>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00FBF2-90EC-BED0-D44A-CD7256E1E9F9}"/>
              </a:ext>
            </a:extLst>
          </p:cNvPr>
          <p:cNvSpPr>
            <a:spLocks noGrp="1"/>
          </p:cNvSpPr>
          <p:nvPr>
            <p:ph type="title"/>
          </p:nvPr>
        </p:nvSpPr>
        <p:spPr>
          <a:xfrm>
            <a:off x="533399" y="1016955"/>
            <a:ext cx="8195646" cy="1127758"/>
          </a:xfrm>
        </p:spPr>
        <p:txBody>
          <a:bodyPr anchor="t">
            <a:normAutofit/>
          </a:bodyPr>
          <a:lstStyle/>
          <a:p>
            <a:r>
              <a:rPr lang="pt-PT" sz="4000" noProof="0" dirty="0"/>
              <a:t>Opções de Implementação e Tecnologias</a:t>
            </a:r>
          </a:p>
        </p:txBody>
      </p:sp>
      <p:graphicFrame>
        <p:nvGraphicFramePr>
          <p:cNvPr id="7" name="Content Placeholder 2">
            <a:extLst>
              <a:ext uri="{FF2B5EF4-FFF2-40B4-BE49-F238E27FC236}">
                <a16:creationId xmlns:a16="http://schemas.microsoft.com/office/drawing/2014/main" id="{E5BAB73A-D0B8-28C5-F0D5-217EB05FECB9}"/>
              </a:ext>
            </a:extLst>
          </p:cNvPr>
          <p:cNvGraphicFramePr>
            <a:graphicFrameLocks noGrp="1"/>
          </p:cNvGraphicFramePr>
          <p:nvPr>
            <p:ph sz="quarter" idx="13"/>
            <p:extLst>
              <p:ext uri="{D42A27DB-BD31-4B8C-83A1-F6EECF244321}">
                <p14:modId xmlns:p14="http://schemas.microsoft.com/office/powerpoint/2010/main" val="953776060"/>
              </p:ext>
              <p:ext uri="{E7BDC344-281C-4309-B0C6-D0EE65EED2A8}">
                <p202:designPr xmlns:p202="http://schemas.microsoft.com/office/powerpoint/2020/02/main">
                  <p202:designTagLst>
                    <p202:designTag name="ARCH:1:CLS" val="InformationBlock"/>
                    <p202:designTag name="ARCH:1:VSVAR" val="TitledTextBox"/>
                  </p202:designTagLst>
                </p202:designPr>
              </p:ext>
            </p:extLst>
          </p:nvPr>
        </p:nvGraphicFramePr>
        <p:xfrm>
          <a:off x="533399" y="2510472"/>
          <a:ext cx="8190496" cy="396652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538305779"/>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7F8207-E0D2-9A2D-E7DF-DAE5CAEC4C5C}"/>
              </a:ext>
            </a:extLst>
          </p:cNvPr>
          <p:cNvSpPr>
            <a:spLocks noGrp="1"/>
          </p:cNvSpPr>
          <p:nvPr>
            <p:ph type="title"/>
          </p:nvPr>
        </p:nvSpPr>
        <p:spPr>
          <a:xfrm>
            <a:off x="533399" y="1016955"/>
            <a:ext cx="8195646" cy="1127758"/>
          </a:xfrm>
        </p:spPr>
        <p:txBody>
          <a:bodyPr anchor="t">
            <a:normAutofit/>
          </a:bodyPr>
          <a:lstStyle/>
          <a:p>
            <a:r>
              <a:rPr lang="pt-PT" sz="3400" noProof="0" dirty="0"/>
              <a:t>Mecanismos de Comunicação entre Componentes</a:t>
            </a:r>
          </a:p>
        </p:txBody>
      </p:sp>
      <p:graphicFrame>
        <p:nvGraphicFramePr>
          <p:cNvPr id="7" name="Content Placeholder 2">
            <a:extLst>
              <a:ext uri="{FF2B5EF4-FFF2-40B4-BE49-F238E27FC236}">
                <a16:creationId xmlns:a16="http://schemas.microsoft.com/office/drawing/2014/main" id="{393D50CF-F801-7F16-1692-144EE15C8FB9}"/>
              </a:ext>
            </a:extLst>
          </p:cNvPr>
          <p:cNvGraphicFramePr>
            <a:graphicFrameLocks noGrp="1"/>
          </p:cNvGraphicFramePr>
          <p:nvPr>
            <p:ph sz="quarter" idx="13"/>
            <p:extLst>
              <p:ext uri="{D42A27DB-BD31-4B8C-83A1-F6EECF244321}">
                <p14:modId xmlns:p14="http://schemas.microsoft.com/office/powerpoint/2010/main" val="3467698032"/>
              </p:ext>
              <p:ext uri="{E7BDC344-281C-4309-B0C6-D0EE65EED2A8}">
                <p202:designPr xmlns:p202="http://schemas.microsoft.com/office/powerpoint/2020/02/main">
                  <p202:designTagLst>
                    <p202:designTag name="ARCH:1:CLS" val="InformationBlock"/>
                    <p202:designTag name="ARCH:1:VSVAR" val="TitledTextBox"/>
                  </p202:designTagLst>
                </p202:designPr>
              </p:ext>
            </p:extLst>
          </p:nvPr>
        </p:nvGraphicFramePr>
        <p:xfrm>
          <a:off x="533399" y="2510472"/>
          <a:ext cx="8190496" cy="396652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021932615"/>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CE6E09-25C6-5716-919B-5BAD393045FA}"/>
              </a:ext>
            </a:extLst>
          </p:cNvPr>
          <p:cNvSpPr>
            <a:spLocks noGrp="1"/>
          </p:cNvSpPr>
          <p:nvPr>
            <p:ph type="ctrTitle"/>
          </p:nvPr>
        </p:nvSpPr>
        <p:spPr>
          <a:xfrm>
            <a:off x="533400" y="1143000"/>
            <a:ext cx="8576636" cy="5271008"/>
          </a:xfrm>
        </p:spPr>
        <p:txBody>
          <a:bodyPr anchor="b">
            <a:normAutofit/>
          </a:bodyPr>
          <a:lstStyle/>
          <a:p>
            <a:r>
              <a:rPr lang="pt-PT" noProof="0" dirty="0"/>
              <a:t>Testes e Resultados</a:t>
            </a:r>
          </a:p>
        </p:txBody>
      </p:sp>
    </p:spTree>
    <p:extLst>
      <p:ext uri="{BB962C8B-B14F-4D97-AF65-F5344CB8AC3E}">
        <p14:creationId xmlns:p14="http://schemas.microsoft.com/office/powerpoint/2010/main" val="51565728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FE38E-B244-E004-C91B-180E3E7C02E9}"/>
              </a:ext>
            </a:extLst>
          </p:cNvPr>
          <p:cNvSpPr>
            <a:spLocks noGrp="1"/>
          </p:cNvSpPr>
          <p:nvPr>
            <p:ph type="title"/>
          </p:nvPr>
        </p:nvSpPr>
        <p:spPr>
          <a:xfrm>
            <a:off x="533399" y="1016955"/>
            <a:ext cx="8195646" cy="1127758"/>
          </a:xfrm>
        </p:spPr>
        <p:txBody>
          <a:bodyPr anchor="t">
            <a:normAutofit/>
          </a:bodyPr>
          <a:lstStyle/>
          <a:p>
            <a:r>
              <a:rPr lang="pt-PT" sz="4000" noProof="0" dirty="0"/>
              <a:t>Resultados Obtidos e Análise</a:t>
            </a:r>
          </a:p>
        </p:txBody>
      </p:sp>
      <p:graphicFrame>
        <p:nvGraphicFramePr>
          <p:cNvPr id="7" name="Content Placeholder 2">
            <a:extLst>
              <a:ext uri="{FF2B5EF4-FFF2-40B4-BE49-F238E27FC236}">
                <a16:creationId xmlns:a16="http://schemas.microsoft.com/office/drawing/2014/main" id="{A716D664-A697-37A3-86A4-C8140501920B}"/>
              </a:ext>
            </a:extLst>
          </p:cNvPr>
          <p:cNvGraphicFramePr>
            <a:graphicFrameLocks noGrp="1"/>
          </p:cNvGraphicFramePr>
          <p:nvPr>
            <p:ph sz="quarter" idx="13"/>
            <p:extLst>
              <p:ext uri="{D42A27DB-BD31-4B8C-83A1-F6EECF244321}">
                <p14:modId xmlns:p14="http://schemas.microsoft.com/office/powerpoint/2010/main" val="1682365199"/>
              </p:ext>
              <p:ext uri="{E7BDC344-281C-4309-B0C6-D0EE65EED2A8}">
                <p202:designPr xmlns:p202="http://schemas.microsoft.com/office/powerpoint/2020/02/main">
                  <p202:designTagLst>
                    <p202:designTag name="ARCH:1:CLS" val="InformationBlock"/>
                    <p202:designTag name="ARCH:1:VSVAR" val="TitledTextBox"/>
                  </p202:designTagLst>
                </p202:designPr>
              </p:ext>
            </p:extLst>
          </p:nvPr>
        </p:nvGraphicFramePr>
        <p:xfrm>
          <a:off x="533399" y="2510472"/>
          <a:ext cx="8190496" cy="396652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090516787"/>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3957D9-7F0E-C740-CF83-4AB3DDF5A324}"/>
              </a:ext>
            </a:extLst>
          </p:cNvPr>
          <p:cNvSpPr>
            <a:spLocks noGrp="1"/>
          </p:cNvSpPr>
          <p:nvPr>
            <p:ph type="ctrTitle"/>
          </p:nvPr>
        </p:nvSpPr>
        <p:spPr>
          <a:xfrm>
            <a:off x="533400" y="1143000"/>
            <a:ext cx="8576636" cy="5271008"/>
          </a:xfrm>
        </p:spPr>
        <p:txBody>
          <a:bodyPr anchor="b">
            <a:normAutofit/>
          </a:bodyPr>
          <a:lstStyle/>
          <a:p>
            <a:r>
              <a:rPr lang="pt-PT" noProof="0" dirty="0"/>
              <a:t>Conclusão</a:t>
            </a:r>
          </a:p>
        </p:txBody>
      </p:sp>
    </p:spTree>
    <p:extLst>
      <p:ext uri="{BB962C8B-B14F-4D97-AF65-F5344CB8AC3E}">
        <p14:creationId xmlns:p14="http://schemas.microsoft.com/office/powerpoint/2010/main" val="238325812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C85B0-F776-71C1-D18B-FEA90B5745D1}"/>
              </a:ext>
            </a:extLst>
          </p:cNvPr>
          <p:cNvSpPr>
            <a:spLocks noGrp="1"/>
          </p:cNvSpPr>
          <p:nvPr>
            <p:ph type="title"/>
          </p:nvPr>
        </p:nvSpPr>
        <p:spPr>
          <a:xfrm>
            <a:off x="533399" y="1016955"/>
            <a:ext cx="8195646" cy="1127758"/>
          </a:xfrm>
        </p:spPr>
        <p:txBody>
          <a:bodyPr anchor="t">
            <a:normAutofit/>
          </a:bodyPr>
          <a:lstStyle/>
          <a:p>
            <a:r>
              <a:rPr lang="pt-PT" sz="4000" noProof="0" dirty="0"/>
              <a:t>conclusão</a:t>
            </a:r>
          </a:p>
        </p:txBody>
      </p:sp>
      <p:graphicFrame>
        <p:nvGraphicFramePr>
          <p:cNvPr id="7" name="Content Placeholder 2">
            <a:extLst>
              <a:ext uri="{FF2B5EF4-FFF2-40B4-BE49-F238E27FC236}">
                <a16:creationId xmlns:a16="http://schemas.microsoft.com/office/drawing/2014/main" id="{ADD8BB0F-99BB-D0F6-B73F-130BC7737725}"/>
              </a:ext>
            </a:extLst>
          </p:cNvPr>
          <p:cNvGraphicFramePr>
            <a:graphicFrameLocks noGrp="1"/>
          </p:cNvGraphicFramePr>
          <p:nvPr>
            <p:ph sz="quarter" idx="13"/>
            <p:extLst>
              <p:ext uri="{D42A27DB-BD31-4B8C-83A1-F6EECF244321}">
                <p14:modId xmlns:p14="http://schemas.microsoft.com/office/powerpoint/2010/main" val="1985396438"/>
              </p:ext>
              <p:ext uri="{E7BDC344-281C-4309-B0C6-D0EE65EED2A8}">
                <p202:designPr xmlns:p202="http://schemas.microsoft.com/office/powerpoint/2020/02/main">
                  <p202:designTagLst>
                    <p202:designTag name="ARCH:1:CLS" val="InformationBlock"/>
                    <p202:designTag name="ARCH:1:VSVAR" val="TitledTextBox"/>
                  </p202:designTagLst>
                </p202:designPr>
              </p:ext>
            </p:extLst>
          </p:nvPr>
        </p:nvGraphicFramePr>
        <p:xfrm>
          <a:off x="533399" y="2510472"/>
          <a:ext cx="8190496" cy="396652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600519890"/>
      </p:ext>
    </p:extLst>
  </p:cSld>
  <p:clrMapOvr>
    <a:masterClrMapping/>
  </p:clrMapOvr>
  <p:transition>
    <p:fade/>
  </p:transition>
</p:sld>
</file>

<file path=ppt/theme/theme1.xml><?xml version="1.0" encoding="utf-8"?>
<a:theme xmlns:a="http://schemas.openxmlformats.org/drawingml/2006/main" name="Modulo">
  <a:themeElements>
    <a:clrScheme name="Project Status Report">
      <a:dk1>
        <a:srgbClr val="000000"/>
      </a:dk1>
      <a:lt1>
        <a:srgbClr val="FFFFFF"/>
      </a:lt1>
      <a:dk2>
        <a:srgbClr val="3B4546"/>
      </a:dk2>
      <a:lt2>
        <a:srgbClr val="E7E6E6"/>
      </a:lt2>
      <a:accent1>
        <a:srgbClr val="B36041"/>
      </a:accent1>
      <a:accent2>
        <a:srgbClr val="6F8185"/>
      </a:accent2>
      <a:accent3>
        <a:srgbClr val="C78F8F"/>
      </a:accent3>
      <a:accent4>
        <a:srgbClr val="647961"/>
      </a:accent4>
      <a:accent5>
        <a:srgbClr val="B09C54"/>
      </a:accent5>
      <a:accent6>
        <a:srgbClr val="9AA749"/>
      </a:accent6>
      <a:hlink>
        <a:srgbClr val="75A073"/>
      </a:hlink>
      <a:folHlink>
        <a:srgbClr val="BD9C5C"/>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ulo_Copilot Layouts_win32_SD_V6" id="{49C5632F-1D3A-4333-ABAA-E3191A9D5D1B}" vid="{9EF76739-2083-4254-82E9-ECA94F6BD318}"/>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o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F70BD21B179B1749B10B6700D890B8C6" ma:contentTypeVersion="30" ma:contentTypeDescription="Create a new document." ma:contentTypeScope="" ma:versionID="a13b221ee5b949bd1d4a5301a6f516f4">
  <xsd:schema xmlns:xsd="http://www.w3.org/2001/XMLSchema" xmlns:xs="http://www.w3.org/2001/XMLSchema" xmlns:p="http://schemas.microsoft.com/office/2006/metadata/properties" xmlns:ns1="http://schemas.microsoft.com/sharepoint/v3" xmlns:ns2="9e626b82-2e62-4b56-b4f0-2eb243f478f4" xmlns:ns3="230e9df3-be65-4c73-a93b-d1236ebd677e" xmlns:ns4="543e3375-4853-4ccc-a3e2-1512ebb9cffd" targetNamespace="http://schemas.microsoft.com/office/2006/metadata/properties" ma:root="true" ma:fieldsID="233e7f4977957a9e20bc87caea750b4e" ns1:_="" ns2:_="" ns3:_="" ns4:_="">
    <xsd:import namespace="http://schemas.microsoft.com/sharepoint/v3"/>
    <xsd:import namespace="9e626b82-2e62-4b56-b4f0-2eb243f478f4"/>
    <xsd:import namespace="230e9df3-be65-4c73-a93b-d1236ebd677e"/>
    <xsd:import namespace="543e3375-4853-4ccc-a3e2-1512ebb9cffd"/>
    <xsd:element name="properties">
      <xsd:complexType>
        <xsd:sequence>
          <xsd:element name="documentManagement">
            <xsd:complexType>
              <xsd:all>
                <xsd:element ref="ns2:MediaServiceMetadata" minOccurs="0"/>
                <xsd:element ref="ns2:MediaServiceFastMetadata" minOccurs="0"/>
                <xsd:element ref="ns2:MediaServiceGenerationTime" minOccurs="0"/>
                <xsd:element ref="ns2:MediaServiceEventHashCode" minOccurs="0"/>
                <xsd:element ref="ns2:MediaServiceOCR" minOccurs="0"/>
                <xsd:element ref="ns2:lcf76f155ced4ddcb4097134ff3c332f" minOccurs="0"/>
                <xsd:element ref="ns3:TaxCatchAll" minOccurs="0"/>
                <xsd:element ref="ns4:SharedWithUsers" minOccurs="0"/>
                <xsd:element ref="ns4:SharedWithDetails" minOccurs="0"/>
                <xsd:element ref="ns2:MediaServiceAutoKeyPoints" minOccurs="0"/>
                <xsd:element ref="ns2:MediaServiceKeyPoints" minOccurs="0"/>
                <xsd:element ref="ns2:MediaServiceSearchProperties" minOccurs="0"/>
                <xsd:element ref="ns1:_ip_UnifiedCompliancePolicyProperties" minOccurs="0"/>
                <xsd:element ref="ns1:_ip_UnifiedCompliancePolicyUIAction" minOccurs="0"/>
                <xsd:element ref="ns2:MediaServiceDocTags" minOccurs="0"/>
                <xsd:element ref="ns2:MediaServiceDateTaken" minOccurs="0"/>
                <xsd:element ref="ns2:MediaLengthInSeconds" minOccurs="0"/>
                <xsd:element ref="ns2:MediaServiceObjectDetectorVersions" minOccurs="0"/>
                <xsd:element ref="ns2:MediaServiceSystemTags" minOccurs="0"/>
                <xsd:element ref="ns2:Styletags_x0028_include1_x002d_3_x0029_" minOccurs="0"/>
                <xsd:element ref="ns2:Vertical" minOccurs="0"/>
                <xsd:element ref="ns2:Intent" minOccurs="0"/>
                <xsd:element ref="ns2:Thumbnail"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1" nillable="true" ma:displayName="Unified Compliance Policy Properties" ma:hidden="true" ma:internalName="_ip_UnifiedCompliancePolicyProperties">
      <xsd:simpleType>
        <xsd:restriction base="dms:Note"/>
      </xsd:simpleType>
    </xsd:element>
    <xsd:element name="_ip_UnifiedCompliancePolicyUIAction" ma:index="22"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e626b82-2e62-4b56-b4f0-2eb243f478f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GenerationTime" ma:index="10" nillable="true" ma:displayName="MediaServiceGenerationTime" ma:hidden="true" ma:internalName="MediaServiceGenerationTime" ma:readOnly="true">
      <xsd:simpleType>
        <xsd:restriction base="dms:Text"/>
      </xsd:simpleType>
    </xsd:element>
    <xsd:element name="MediaServiceEventHashCode" ma:index="11" nillable="true" ma:displayName="MediaServiceEventHashCode" ma:hidden="true" ma:internalName="MediaServiceEventHashCode" ma:readOnly="true">
      <xsd:simpleType>
        <xsd:restriction base="dms:Text"/>
      </xsd:simpleType>
    </xsd:element>
    <xsd:element name="MediaServiceOCR" ma:index="12" nillable="true" ma:displayName="Extracted Text" ma:internalName="MediaServiceOCR" ma:readOnly="true">
      <xsd:simpleType>
        <xsd:restriction base="dms:Note">
          <xsd:maxLength value="255"/>
        </xsd:restriction>
      </xsd:simpleType>
    </xsd:element>
    <xsd:element name="lcf76f155ced4ddcb4097134ff3c332f" ma:index="14"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ServiceSearchProperties" ma:index="20" nillable="true" ma:displayName="MediaServiceSearchProperties" ma:hidden="true" ma:internalName="MediaServiceSearchProperties" ma:readOnly="true">
      <xsd:simpleType>
        <xsd:restriction base="dms:Note"/>
      </xsd:simpleType>
    </xsd:element>
    <xsd:element name="MediaServiceDocTags" ma:index="23" nillable="true" ma:displayName="MediaServiceDocTags" ma:hidden="true" ma:internalName="MediaServiceDocTags" ma:readOnly="true">
      <xsd:simpleType>
        <xsd:restriction base="dms:Note"/>
      </xsd:simpleType>
    </xsd:element>
    <xsd:element name="MediaServiceDateTaken" ma:index="24" nillable="true" ma:displayName="MediaServiceDateTaken" ma:hidden="true" ma:indexed="true" ma:internalName="MediaServiceDateTaken" ma:readOnly="true">
      <xsd:simpleType>
        <xsd:restriction base="dms:Text"/>
      </xsd:simpleType>
    </xsd:element>
    <xsd:element name="MediaLengthInSeconds" ma:index="25" nillable="true" ma:displayName="MediaLengthInSeconds" ma:hidden="true" ma:internalName="MediaLengthInSeconds" ma:readOnly="true">
      <xsd:simpleType>
        <xsd:restriction base="dms:Unknown"/>
      </xsd:simpleType>
    </xsd:element>
    <xsd:element name="MediaServiceObjectDetectorVersions" ma:index="26" nillable="true" ma:displayName="MediaServiceObjectDetectorVersions" ma:hidden="true" ma:indexed="true" ma:internalName="MediaServiceObjectDetectorVersions" ma:readOnly="true">
      <xsd:simpleType>
        <xsd:restriction base="dms:Text"/>
      </xsd:simpleType>
    </xsd:element>
    <xsd:element name="MediaServiceSystemTags" ma:index="27" nillable="true" ma:displayName="MediaServiceSystemTags" ma:hidden="true" ma:internalName="MediaServiceSystemTags" ma:readOnly="true">
      <xsd:simpleType>
        <xsd:restriction base="dms:Note"/>
      </xsd:simpleType>
    </xsd:element>
    <xsd:element name="Styletags_x0028_include1_x002d_3_x0029_" ma:index="28" nillable="true" ma:displayName="Style tags (include 1 - 3)" ma:format="Dropdown" ma:internalName="Styletags_x0028_include1_x002d_3_x0029_">
      <xsd:simpleType>
        <xsd:restriction base="dms:Text">
          <xsd:maxLength value="255"/>
        </xsd:restriction>
      </xsd:simpleType>
    </xsd:element>
    <xsd:element name="Vertical" ma:index="29" nillable="true" ma:displayName="Vertical" ma:format="Dropdown" ma:internalName="Vertical">
      <xsd:complexType>
        <xsd:complexContent>
          <xsd:extension base="dms:MultiChoice">
            <xsd:sequence>
              <xsd:element name="Value" maxOccurs="unbounded" minOccurs="0" nillable="true">
                <xsd:simpleType>
                  <xsd:restriction base="dms:Choice">
                    <xsd:enumeration value="Animals &amp; pets"/>
                    <xsd:enumeration value="Art &amp; design"/>
                    <xsd:enumeration value="Beauty"/>
                    <xsd:enumeration value="Business"/>
                    <xsd:enumeration value="Fashion"/>
                    <xsd:enumeration value="Floral &amp; garden"/>
                    <xsd:enumeration value="Food &amp; drink"/>
                    <xsd:enumeration value="General"/>
                    <xsd:enumeration value="Health &amp; fitness"/>
                  </xsd:restriction>
                </xsd:simpleType>
              </xsd:element>
            </xsd:sequence>
          </xsd:extension>
        </xsd:complexContent>
      </xsd:complexType>
    </xsd:element>
    <xsd:element name="Intent" ma:index="30" nillable="true" ma:displayName="Intent" ma:format="Dropdown" ma:internalName="Intent">
      <xsd:complexType>
        <xsd:complexContent>
          <xsd:extension base="dms:MultiChoice">
            <xsd:sequence>
              <xsd:element name="Value" maxOccurs="unbounded" minOccurs="0" nillable="true">
                <xsd:simpleType>
                  <xsd:restriction base="dms:Choice">
                    <xsd:enumeration value="About me"/>
                    <xsd:enumeration value="Activism"/>
                    <xsd:enumeration value="Announcement - event"/>
                    <xsd:enumeration value="Announcement - product"/>
                    <xsd:enumeration value="Business"/>
                    <xsd:enumeration value="Celebrate - holiday"/>
                    <xsd:enumeration value="Celebrate - life moments"/>
                    <xsd:enumeration value="Engagement post"/>
                    <xsd:enumeration value="Grand opening"/>
                    <xsd:enumeration value="Marketplace"/>
                    <xsd:enumeration value="Open house"/>
                    <xsd:enumeration value="Quote"/>
                    <xsd:enumeration value="Sale"/>
                    <xsd:enumeration value="Simple phrases"/>
                    <xsd:enumeration value="Subscribe"/>
                    <xsd:enumeration value="Choice 16"/>
                  </xsd:restriction>
                </xsd:simpleType>
              </xsd:element>
            </xsd:sequence>
          </xsd:extension>
        </xsd:complexContent>
      </xsd:complexType>
    </xsd:element>
    <xsd:element name="Thumbnail" ma:index="31" nillable="true" ma:displayName="Thumbnail" ma:format="Thumbnail" ma:internalName="Thumbnail">
      <xsd:simpleType>
        <xsd:restriction base="dms:Unknown"/>
      </xsd:simpleType>
    </xsd:element>
    <xsd:element name="MediaServiceBillingMetadata" ma:index="32"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15" nillable="true" ma:displayName="Taxonomy Catch All Column" ma:hidden="true" ma:list="{6051309a-75b7-4c22-93ea-c24616af8dd0}" ma:internalName="TaxCatchAll" ma:showField="CatchAllData" ma:web="543e3375-4853-4ccc-a3e2-1512ebb9cffd">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543e3375-4853-4ccc-a3e2-1512ebb9cffd" elementFormDefault="qualified">
    <xsd:import namespace="http://schemas.microsoft.com/office/2006/documentManagement/types"/>
    <xsd:import namespace="http://schemas.microsoft.com/office/infopath/2007/PartnerControls"/>
    <xsd:element name="SharedWithUsers" ma:index="16"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TaxCatchAll xmlns="230e9df3-be65-4c73-a93b-d1236ebd677e" xsi:nil="true"/>
    <MediaServiceKeyPoints xmlns="9e626b82-2e62-4b56-b4f0-2eb243f478f4" xsi:nil="true"/>
    <Thumbnail xmlns="9e626b82-2e62-4b56-b4f0-2eb243f478f4" xsi:nil="true"/>
    <Vertical xmlns="9e626b82-2e62-4b56-b4f0-2eb243f478f4" xsi:nil="true"/>
    <lcf76f155ced4ddcb4097134ff3c332f xmlns="9e626b82-2e62-4b56-b4f0-2eb243f478f4">
      <Terms xmlns="http://schemas.microsoft.com/office/infopath/2007/PartnerControls"/>
    </lcf76f155ced4ddcb4097134ff3c332f>
    <Styletags_x0028_include1_x002d_3_x0029_ xmlns="9e626b82-2e62-4b56-b4f0-2eb243f478f4" xsi:nil="true"/>
    <Intent xmlns="9e626b82-2e62-4b56-b4f0-2eb243f478f4" xsi:nil="true"/>
  </documentManagement>
</p:properties>
</file>

<file path=customXml/itemProps1.xml><?xml version="1.0" encoding="utf-8"?>
<ds:datastoreItem xmlns:ds="http://schemas.openxmlformats.org/officeDocument/2006/customXml" ds:itemID="{38E339AF-67FC-4BA3-8B2E-038B3ED310D5}">
  <ds:schemaRefs>
    <ds:schemaRef ds:uri="http://schemas.microsoft.com/sharepoint/v3/contenttype/forms"/>
  </ds:schemaRefs>
</ds:datastoreItem>
</file>

<file path=customXml/itemProps2.xml><?xml version="1.0" encoding="utf-8"?>
<ds:datastoreItem xmlns:ds="http://schemas.openxmlformats.org/officeDocument/2006/customXml" ds:itemID="{575A61DA-592A-457B-93F6-DEF077C99BE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9e626b82-2e62-4b56-b4f0-2eb243f478f4"/>
    <ds:schemaRef ds:uri="230e9df3-be65-4c73-a93b-d1236ebd677e"/>
    <ds:schemaRef ds:uri="543e3375-4853-4ccc-a3e2-1512ebb9cff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B99ED26-B189-4BA1-99D0-1112D8C2F106}">
  <ds:schemaRefs>
    <ds:schemaRef ds:uri="http://purl.org/dc/dcmitype/"/>
    <ds:schemaRef ds:uri="9e626b82-2e62-4b56-b4f0-2eb243f478f4"/>
    <ds:schemaRef ds:uri="543e3375-4853-4ccc-a3e2-1512ebb9cffd"/>
    <ds:schemaRef ds:uri="http://schemas.microsoft.com/office/2006/documentManagement/types"/>
    <ds:schemaRef ds:uri="http://schemas.microsoft.com/office/infopath/2007/PartnerControls"/>
    <ds:schemaRef ds:uri="http://purl.org/dc/elements/1.1/"/>
    <ds:schemaRef ds:uri="230e9df3-be65-4c73-a93b-d1236ebd677e"/>
    <ds:schemaRef ds:uri="http://purl.org/dc/terms/"/>
    <ds:schemaRef ds:uri="http://schemas.openxmlformats.org/package/2006/metadata/core-properties"/>
    <ds:schemaRef ds:uri="http://schemas.microsoft.com/sharepoint/v3"/>
    <ds:schemaRef ds:uri="http://schemas.microsoft.com/office/2006/metadata/properties"/>
    <ds:schemaRef ds:uri="http://www.w3.org/XML/1998/namespace"/>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
  <TotalTime>421</TotalTime>
  <Words>1618</Words>
  <Application>Microsoft Macintosh PowerPoint</Application>
  <PresentationFormat>Widescreen</PresentationFormat>
  <Paragraphs>94</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Aptos</vt:lpstr>
      <vt:lpstr>Arial</vt:lpstr>
      <vt:lpstr>Modulo</vt:lpstr>
      <vt:lpstr>Sistema de Streaming de Eventos em Tempo Real com Rabbitmq</vt:lpstr>
      <vt:lpstr>Introdução e Constituição do Grupo</vt:lpstr>
      <vt:lpstr>EquipA</vt:lpstr>
      <vt:lpstr>Arquitetura e Implementação</vt:lpstr>
      <vt:lpstr>Arquitetura Geral do Sistema</vt:lpstr>
      <vt:lpstr>Opções de Implementação e Tecnologias</vt:lpstr>
      <vt:lpstr>Mecanismos de Comunicação entre Componentes</vt:lpstr>
      <vt:lpstr>Testes e Resultados</vt:lpstr>
      <vt:lpstr>Resultados Obtidos e Análise</vt:lpstr>
      <vt:lpstr>Conclusão</vt:lpstr>
      <vt:lpstr>conclusão</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Pedro Lourenço Correia Jaques</cp:lastModifiedBy>
  <cp:revision>2</cp:revision>
  <dcterms:created xsi:type="dcterms:W3CDTF">2025-05-21T23:03:00Z</dcterms:created>
  <dcterms:modified xsi:type="dcterms:W3CDTF">2026-01-08T22:04:38Z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0x010100F70BD21B179B1749B10B6700D890B8C6</vt:lpwstr>
  </property>
  <property fmtid="{D5CDD505-2E9C-101B-9397-08002B2CF9AE}" pid="3" name="MediaServiceImageTags">
    <vt:lpwstr/>
  </property>
</Properties>
</file>